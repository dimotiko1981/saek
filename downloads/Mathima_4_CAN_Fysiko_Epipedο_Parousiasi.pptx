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c781fb0f994ed9" /><Relationship Type="http://schemas.openxmlformats.org/officeDocument/2006/relationships/extended-properties" Target="/docProps/app.xml" Id="R86d3822d4a9d4fb1" /><Relationship Type="http://schemas.openxmlformats.org/officeDocument/2006/relationships/officeDocument" Target="/ppt/presentation.xml" Id="R440c6cf3e2cc459f" /></Relationships>
</file>

<file path=ppt/presentation.xml><?xml version="1.0" encoding="utf-8"?>
<p:presentation xmlns:p="http://schemas.openxmlformats.org/presentationml/2006/main">
  <p:sldMasterIdLst>
    <p:sldMasterId xmlns:r="http://schemas.openxmlformats.org/officeDocument/2006/relationships" id="2147483648" r:id="Re146a4168f3d4bb7"/>
  </p:sldMasterIdLst>
  <p:notesMasterIdLst>
    <p:notesMasterId xmlns:r="http://schemas.openxmlformats.org/officeDocument/2006/relationships" r:id="R03d3fd0cccf64030"/>
  </p:notesMasterIdLst>
  <p:sldIdLst>
    <p:sldId xmlns:r="http://schemas.openxmlformats.org/officeDocument/2006/relationships" id="256" r:id="R7cc3a05a6bef4878"/>
    <p:sldId xmlns:r="http://schemas.openxmlformats.org/officeDocument/2006/relationships" id="257" r:id="R2c2cd930e7234047"/>
    <p:sldId xmlns:r="http://schemas.openxmlformats.org/officeDocument/2006/relationships" id="258" r:id="R4d9fcded226840d2"/>
    <p:sldId xmlns:r="http://schemas.openxmlformats.org/officeDocument/2006/relationships" id="259" r:id="R04ea5833defa4cab"/>
    <p:sldId xmlns:r="http://schemas.openxmlformats.org/officeDocument/2006/relationships" id="260" r:id="R5be8eebe6b524c26"/>
    <p:sldId xmlns:r="http://schemas.openxmlformats.org/officeDocument/2006/relationships" id="261" r:id="R85448cf7472b48d5"/>
    <p:sldId xmlns:r="http://schemas.openxmlformats.org/officeDocument/2006/relationships" id="262" r:id="Rca8676c616f74c1f"/>
    <p:sldId xmlns:r="http://schemas.openxmlformats.org/officeDocument/2006/relationships" id="263" r:id="R412c6fcb4ceb4de1"/>
    <p:sldId xmlns:r="http://schemas.openxmlformats.org/officeDocument/2006/relationships" id="264" r:id="R9bab2d3e52cd40af"/>
    <p:sldId xmlns:r="http://schemas.openxmlformats.org/officeDocument/2006/relationships" id="265" r:id="R8e3edd14db9c4612"/>
    <p:sldId xmlns:r="http://schemas.openxmlformats.org/officeDocument/2006/relationships" id="266" r:id="Rcae0a520bdf14017"/>
    <p:sldId xmlns:r="http://schemas.openxmlformats.org/officeDocument/2006/relationships" id="267" r:id="R84c3823b425641e8"/>
    <p:sldId xmlns:r="http://schemas.openxmlformats.org/officeDocument/2006/relationships" id="268" r:id="R769a3d80dc8e4946"/>
    <p:sldId xmlns:r="http://schemas.openxmlformats.org/officeDocument/2006/relationships" id="269" r:id="R2785965fdd5a451d"/>
    <p:sldId xmlns:r="http://schemas.openxmlformats.org/officeDocument/2006/relationships" id="270" r:id="Re33c0a9876094ee7"/>
    <p:sldId xmlns:r="http://schemas.openxmlformats.org/officeDocument/2006/relationships" id="271" r:id="Rde9cd2f72f394ffa"/>
    <p:sldId xmlns:r="http://schemas.openxmlformats.org/officeDocument/2006/relationships" id="272" r:id="Rf4925397a3b34901"/>
    <p:sldId xmlns:r="http://schemas.openxmlformats.org/officeDocument/2006/relationships" id="273" r:id="Rb2f7b4e90a7a436a"/>
    <p:sldId xmlns:r="http://schemas.openxmlformats.org/officeDocument/2006/relationships" id="274" r:id="R0e287eb94cc648ae"/>
    <p:sldId xmlns:r="http://schemas.openxmlformats.org/officeDocument/2006/relationships" id="275" r:id="R2c261045e0e54b4d"/>
    <p:sldId xmlns:r="http://schemas.openxmlformats.org/officeDocument/2006/relationships" id="276" r:id="Rb2d7775f8cc544b3"/>
    <p:sldId xmlns:r="http://schemas.openxmlformats.org/officeDocument/2006/relationships" id="277" r:id="Rf9868e1a9a484a3d"/>
    <p:sldId xmlns:r="http://schemas.openxmlformats.org/officeDocument/2006/relationships" id="278" r:id="Rdf48086837ba495d"/>
    <p:sldId xmlns:r="http://schemas.openxmlformats.org/officeDocument/2006/relationships" id="279" r:id="R93b7e8e984fb4cde"/>
    <p:sldId xmlns:r="http://schemas.openxmlformats.org/officeDocument/2006/relationships" id="280" r:id="Rbfe3722d204c42cb"/>
    <p:sldId xmlns:r="http://schemas.openxmlformats.org/officeDocument/2006/relationships" id="281" r:id="Rc993f8dbe3ba437e"/>
    <p:sldId xmlns:r="http://schemas.openxmlformats.org/officeDocument/2006/relationships" id="282" r:id="R75b11bec018b47a4"/>
    <p:sldId xmlns:r="http://schemas.openxmlformats.org/officeDocument/2006/relationships" id="283" r:id="Rcc93b2d8b56944e2"/>
    <p:sldId xmlns:r="http://schemas.openxmlformats.org/officeDocument/2006/relationships" id="284" r:id="R495c8a1860f14c45"/>
    <p:sldId xmlns:r="http://schemas.openxmlformats.org/officeDocument/2006/relationships" id="285" r:id="Rc3ee42d3b31241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ab53c31c1545e7" /><Relationship Type="http://schemas.openxmlformats.org/officeDocument/2006/relationships/slideMaster" Target="/ppt/slideMasters/slideMaster1.xml" Id="Re146a4168f3d4bb7" /><Relationship Type="http://schemas.openxmlformats.org/officeDocument/2006/relationships/notesMaster" Target="/ppt/notesMasters/notesMaster1.xml" Id="R03d3fd0cccf64030" /><Relationship Type="http://schemas.openxmlformats.org/officeDocument/2006/relationships/presProps" Target="/ppt/presProps.xml" Id="R511b13058b224c6d" /><Relationship Type="http://schemas.openxmlformats.org/officeDocument/2006/relationships/tableStyles" Target="/ppt/tableStyles.xml" Id="R30cb3802de3e4fb2" /><Relationship Type="http://schemas.openxmlformats.org/officeDocument/2006/relationships/slide" Target="/ppt/slides/slide1.xml" Id="R7cc3a05a6bef4878" /><Relationship Type="http://schemas.openxmlformats.org/officeDocument/2006/relationships/slide" Target="/ppt/slides/slide2.xml" Id="R2c2cd930e7234047" /><Relationship Type="http://schemas.openxmlformats.org/officeDocument/2006/relationships/slide" Target="/ppt/slides/slide3.xml" Id="R4d9fcded226840d2" /><Relationship Type="http://schemas.openxmlformats.org/officeDocument/2006/relationships/slide" Target="/ppt/slides/slide4.xml" Id="R04ea5833defa4cab" /><Relationship Type="http://schemas.openxmlformats.org/officeDocument/2006/relationships/slide" Target="/ppt/slides/slide5.xml" Id="R5be8eebe6b524c26" /><Relationship Type="http://schemas.openxmlformats.org/officeDocument/2006/relationships/slide" Target="/ppt/slides/slide6.xml" Id="R85448cf7472b48d5" /><Relationship Type="http://schemas.openxmlformats.org/officeDocument/2006/relationships/slide" Target="/ppt/slides/slide7.xml" Id="Rca8676c616f74c1f" /><Relationship Type="http://schemas.openxmlformats.org/officeDocument/2006/relationships/slide" Target="/ppt/slides/slide8.xml" Id="R412c6fcb4ceb4de1" /><Relationship Type="http://schemas.openxmlformats.org/officeDocument/2006/relationships/slide" Target="/ppt/slides/slide9.xml" Id="R9bab2d3e52cd40af" /><Relationship Type="http://schemas.openxmlformats.org/officeDocument/2006/relationships/slide" Target="/ppt/slides/slide10.xml" Id="R8e3edd14db9c4612" /><Relationship Type="http://schemas.openxmlformats.org/officeDocument/2006/relationships/slide" Target="/ppt/slides/slide11.xml" Id="Rcae0a520bdf14017" /><Relationship Type="http://schemas.openxmlformats.org/officeDocument/2006/relationships/slide" Target="/ppt/slides/slide12.xml" Id="R84c3823b425641e8" /><Relationship Type="http://schemas.openxmlformats.org/officeDocument/2006/relationships/slide" Target="/ppt/slides/slide13.xml" Id="R769a3d80dc8e4946" /><Relationship Type="http://schemas.openxmlformats.org/officeDocument/2006/relationships/slide" Target="/ppt/slides/slide14.xml" Id="R2785965fdd5a451d" /><Relationship Type="http://schemas.openxmlformats.org/officeDocument/2006/relationships/slide" Target="/ppt/slides/slide15.xml" Id="Re33c0a9876094ee7" /><Relationship Type="http://schemas.openxmlformats.org/officeDocument/2006/relationships/slide" Target="/ppt/slides/slide16.xml" Id="Rde9cd2f72f394ffa" /><Relationship Type="http://schemas.openxmlformats.org/officeDocument/2006/relationships/slide" Target="/ppt/slides/slide17.xml" Id="Rf4925397a3b34901" /><Relationship Type="http://schemas.openxmlformats.org/officeDocument/2006/relationships/slide" Target="/ppt/slides/slide18.xml" Id="Rb2f7b4e90a7a436a" /><Relationship Type="http://schemas.openxmlformats.org/officeDocument/2006/relationships/slide" Target="/ppt/slides/slide19.xml" Id="R0e287eb94cc648ae" /><Relationship Type="http://schemas.openxmlformats.org/officeDocument/2006/relationships/slide" Target="/ppt/slides/slide20.xml" Id="R2c261045e0e54b4d" /><Relationship Type="http://schemas.openxmlformats.org/officeDocument/2006/relationships/slide" Target="/ppt/slides/slide21.xml" Id="Rb2d7775f8cc544b3" /><Relationship Type="http://schemas.openxmlformats.org/officeDocument/2006/relationships/slide" Target="/ppt/slides/slide22.xml" Id="Rf9868e1a9a484a3d" /><Relationship Type="http://schemas.openxmlformats.org/officeDocument/2006/relationships/slide" Target="/ppt/slides/slide23.xml" Id="Rdf48086837ba495d" /><Relationship Type="http://schemas.openxmlformats.org/officeDocument/2006/relationships/slide" Target="/ppt/slides/slide24.xml" Id="R93b7e8e984fb4cde" /><Relationship Type="http://schemas.openxmlformats.org/officeDocument/2006/relationships/slide" Target="/ppt/slides/slide25.xml" Id="Rbfe3722d204c42cb" /><Relationship Type="http://schemas.openxmlformats.org/officeDocument/2006/relationships/slide" Target="/ppt/slides/slide26.xml" Id="Rc993f8dbe3ba437e" /><Relationship Type="http://schemas.openxmlformats.org/officeDocument/2006/relationships/slide" Target="/ppt/slides/slide27.xml" Id="R75b11bec018b47a4" /><Relationship Type="http://schemas.openxmlformats.org/officeDocument/2006/relationships/slide" Target="/ppt/slides/slide28.xml" Id="Rcc93b2d8b56944e2" /><Relationship Type="http://schemas.openxmlformats.org/officeDocument/2006/relationships/slide" Target="/ppt/slides/slide29.xml" Id="R495c8a1860f14c45" /><Relationship Type="http://schemas.openxmlformats.org/officeDocument/2006/relationships/slide" Target="/ppt/slides/slide30.xml" Id="Rc3ee42d3b31241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657858bcc5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eed6244bf04083" /><Relationship Type="http://schemas.openxmlformats.org/officeDocument/2006/relationships/notesMaster" Target="/ppt/notesMasters/notesMaster1.xml" Id="R4606c060b74246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f705fe8b3f40de" /><Relationship Type="http://schemas.openxmlformats.org/officeDocument/2006/relationships/notesMaster" Target="/ppt/notesMasters/notesMaster1.xml" Id="R0d63b3eeeda24f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debafc43fd4758" /><Relationship Type="http://schemas.openxmlformats.org/officeDocument/2006/relationships/notesMaster" Target="/ppt/notesMasters/notesMaster1.xml" Id="Rb340647338d141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074966426e45ec" /><Relationship Type="http://schemas.openxmlformats.org/officeDocument/2006/relationships/notesMaster" Target="/ppt/notesMasters/notesMaster1.xml" Id="R2aafbe486aaa49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02164cabd64488" /><Relationship Type="http://schemas.openxmlformats.org/officeDocument/2006/relationships/notesMaster" Target="/ppt/notesMasters/notesMaster1.xml" Id="R4b4c92d295ec40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36c9d024654081" /><Relationship Type="http://schemas.openxmlformats.org/officeDocument/2006/relationships/notesMaster" Target="/ppt/notesMasters/notesMaster1.xml" Id="Red38562b117640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77b54017914f1c" /><Relationship Type="http://schemas.openxmlformats.org/officeDocument/2006/relationships/notesMaster" Target="/ppt/notesMasters/notesMaster1.xml" Id="R3a83db3895cf45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9bd5e5c67f4145" /><Relationship Type="http://schemas.openxmlformats.org/officeDocument/2006/relationships/notesMaster" Target="/ppt/notesMasters/notesMaster1.xml" Id="R4ce23be82e3242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9d9392a17245ab" /><Relationship Type="http://schemas.openxmlformats.org/officeDocument/2006/relationships/notesMaster" Target="/ppt/notesMasters/notesMaster1.xml" Id="R4dfa9739b7b84c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6f0f99d88145f4" /><Relationship Type="http://schemas.openxmlformats.org/officeDocument/2006/relationships/notesMaster" Target="/ppt/notesMasters/notesMaster1.xml" Id="R1e13fd53da6949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c062c9db7e4559" /><Relationship Type="http://schemas.openxmlformats.org/officeDocument/2006/relationships/notesMaster" Target="/ppt/notesMasters/notesMaster1.xml" Id="R130efb91000d48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439da9b1d6432f" /><Relationship Type="http://schemas.openxmlformats.org/officeDocument/2006/relationships/notesMaster" Target="/ppt/notesMasters/notesMaster1.xml" Id="Rb9b342a7e69943b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53242673ff447b" /><Relationship Type="http://schemas.openxmlformats.org/officeDocument/2006/relationships/notesMaster" Target="/ppt/notesMasters/notesMaster1.xml" Id="R51e730dd4a9543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a2cd48672a447d" /><Relationship Type="http://schemas.openxmlformats.org/officeDocument/2006/relationships/notesMaster" Target="/ppt/notesMasters/notesMaster1.xml" Id="Rbf05fde979a746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97086979184637" /><Relationship Type="http://schemas.openxmlformats.org/officeDocument/2006/relationships/notesMaster" Target="/ppt/notesMasters/notesMaster1.xml" Id="R50992c4bb0c74c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0560ce06dc4559" /><Relationship Type="http://schemas.openxmlformats.org/officeDocument/2006/relationships/notesMaster" Target="/ppt/notesMasters/notesMaster1.xml" Id="Rc5a6905eb77740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d860aa73a8404c" /><Relationship Type="http://schemas.openxmlformats.org/officeDocument/2006/relationships/notesMaster" Target="/ppt/notesMasters/notesMaster1.xml" Id="R92367d1a91d445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274c04defd4f1b" /><Relationship Type="http://schemas.openxmlformats.org/officeDocument/2006/relationships/notesMaster" Target="/ppt/notesMasters/notesMaster1.xml" Id="Rbb5d526ba16442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5aa3b56dfe4080" /><Relationship Type="http://schemas.openxmlformats.org/officeDocument/2006/relationships/notesMaster" Target="/ppt/notesMasters/notesMaster1.xml" Id="Re029bb59fc7148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9712d1af3c4445" /><Relationship Type="http://schemas.openxmlformats.org/officeDocument/2006/relationships/notesMaster" Target="/ppt/notesMasters/notesMaster1.xml" Id="R2fd629b8f2d041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2dcb68690a4260" /><Relationship Type="http://schemas.openxmlformats.org/officeDocument/2006/relationships/notesMaster" Target="/ppt/notesMasters/notesMaster1.xml" Id="Rc45c94474df641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926df815606455a" /><Relationship Type="http://schemas.openxmlformats.org/officeDocument/2006/relationships/notesMaster" Target="/ppt/notesMasters/notesMaster1.xml" Id="R56002447719343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032ce394bb74a98" /><Relationship Type="http://schemas.openxmlformats.org/officeDocument/2006/relationships/notesMaster" Target="/ppt/notesMasters/notesMaster1.xml" Id="R1aea89c611b247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a843cba61d4a06" /><Relationship Type="http://schemas.openxmlformats.org/officeDocument/2006/relationships/notesMaster" Target="/ppt/notesMasters/notesMaster1.xml" Id="Re35e653aa88a46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2b4f67ed134ce7" /><Relationship Type="http://schemas.openxmlformats.org/officeDocument/2006/relationships/notesMaster" Target="/ppt/notesMasters/notesMaster1.xml" Id="R25d43e8ef50a4e4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94128164cc342c6" /><Relationship Type="http://schemas.openxmlformats.org/officeDocument/2006/relationships/notesMaster" Target="/ppt/notesMasters/notesMaster1.xml" Id="R40464a3b9ad64b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a7c4bbcc2b74812" /><Relationship Type="http://schemas.openxmlformats.org/officeDocument/2006/relationships/notesMaster" Target="/ppt/notesMasters/notesMaster1.xml" Id="Rbc2f5b4325204b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12b3c97c0b4c30" /><Relationship Type="http://schemas.openxmlformats.org/officeDocument/2006/relationships/notesMaster" Target="/ppt/notesMasters/notesMaster1.xml" Id="Rfc3a248a9af04fc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11593b7512a47e6" /><Relationship Type="http://schemas.openxmlformats.org/officeDocument/2006/relationships/notesMaster" Target="/ppt/notesMasters/notesMaster1.xml" Id="Rf1e5722dcdd74e5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0077087431f4d9b" /><Relationship Type="http://schemas.openxmlformats.org/officeDocument/2006/relationships/notesMaster" Target="/ppt/notesMasters/notesMaster1.xml" Id="Rcca239336a5945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Εισαγωγική διαφάνεια για το Μάθημα 05: CAN – φυσικό επίπεδο. Η φωτογραφία απεικονίζει BMW M2 G87 και προέρχεται από BMW Group PressClub, επίσημο αρχείο εικόνας P90481931: https://www.press.bmwgroup.com/global/photo/detail/P90481931/The-all-new-BMW-M2-Static-10-2022. Το διάγραμμα ECU 1–CAN-H/CAN-L–ECU 2 είναι γενικό εκπαιδευτικό σχήμα φυσικού επιπέδου CAN και δεν αποτελεί εργοστασιακό διάγραμμα BMW.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Γέφυρα με το προηγούμενο μάθημα για τις τοπολογίες. Το αριστερό σχήμα θυμίζει κοινό δίαυλο με τρεις ενδεικτικούς κόμβους. Το δεξί σχήμα εστιάζει στο φυσικό μέσο CAN-H/CAN-L. Δεν περιγράφει πραγματική δικτύωση ή εργοστασιακό διάγραμμα BMW M2.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Εξηγούμε τη διαφορική σηματοδοσία σε CAN υψηλής ταχύτητας. Στην ενδεικτική κατάσταση recessive, CAN-H και CAN-L είναι περίπου 2,5 V, άρα Vdiff≈0 V. Στην dominant κατάσταση, CAN-H≈3,5 V και CAN-L≈1,5 V, άρα η διαφορά είναι περίπου 2 V. Οι τιμές είναι τυπικές και όχι προδιαγραφή για κάθε όχημα ή μέτρηση. Επειδή ο δέκτης εξετάζει τη διαφορά, κοινός ηλεκτρικός θόρυβος που επηρεάζει παρόμοια και τους δύο αγωγούς τείνει να ακυρώνεται.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Συνδέουμε τη διαφορική μετάδοση με τη φυσική καλωδίωση. Η συστροφή εναλλάσσει τη σχετική θέση των αγωγών, μειώνει την επιφάνεια του βρόχου και βοηθά οι εξωτερικές παρεμβολές να συζευχθούν παρόμοια και στους δύο. Ο διαφορικός δέκτης μπορεί έτσι να απορρίψει σημαντικό μέρος του κοινού θορύβου. Το σχήμα είναι εννοιολογικό· το βήμα συστροφής και η διαδρομή διαφέρουν ανά καλωδίωση οχήματος.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Εξηγούμε ότι σε ένα τυπικό δίκτυο CAN υψηλής ταχύτητας το ζεύγος τερματίζεται στα δύο φυσικά άκρα του κορμού με αντιστάσεις περίπου 120 Ω μεταξύ CAN-H και CAN-L. Η προσαρμογή της γραμμής περιορίζει τις ανακλάσεις που μπορούν να παραμορφώσουν το σήμα. Οι ECU συνδέονται κατά μήκος του κορμού· δεν βάζουμε αντίσταση σε κάθε ECU. Το σχήμα είναι γενικό, δεν είναι εργοστασιακό διάγραμμα BMW.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Η ισοδύναμη αντίσταση δύο αντιστάσεων 120 Ω σε παράλληλη σύνδεση είναι 60 Ω. Σε εκπαιδευτικό έλεγχο, με το δίκτυο απενεργοποιημένο και σύμφωνα με τη διαδικασία του κατασκευαστή, μετράμε αντίσταση μεταξύ CAN-H και CAN-L. Περίπου 60 Ω είναι τυπική ένδειξη για high-speed CAN με δύο τερματισμούς. Σε OBD-II/ISO 15765-4 συχνά χρησιμοποιούνται οι ακίδες 6 (CAN-H) και 14 (CAN-L), αλλά πάντα επιβεβαιώνουμε την αρχιτεκτονική και το pinout του συγκεκριμένου οχήματος. Δεν μετράμε αντίσταση σε ενεργό κύκλωμα.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Συνδέουμε την εικονική μέτρηση τάσης με την αναγνώριση κυματομορφών του εργαστηρίου. Το πολύμετρο σε DC μετρά τη γραμμή ως προς γείωση και εμφανίζει μια ένδειξη που εξαρτάται από την κίνηση του διαύλου· δεν αποτυπώνει κάθε bit και κάθε ακμή. Ο παλμογράφος δείχνει τις εναλλαγές: στην ενδεικτική κυματομορφή, κατά dominant CAN-H ανεβαίνει και CAN-L κατεβαίνει, ενώ στο recessive οι γραμμές βρίσκονται κοντά στην περιοχή 2,5 V. Οι ονομαστικές στάθμες είναι τυπικές και εξαρτώνται από το transceiver/όχημα. Πηγή τεχνικής τεκμηρίωσης για τυπικές στάθμες: NXP, Application Hints TJA1049, AH1021, Figure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Η διαφάνεια ανταποκρίνεται στο εργαστηριακό ζητούμενο «αναγνώριση σωστών και προβληματικών κυματομορφών CAN». Η γραμμή δείχνει τη διαφορική τάση Vdiff = CAN-H − CAN-L. Στο αριστερό σχήμα η μετάβαση από recessive (~0 V διαφορικά) σε dominant (~2 V) είναι καθαρή. Στο δεξί υπάρχει ενδεικτικό ringing μετά την ακμή· πιθανές αιτίες περιλαμβάνουν ανακλάσεις λόγω τερματισμού/καλωδίωσης/κλάδων, αλλά και την ίδια τη σύνδεση μέτρησης. Δεν αποτελεί από μόνη της διάγνωση ή απόδειξη συγκεκριμένης βλάβης. Τα γραφήματα είναι εκπαιδευτικά, όχι καταγραφές BMW M2 ή άλλου οχήματος.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Παρουσιάζουμε τη σχέση φυσικής διάταξης και ακεραιότητας σήματος. Σε τυπική high-speed CAN, προτιμάται γραμμικός κορμός με τερματισμούς στα δύο φυσικά άκρα· οι drop lines/κλάδοι προς ECU διατηρούνται όσο γίνεται σύντομοι ώστε να περιορίζεται η επίδραση ανακλάσεων. Δεν υπονοούμε ότι κάθε άλλη διάταξη αποτυγχάνει: το αποτέλεσμα εξαρτάται από bit rate, μήκη, χρόνο ανόδου transceiver και σχεδιασμό οχήματος. Τα σχήματα είναι γενικά και δεν αναπαριστούν την BMW M2. Τεχνική αναφορά: Texas Instruments, TCAN4550-Q1 datasheet, section Termination; Application Report SLLA496A.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«Εδώ βλέπουμε δύο αριθμούς που μπορεί να μας μπερδέψουν: 120 Ω και 60 Ω. Το καλώδιο έχει χαρακτηριστική αντίσταση περίπου 120 Ω και στα δύο άκρα του δικτύου υπάρχει από μία αντίσταση 120 Ω. Όταν το αυτοκίνητο είναι απενεργοποιημένο και μετρήσουμε με το πολύμετρο ανάμεσα στις CAN-H και CAN-L, οι δύο αντιστάσεις φαίνονται μαζί. Επειδή είναι παράλληλα συνδεδεμένες, το πολύμετρο δείχνει περίπου 60 Ω. Άρα κάθε τερματισμός είναι 120 Ω, αλλά η συνολική μέτρηση είναι περίπου 60 Ω. Αυτό ισχύει συνήθως σε δίκτυο high-speed CAN· στο συγκεκριμένο αυτοκίνητο ακολουθούμε πάντα τις οδηγίες του κατασκευαστή.»</a:t>
            </a:r>
          </a:p>
          <a:p xmlns:a="http://schemas.openxmlformats.org/drawingml/2006/main">
            <a:r>
              <a:t/>
            </a:r>
          </a:p>
          <a:p xmlns:a="http://schemas.openxmlformats.org/drawingml/2006/main">
            <a:r>
              <a:t>Πηγή για τον/την εκπαιδευτικό: NXP AN10211, https://www.nxp.com/docs/en/application-note/AN10211.pdf ; Texas Instruments TCAN4550-Q1 datasheet, https://www.ti.com/lit/ds/symlink/tcan4550-q1.pdf.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«Η μέτρηση μάς δίνει μια πρώτη ένδειξη, όχι ολόκληρη τη διάγνωση. Σε ένα συνηθισμένο δίκτυο CAN, περίπου 60 Ω μπορεί να σημαίνει ότι υπάρχουν και οι δύο τερματισμοί. Αν δούμε περίπου 120 Ω, μπορεί να λείπει ο ένας τερματισμός ή να έχει απομονωθεί ένα μέρος του δικτύου. Αν η ένδειξη είναι πολύ χαμηλή, ψάχνουμε για βραχυκύκλωμα ή άλλο φορτίο. Αν το πολύμετρο δείξει OL ή άπειρη αντίσταση, μπορεί να υπάρχει διακοπή ή να μην ακουμπάμε στα σωστά σημεία. Όμως δεν βγάζουμε συμπέρασμα μόνο από έναν αριθμό: ελέγχουμε το σχέδιο και τις οδηγίες του συγκεκριμένου κατασκευαστή.»</a:t>
            </a:r>
          </a:p>
          <a:p xmlns:a="http://schemas.openxmlformats.org/drawingml/2006/main">
            <a:r>
              <a:t/>
            </a:r>
          </a:p>
          <a:p xmlns:a="http://schemas.openxmlformats.org/drawingml/2006/main">
            <a:r>
              <a:t>Πηγή για τον/την εκπαιδευτικό: Texas Instruments, Using CAN Bus Load, Termination, and Protection Configurations, https://www.ti.com/lit/ug/sllu296/sllu296.pdf.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«Όταν ψάχνουμε ένα πρόβλημα στο CAN, δεν ξεκινάμε αλλάζοντας εξαρτήματα. Πρώτα σημειώνουμε τι ακριβώς δεν δουλεύει και βλέπουμε αν το διαγνωστικό έχει αποθηκεύσει κωδικούς. Μετά, αν το επιτρέπει η διαδικασία του κατασκευαστή, ελέγχουμε την αντίσταση με το κύκλωμα απενεργοποιημένο. Τέλος, όταν το κύκλωμα λειτουργεί, κοιτάμε την τάση ή την κυματομορφή. Προσοχή: δεν βάζουμε το πολύμετρο στη θέση Ω σε κύκλωμα που είναι ενεργό. Η σειρά και τα σημεία μέτρησης μπορεί να διαφέρουν από αυτοκίνητο σε αυτοκίνητο.»</a:t>
            </a:r>
          </a:p>
          <a:p xmlns:a="http://schemas.openxmlformats.org/drawingml/2006/main">
            <a:r>
              <a:t/>
            </a:r>
          </a:p>
          <a:p xmlns:a="http://schemas.openxmlformats.org/drawingml/2006/main">
            <a:r>
              <a:t>Πηγή για τον/την εκπαιδευτικό: Texas Instruments, Using CAN Bus Load, Termination, and Protection Configurations, https://www.ti.com/lit/ug/sllu296/sllu296.pdf.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«Στην οθόνη βλέπουμε τρεις γραμμές. Οι δύο επάνω είναι τα καλώδια CAN-H και CAN-L. Όταν δεν μεταδίδεται το dominant bit, οι δύο γραμμές είναι κοντά στην ίδια τάση. Όταν μεταδίδεται dominant bit, η CAN-H ανεβαίνει και η CAN-L κατεβαίνει. Η τρίτη γραμμή δείχνει τη διαφορά ανάμεσά τους. Έτσι ο δέκτης ξεχωρίζει το bit πιο εύκολα. Το σχέδιο είναι απλοποιημένο και δείχνει τυπική συμπεριφορά· δεν είναι μέτρηση από συγκεκριμένο αυτοκίνητο.»</a:t>
            </a:r>
          </a:p>
          <a:p xmlns:a="http://schemas.openxmlformats.org/drawingml/2006/main">
            <a:r>
              <a:t/>
            </a:r>
          </a:p>
          <a:p xmlns:a="http://schemas.openxmlformats.org/drawingml/2006/main">
            <a:r>
              <a:t>Πηγή για τον/την εκπαιδευτικό: NXP, Application Hints TJA1049 (AH1021), https://www.nxp.com/docs/en/supporting-information/AH1021_Application_Hints_TJA1049.pdf.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«Εδώ βλέπουμε την υποδοχή OBD που συνδέουμε με το διαγνωστικό. Σε πολλά οχήματα, η ακίδα 6 είναι η CAN-H και η ακίδα 14 η CAN-L. Αυτό αφορά το CAN που είναι διαθέσιμο από τη θύρα διάγνωσης. Δεν σημαίνει ότι από εκεί βλέπουμε όλα τα δίκτυα του αυτοκινήτου. Πριν συνδέσουμε πολύμετρο ή παλμογράφο, ελέγχουμε το διάγραμμα και την αρίθμηση του συγκεκριμένου οχήματος.»</a:t>
            </a:r>
          </a:p>
          <a:p xmlns:a="http://schemas.openxmlformats.org/drawingml/2006/main">
            <a:r>
              <a:t/>
            </a:r>
          </a:p>
          <a:p xmlns:a="http://schemas.openxmlformats.org/drawingml/2006/main">
            <a:r>
              <a:t>Πηγές για τον/την εκπαιδευτικό: SAE J1962 Diagnostic Connector, https://saemobilus.sae.org/standards/j1962_201607-diagnostic-connector ; Autel MaxiFlash VCMI User Manual, ενότητα OBDII CAN Bus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«Συνδέουμε το πρώτο κανάλι στην CAN-H και το δεύτερο στην CAN-L, στα σημεία που προβλέπει το διάγραμμα. Έτσι βλέπουμε τις δύο γραμμές μία-μία. Αν το όργανο έχει λειτουργία αφαίρεσης, βάζουμε A μείον B για να δούμε τη διαφορά τους, δηλαδή το διαφορικό σήμα. Χρησιμοποιούμε κατάλληλο παλμογράφο αυτοκινήτου ή διαφορική είσοδο και ακολουθούμε τις οδηγίες του οργάνου. Δεν αυτοσχεδιάζουμε με τα καλώδια γείωσης.»</a:t>
            </a:r>
          </a:p>
          <a:p xmlns:a="http://schemas.openxmlformats.org/drawingml/2006/main">
            <a:r>
              <a:t/>
            </a:r>
          </a:p>
          <a:p xmlns:a="http://schemas.openxmlformats.org/drawingml/2006/main">
            <a:r>
              <a:t>Πηγές για τον/την εκπαιδευτικό: Pico Technology, CAN bus physical layer test, https://www.picoauto.com/library/automotive-guided-tests/communication/can-bus/AGT-126-can-bus-physical-layer/ ; Tektronix, Debugging CAN, LIN and FlexRay Automotive Buses with an Oscilloscope, https://www.tek.com/en/documents/application-note/debugging-can-lin-and-flexray-automotive-buses-oscilloscope.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«Μερικές φορές ένας ηλεκτρικός θόρυβος επηρεάζει και τα δύο καλώδια σχεδόν το ίδιο. Αν κοιτάξουμε κάθε καλώδιο μόνο του, μπορεί να δούμε αυτή την ενόχληση. Ο δέκτης όμως συγκρίνει τη μία γραμμή με την άλλη. Έτσι, το μέρος του θορύβου που είναι κοινό και στις δύο γραμμές μπορεί να μειωθεί και το χρήσιμο σήμα να ξεχωρίζει καλύτερα. Αυτό δεν σημαίνει ότι εξαφανίζεται κάθε θόρυβος· το πόσο καλά γίνεται εξαρτάται από το κύκλωμα και την παρεμβολή.»</a:t>
            </a:r>
          </a:p>
          <a:p xmlns:a="http://schemas.openxmlformats.org/drawingml/2006/main">
            <a:r>
              <a:t/>
            </a:r>
          </a:p>
          <a:p xmlns:a="http://schemas.openxmlformats.org/drawingml/2006/main">
            <a:r>
              <a:t>Πηγή για τον/την εκπαιδευτικό: Texas Instruments, CAN Signaling and Noise Immunity, https://www.ti.com/document-viewer/lit/html/SSZTCN3.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«Στην καλωδίωση CAN μπορεί να έχουμε, για παράδειγμα, ένα κομμένο καλώδιο, τις δύο γραμμές να ακουμπούν μεταξύ τους ή ένα καλώδιο να ακουμπά στο αμάξωμα ή σε τροφοδοσία. Αυτά μπορεί να δημιουργήσουν προβλήματα στην επικοινωνία, αλλά το αποτέλεσμα εξαρτάται από το αυτοκίνητο και από το σημείο της βλάβης. Δεν βγάζουμε συμπέρασμα μόνο από το σχήμα ή από έναν κωδικό. Ελέγχουμε το σχέδιο, την καλωδίωση και τις μετρήσεις. Επίσης, δεν εντοπίζουν όλα τα κυκλώματα κάθε είδος διακοπής ή βραχυκυκλώματος.»</a:t>
            </a:r>
          </a:p>
          <a:p xmlns:a="http://schemas.openxmlformats.org/drawingml/2006/main">
            <a:r>
              <a:t/>
            </a:r>
          </a:p>
          <a:p xmlns:a="http://schemas.openxmlformats.org/drawingml/2006/main">
            <a:r>
              <a:t>Πηγή για τον/την εκπαιδευτικό: NXP, Application Hints AH1014, Bus Failure Diagnosis, https://www.nxp.com/docs/en/supporting-information/AH1014.pdf.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«Ο ρυθμός λέει πόσο γρήγορα περνούν τα bits. Όσο πιο γρήγορα περνούν, τόσο λιγότερος χρόνος μένει για να φτάσει το σήμα σε όλους τους κόμβους. Γι’ αυτό, γενικά, τα πιο γρήγορα δίκτυα χρειάζονται πιο προσεκτικό σχεδιασμό και συνήθως μικρότερα μήκη. Δεν υπάρχει όμως ένας αριθμός που να ταιριάζει σε όλα τα αυτοκίνητα. Μετρούν και το καλώδιο, οι διακλαδώσεις και ο τρόπος που είναι ρυθμισμένοι οι κόμβοι. Γι’ αυτό ακολουθούμε τις προδιαγραφές του συστήματος.»</a:t>
            </a:r>
          </a:p>
          <a:p xmlns:a="http://schemas.openxmlformats.org/drawingml/2006/main">
            <a:r>
              <a:t/>
            </a:r>
          </a:p>
          <a:p xmlns:a="http://schemas.openxmlformats.org/drawingml/2006/main">
            <a:r>
              <a:t>Πηγές για τον/την εκπαιδευτικό: NXP AN1798, CAN Bit Timing Requirements, https://www.nxp.com/docs/en/application-note/AN1798.pdf ; Philips/NXP AN96116, https://www.nxp.com/docs/en/application-note/AN96116.pdf.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«Ο ρυθμός μάς λέει πόσα bits στέλνονται σε ένα δευτερόλεπτο. Για να βρούμε πόσο διαρκεί ένα bit, κάνουμε ένα δευτερόλεπτο διά τον ρυθμό. Για παράδειγμα, στα 250 χιλιάδες bits το δευτερόλεπτο, ένα bit κρατά περίπου 4 μικροδευτερόλεπτα. Στα 500 χιλιάδες, κρατά περίπου 2 μικροδευτερόλεπτα. Μικροδευτερόλεπτο σημαίνει ένα πολύ μικρό κομμάτι του δευτερολέπτου. Άρα όσο πιο γρήγορα στέλνουμε τα bits, τόσο λιγότερος χρόνος υπάρχει για το καθένα. Αυτά είναι απλά παραδείγματα· το δίκτυο του αυτοκινήτου έχει συγκεκριμένες ρυθμίσεις.»</a:t>
            </a:r>
          </a:p>
          <a:p xmlns:a="http://schemas.openxmlformats.org/drawingml/2006/main">
            <a:r>
              <a:t/>
            </a:r>
          </a:p>
          <a:p xmlns:a="http://schemas.openxmlformats.org/drawingml/2006/main">
            <a:r>
              <a:t>Πηγή για τον/την εκπαιδευτικό: NXP AN1798, CAN Bit Timing Requirements, https://www.nxp.com/docs/en/application-note/AN1798.pdf.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«Ο δέκτης δεν κοιτάζει συνέχεια το bit. Περιμένει μια συγκεκριμένη στιγμή και τότε διαβάζει αν είναι 0 ή 1. Αυτή η στιγμή λέγεται σημείο δειγματοληψίας. Στο σχήμα είναι το κίτρινο σημάδι. Το έχουμε σχεδιάσει ενδεικτικά, όχι σε ακριβή κλίμακα. Αν οι μονάδες δεν έχουν συμβατές ρυθμίσεις ή το σήμα αργήσει πολύ, κάποιος κόμβος μπορεί να διαβάσει λάθος. Τότε μπορεί να εμφανιστούν σφάλματα επικοινωνίας.»</a:t>
            </a:r>
          </a:p>
          <a:p xmlns:a="http://schemas.openxmlformats.org/drawingml/2006/main">
            <a:r>
              <a:t/>
            </a:r>
          </a:p>
          <a:p xmlns:a="http://schemas.openxmlformats.org/drawingml/2006/main">
            <a:r>
              <a:t>Πηγή για τον/την εκπαιδευτικό: NXP AN1798, CAN Bit Timing Requirements, https://www.nxp.com/docs/en/application-note/AN1798.pdf.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«Κάθε bit CAN χωρίζεται σε τέσσερα χρονικά τμήματα. Το πρώτο βοηθά τους κόμβους να συγχρονιστούν. Το δεύτερο αφήνει χρόνο για καθυστερήσεις που προκαλούνται από το δίκτυο. Τα δύο τμήματα φάσης βοηθούν να διορθώνεται ο χρονισμός γύρω από τη στιγμή που διαβάζεται το bit. Η ανάγνωση γίνεται στο τέλος της Φάσης 1, στο σημείο που δείχνει η κάθετη γραμμή. Στο σχέδιο τα τμήματα δεν έχουν πραγματική αναλογία μήκους, γιατί αυτό εξαρτάται από τις ρυθμίσεις.»</a:t>
            </a:r>
          </a:p>
          <a:p xmlns:a="http://schemas.openxmlformats.org/drawingml/2006/main">
            <a:r>
              <a:t/>
            </a:r>
          </a:p>
          <a:p xmlns:a="http://schemas.openxmlformats.org/drawingml/2006/main">
            <a:r>
              <a:t>Πηγή για τον/την εκπαιδευτικό: NXP, CAN Bit Timing Requirements, AN1798, https://www.nxp.com/docs/en/application-note/AN1798.pdf και CAN Reference Manual, ενότητα 6.2, https://www.nxp.com/docs/en/reference-manual/BCANPSV2.pdf.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«Για να μετρήσει τον χρόνο ενός bit, ο ελεγκτής CAN χρησιμοποιεί μικρές μονάδες που λέγονται TQ, από το time quantum. Μπορούμε να το φανταστούμε σαν μικρά ίσα βήματα πάνω σε έναν χάρακα. Πολλά βήματα μαζί σχηματίζουν τα χρονικά τμήματα του bit. Η διάρκεια του TQ εξαρτάται από το ρολόι και τον διαιρέτη του ελεγκτή. Γι’ αυτό το TQ δεν έχει έναν ίδιο χρόνο σε όλα τα οχήματα. Τα κουτάκια στην εικόνα είναι ενδεικτικά.»</a:t>
            </a:r>
          </a:p>
          <a:p xmlns:a="http://schemas.openxmlformats.org/drawingml/2006/main">
            <a:r>
              <a:t/>
            </a:r>
          </a:p>
          <a:p xmlns:a="http://schemas.openxmlformats.org/drawingml/2006/main">
            <a:r>
              <a:t>Πηγή για τον/την εκπαιδευτικό: NXP CAN Reference Manual, ενότητα 13.8, https://www.nxp.com/docs/en/reference-manual/BCANPSV2.pdf.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«Οι κόμβοι CAN έχουν δικό τους χρονισμό, αλλά παρακολουθούν και το σήμα που περνά στο δίκτυο. Όταν ο ελεγκτής εντοπίσει μια κατάλληλη μετάβαση, τη χρησιμοποιεί ως χρονικό σημείο αναφοράς. Μπορεί να διορθώσει λίγο τη διάρκεια των τμημάτων φάσης, μέσα σε συγκεκριμένα όρια. Έτσι το σημείο στο οποίο διαβάζει το bit παραμένει σωστά τοποθετημένο. Το σχήμα είναι απλοποιημένο και δεν δείχνει πραγματική μέτρηση.»</a:t>
            </a:r>
          </a:p>
          <a:p xmlns:a="http://schemas.openxmlformats.org/drawingml/2006/main">
            <a:r>
              <a:t/>
            </a:r>
          </a:p>
          <a:p xmlns:a="http://schemas.openxmlformats.org/drawingml/2006/main">
            <a:r>
              <a:t>Πηγή για τον/την εκπαιδευτικό: NXP AN1798, CAN Bit Timing Requirements, https://www.nxp.com/docs/en/application-note/AN1798.pdf.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«Υπάρχουν δύο τρόποι συγχρονισμού. Στην αρχή του πλαισίου, με την ακμή έναρξης, όλοι οι κόμβοι ευθυγραμμίζουν τον χρονισμό τους. Αυτό λέγεται hard synchronization. Μετά, όσο μεταδίδεται το μήνυμα, ο ελεγκτής μπορεί να διορθώνει μικρές αποκλίσεις όταν εντοπίσει κατάλληλη ακμή. Αυτό λέγεται resynchronization. Οι διορθώσεις έχουν όρια. Για τώρα αρκεί να θυμόμαστε: στην αρχή γίνεται η βασική ευθυγράμμιση και στη συνέχεια γίνονται μικρές διορθώσεις.»</a:t>
            </a:r>
          </a:p>
          <a:p xmlns:a="http://schemas.openxmlformats.org/drawingml/2006/main">
            <a:r>
              <a:t/>
            </a:r>
          </a:p>
          <a:p xmlns:a="http://schemas.openxmlformats.org/drawingml/2006/main">
            <a:r>
              <a:t>Πηγή για τον/την εκπαιδευτικό: NXP AN1798, CAN Bit Timing Requirements, https://www.nxp.com/docs/en/application-note/AN1798.pdf.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«Στο κλασικό CAN, όταν εμφανιστούν πέντε ίδια bit στη σειρά, ο πομπός προσθέτει ένα bit αντίθετης τιμής. Εδώ τα αρχικά δεδομένα έχουν έξι άσους. Μετά τον πέμπτο άσο, προστίθεται ένας μηδενικός, που φαίνεται με αστερίσκο. Έτσι δημιουργείται μια μετάβαση στο σήμα και οι κόμβοι έχουν ευκαιρία να κρατήσουν τον χρονισμό τους. Ο δέκτης αφαιρεί το πρόσθετο bit και κρατά τα αρχικά δεδομένα.»</a:t>
            </a:r>
          </a:p>
          <a:p xmlns:a="http://schemas.openxmlformats.org/drawingml/2006/main">
            <a:r>
              <a:t/>
            </a:r>
          </a:p>
          <a:p xmlns:a="http://schemas.openxmlformats.org/drawingml/2006/main">
            <a:r>
              <a:t>Πηγή για τον/την εκπαιδευτικό: NXP AN1798, CAN Bit Timing Requirements, https://www.nxp.com/docs/en/application-note/AN1798.pdf.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«Στην υποχωρητική κατάσταση, οι δύο γραμμές βρίσκονται περίπου στα 2,5 βολτ και η διαφορά τους είναι σχεδόν μηδενική. Αυτό αντιστοιχεί στο λογικό 1. Στην κυρίαρχη κατάσταση, η CAN-H ανεβαίνει περίπου στα 3,5 βολτ και η CAN-L κατεβαίνει περίπου στο 1,5. Τότε η διαφορά τους είναι περίπου 2 βολτ και ο δέκτης αναγνωρίζει λογικό 0. Οι αριθμοί είναι τυπικές τιμές, όχι απόλυτο όριο για κάθε όχημα.»</a:t>
            </a:r>
          </a:p>
          <a:p xmlns:a="http://schemas.openxmlformats.org/drawingml/2006/main">
            <a:r>
              <a:t/>
            </a:r>
          </a:p>
          <a:p xmlns:a="http://schemas.openxmlformats.org/drawingml/2006/main">
            <a:r>
              <a:t>Πηγή για τον/την εκπαιδευτικό: NXP AN96116, PCA82C250/251 CAN Transceiver, https://www.nxp.com/docs/en/application-note/AN96116.pdf.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«Ο ελεγκτής CAN χειρίζεται τα bit του μηνύματος. Ο πομποδέκτης είναι το εξάρτημα που συνδέει τον ελεγκτή με τα δύο καλώδια CAN. Στην αποστολή, παίρνει το bit και δημιουργεί την αντίστοιχη ηλεκτρική κατάσταση στις CAN-H και CAN-L. Στη λήψη, παρακολουθεί τη διαφορά τάσης και δίνει ξανά στον ελεγκτή το bit που αναγνώρισε. Με απλά λόγια: ο ελεγκτής μιλά με bit, ενώ ο πομποδέκτης μιλά με τάσεις πάνω στον δίαυλο.»</a:t>
            </a:r>
          </a:p>
          <a:p xmlns:a="http://schemas.openxmlformats.org/drawingml/2006/main">
            <a:r>
              <a:t/>
            </a:r>
          </a:p>
          <a:p xmlns:a="http://schemas.openxmlformats.org/drawingml/2006/main">
            <a:r>
              <a:t>Πηγή για τον/την εκπαιδευτικό: NXP AN96116, PCA82C250/251 CAN Transceiver, https://www.nxp.com/docs/en/application-note/AN96116.pdf.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«Δεν οδηγούν όλες οι βλάβες CAN στο ίδιο αποτέλεσμα. Κάποιες διακόπτουν την επικοινωνία. Άλλες μπορεί να αφήνουν κάποιες μονάδες να ανταλλάσσουν μηνύματα, παρότι υπάρχει πρόβλημα στο φυσικό επίπεδο. Αυτό εξαρτάται από το είδος και τη θέση της βλάβης, αλλά και από τον πομποδέκτη. Γι’ αυτό δεν αρκεί να δούμε ότι το αυτοκίνητο επικοινωνεί με το διαγνωστικό. Ελέγχουμε και τους κωδικούς, την καλωδίωση και τα ηλεκτρικά σήματα, σύμφωνα με το διάγραμμα και τις οδηγίες του κατασκευαστή.»</a:t>
            </a:r>
          </a:p>
          <a:p xmlns:a="http://schemas.openxmlformats.org/drawingml/2006/main">
            <a:r>
              <a:t/>
            </a:r>
          </a:p>
          <a:p xmlns:a="http://schemas.openxmlformats.org/drawingml/2006/main">
            <a:r>
              <a:t>Πηγή για τον/την εκπαιδευτικό: NXP AH1014, Application Hints for TJA1042/43/48/51, Bus Failure Diagnosis, https://www.nxp.com/docs/en/supporting-information/AH1014.pdf.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«Ας δούμε ένα απλό περιστατικό. Το διαγνωστικό επικοινωνεί με τις περισσότερες μονάδες, αλλά μία ECU δεν απαντά. Αυτό από μόνο του δεν αποδεικνύει ότι χάλασε η ECU. Πρώτα βρίσκουμε στο διάγραμμα σε ποιο δίκτυο και σε ποια φίσα συνδέεται. Έπειτα ελέγχουμε αν έχει τη σωστή τροφοδοσία και γείωση. Τέλος ελέγχουμε τη φίσα και τις δύο γραμμές CAN, με τη διαδικασία και τα σημεία μέτρησης που δίνει ο κατασκευαστής. Μόνο αφού αποκλείσουμε αυτά τα ενδεχόμενα εξετάζουμε αν ευθύνεται η ίδια η μονάδα.»</a:t>
            </a:r>
          </a:p>
          <a:p xmlns:a="http://schemas.openxmlformats.org/drawingml/2006/main">
            <a:r>
              <a:t/>
            </a:r>
          </a:p>
          <a:p xmlns:a="http://schemas.openxmlformats.org/drawingml/2006/main">
            <a:r>
              <a:t>Πηγή για τον/την εκπαιδευτικό: NXP AH1014, Application Hints for TJA1042/43/48/51, Bus Failure Diagnosis, https://www.nxp.com/docs/en/supporting-information/AH1014.pdf.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«Κλείνοντας, θυμόμαστε τέσσερα πράγματα. Το CAN χρησιμοποιεί δύο στριμμένα καλώδια, CAN-H και CAN-L. Οι μονάδες ξεχωρίζουν τα bit από τη διαφορά τάσης ανάμεσα σε αυτά τα καλώδια. Στο κλασικό δίκτυο υψηλής ταχύτητας υπάρχουν συνήθως δύο τερματισμοί των 120 Ω, που στη μέτρηση παράλληλα δίνουν περίπου 60 Ω, όταν ακολουθούμε τη σωστή διαδικασία ελέγχου. Και στη διάγνωση δεν βασιζόμαστε σε μία μόνο ένδειξη: κοιτάμε το διάγραμμα, τους κωδικούς και τις μετρήσεις, πάντα σύμφωνα με το συγκεκριμένο όχημα.»</a:t>
            </a:r>
          </a:p>
          <a:p xmlns:a="http://schemas.openxmlformats.org/drawingml/2006/main">
            <a:r>
              <a:t/>
            </a:r>
          </a:p>
          <a:p xmlns:a="http://schemas.openxmlformats.org/drawingml/2006/main">
            <a:r>
              <a:t>Πηγή για τον/την εκπαιδευτικό: NXP AN96116, PCA82C250/251 CAN Transceiver, https://www.nxp.com/docs/en/application-note/AN96116.pdf· NXP AH1014, Bus Failure Diagnosis, https://www.nxp.com/docs/en/supporting-information/AH1014.pdf.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c2794e823846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ba214de2084e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c928e095cd4f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1cf026410584a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7fb7c0754342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d878a260b147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E43426-436D-4B8D-84C0-7381014529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9FF496-6C3E-4098-92D9-43AB10BD34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47247C-8D4A-4014-A9A2-66B9AC0361A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A734A5-7AD8-45D8-A247-415A04864F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049ECC-0948-495E-BFF8-AF0C3917A1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8CBB23-8E19-47DF-A28C-A9E9511F7C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C3A696-A02E-4BA2-A52C-DFD0297E23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A725C3-16AD-4A81-B523-790501465A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93B2BE-1D36-47A8-9C70-E3D0EF1431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6538E5-F5AA-476E-B52B-7A352CD872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94bb0d44684f3e" /><Relationship Type="http://schemas.openxmlformats.org/officeDocument/2006/relationships/slideLayout" Target="/ppt/slideLayouts/slideLayout1.xml" Id="R5c1def3e165546d1" /><Relationship Type="http://schemas.openxmlformats.org/officeDocument/2006/relationships/slideLayout" Target="/ppt/slideLayouts/slideLayout2.xml" Id="Re9a86245f5b14361" /><Relationship Type="http://schemas.openxmlformats.org/officeDocument/2006/relationships/slideLayout" Target="/ppt/slideLayouts/slideLayout3.xml" Id="Rc366fa56ab604407" /><Relationship Type="http://schemas.openxmlformats.org/officeDocument/2006/relationships/slideLayout" Target="/ppt/slideLayouts/slideLayout4.xml" Id="R3da469370bfc4e8a" /><Relationship Type="http://schemas.openxmlformats.org/officeDocument/2006/relationships/slideLayout" Target="/ppt/slideLayouts/slideLayout5.xml" Id="R30ff7e34c6ea4c4f" /><Relationship Type="http://schemas.openxmlformats.org/officeDocument/2006/relationships/slideLayout" Target="/ppt/slideLayouts/slideLayout6.xml" Id="Rd4a55a60fce642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1def3e165546d1"/>
    <p:sldLayoutId xmlns:r="http://schemas.openxmlformats.org/officeDocument/2006/relationships" id="2147483650" r:id="Re9a86245f5b14361"/>
    <p:sldLayoutId xmlns:r="http://schemas.openxmlformats.org/officeDocument/2006/relationships" id="2147483651" r:id="Rc366fa56ab604407"/>
    <p:sldLayoutId xmlns:r="http://schemas.openxmlformats.org/officeDocument/2006/relationships" id="2147483652" r:id="R3da469370bfc4e8a"/>
    <p:sldLayoutId xmlns:r="http://schemas.openxmlformats.org/officeDocument/2006/relationships" id="2147483653" r:id="R30ff7e34c6ea4c4f"/>
    <p:sldLayoutId xmlns:r="http://schemas.openxmlformats.org/officeDocument/2006/relationships" id="2147483654" r:id="Rd4a55a60fce642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cd80536cd1492e" /><Relationship Type="http://schemas.openxmlformats.org/officeDocument/2006/relationships/image" Target="/ppt/media/image.jpeg" Id="Rd435c2e43b1c4cbf" /><Relationship Type="http://schemas.openxmlformats.org/officeDocument/2006/relationships/notesSlide" Target="/ppt/notesSlides/notesSlide1.xml" Id="R31f45715b94148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f5a242b4be46ec" /><Relationship Type="http://schemas.openxmlformats.org/officeDocument/2006/relationships/notesSlide" Target="/ppt/notesSlides/notesSlide2.xml" Id="Raba21eefe8794e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19e82212e74b38" /><Relationship Type="http://schemas.openxmlformats.org/officeDocument/2006/relationships/notesSlide" Target="/ppt/notesSlides/notesSlide3.xml" Id="R2a2fb61f78a748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7d6c92af4f4f41" /><Relationship Type="http://schemas.openxmlformats.org/officeDocument/2006/relationships/image" Target="/ppt/media/image.png" Id="R3a7c4948884a47d0" /><Relationship Type="http://schemas.openxmlformats.org/officeDocument/2006/relationships/notesSlide" Target="/ppt/notesSlides/notesSlide4.xml" Id="Rf63ee24069cc49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80d11d6dc84029" /><Relationship Type="http://schemas.openxmlformats.org/officeDocument/2006/relationships/notesSlide" Target="/ppt/notesSlides/notesSlide5.xml" Id="Rde7b795818a844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7dd8d8579447a0" /><Relationship Type="http://schemas.openxmlformats.org/officeDocument/2006/relationships/notesSlide" Target="/ppt/notesSlides/notesSlide6.xml" Id="R97a01880c7ba45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555dd6ed874775" /><Relationship Type="http://schemas.openxmlformats.org/officeDocument/2006/relationships/notesSlide" Target="/ppt/notesSlides/notesSlide7.xml" Id="Re48d456b230f45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cce6df1eb4a42de" /><Relationship Type="http://schemas.openxmlformats.org/officeDocument/2006/relationships/image" Target="/ppt/media/image2.png" Id="Ra9f039216ec8492f" /><Relationship Type="http://schemas.openxmlformats.org/officeDocument/2006/relationships/image" Target="/ppt/media/image3.png" Id="Ra3a5b20e5aa84cca" /><Relationship Type="http://schemas.openxmlformats.org/officeDocument/2006/relationships/notesSlide" Target="/ppt/notesSlides/notesSlide8.xml" Id="Rd9cd916f1e1240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e5be6c798743e5" /><Relationship Type="http://schemas.openxmlformats.org/officeDocument/2006/relationships/notesSlide" Target="/ppt/notesSlides/notesSlide9.xml" Id="R275b5bded64f4b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1d992541814f0a" /><Relationship Type="http://schemas.openxmlformats.org/officeDocument/2006/relationships/notesSlide" Target="/ppt/notesSlides/notesSlide10.xml" Id="R921c7814023d4a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77a8ff18784da9" /><Relationship Type="http://schemas.openxmlformats.org/officeDocument/2006/relationships/notesSlide" Target="/ppt/notesSlides/notesSlide11.xml" Id="R3543a999e1e949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4195a7bb2cd4fbd" /><Relationship Type="http://schemas.openxmlformats.org/officeDocument/2006/relationships/notesSlide" Target="/ppt/notesSlides/notesSlide12.xml" Id="Rea15ee48cb964c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f47fe33da34a91" /><Relationship Type="http://schemas.openxmlformats.org/officeDocument/2006/relationships/image" Target="/ppt/media/image4.png" Id="R6af9832622e54648" /><Relationship Type="http://schemas.openxmlformats.org/officeDocument/2006/relationships/notesSlide" Target="/ppt/notesSlides/notesSlide13.xml" Id="R2388d5ecc9a041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fad2f6b25af4ab3" /><Relationship Type="http://schemas.openxmlformats.org/officeDocument/2006/relationships/notesSlide" Target="/ppt/notesSlides/notesSlide14.xml" Id="Rc7c7ab70a9ef43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36eaff5972e4f74" /><Relationship Type="http://schemas.openxmlformats.org/officeDocument/2006/relationships/notesSlide" Target="/ppt/notesSlides/notesSlide15.xml" Id="Re04a12b4062d48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4ad5a1140574f00" /><Relationship Type="http://schemas.openxmlformats.org/officeDocument/2006/relationships/image" Target="/ppt/media/image5.png" Id="Re01d8b2b91c14c83" /><Relationship Type="http://schemas.openxmlformats.org/officeDocument/2006/relationships/notesSlide" Target="/ppt/notesSlides/notesSlide16.xml" Id="R407b9b6f06a44b2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063cd9774d24372" /><Relationship Type="http://schemas.openxmlformats.org/officeDocument/2006/relationships/notesSlide" Target="/ppt/notesSlides/notesSlide17.xml" Id="Rb5bc928b87e848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44a1e88e63c4f7e" /><Relationship Type="http://schemas.openxmlformats.org/officeDocument/2006/relationships/notesSlide" Target="/ppt/notesSlides/notesSlide18.xml" Id="R174dd6c6bfbb4d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3bee16a6b2b48b6" /><Relationship Type="http://schemas.openxmlformats.org/officeDocument/2006/relationships/notesSlide" Target="/ppt/notesSlides/notesSlide19.xml" Id="Rba7fae5263934d4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e22168d4d4c4ea4" /><Relationship Type="http://schemas.openxmlformats.org/officeDocument/2006/relationships/notesSlide" Target="/ppt/notesSlides/notesSlide20.xml" Id="Rdf92a24986e14d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f013af795444fc8" /><Relationship Type="http://schemas.openxmlformats.org/officeDocument/2006/relationships/notesSlide" Target="/ppt/notesSlides/notesSlide21.xml" Id="R90aa5ca233d64a0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6debf94e67248a8" /><Relationship Type="http://schemas.openxmlformats.org/officeDocument/2006/relationships/notesSlide" Target="/ppt/notesSlides/notesSlide22.xml" Id="R68d7eacd7fcd445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092185360aa420f" /><Relationship Type="http://schemas.openxmlformats.org/officeDocument/2006/relationships/notesSlide" Target="/ppt/notesSlides/notesSlide23.xml" Id="R95ff3348363044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8de45b9dacc442e" /><Relationship Type="http://schemas.openxmlformats.org/officeDocument/2006/relationships/notesSlide" Target="/ppt/notesSlides/notesSlide24.xml" Id="Ree10dc88f45e458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51159e8e1e0458d" /><Relationship Type="http://schemas.openxmlformats.org/officeDocument/2006/relationships/notesSlide" Target="/ppt/notesSlides/notesSlide25.xml" Id="R0bd593e6c433466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0045a1cf3754514" /><Relationship Type="http://schemas.openxmlformats.org/officeDocument/2006/relationships/notesSlide" Target="/ppt/notesSlides/notesSlide26.xml" Id="R01bd283f5cbe4ed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42b25bc57474529" /><Relationship Type="http://schemas.openxmlformats.org/officeDocument/2006/relationships/notesSlide" Target="/ppt/notesSlides/notesSlide27.xml" Id="Rd8d8006d4c9e4e5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f6fa309615b49da" /><Relationship Type="http://schemas.openxmlformats.org/officeDocument/2006/relationships/notesSlide" Target="/ppt/notesSlides/notesSlide28.xml" Id="R5d96da0bcc524a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49133841c50442d" /><Relationship Type="http://schemas.openxmlformats.org/officeDocument/2006/relationships/notesSlide" Target="/ppt/notesSlides/notesSlide29.xml" Id="Rd790bac062314a6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6a4a20a4f574a81" /><Relationship Type="http://schemas.openxmlformats.org/officeDocument/2006/relationships/notesSlide" Target="/ppt/notesSlides/notesSlide30.xml" Id="R168fc0c9442c42f6" /></Relationships>
</file>

<file path=ppt/slides/slide1.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28" name="course-name">
            <a:extLst xmlns:a="http://schemas.openxmlformats.org/drawingml/2006/main">
              <a:ext uri="{FF2B5EF4-FFF2-40B4-BE49-F238E27FC236}">
                <a16:creationId xmlns:a16="http://schemas.microsoft.com/office/drawing/2014/main" id="{1A5D9462-F056-4FED-A402-4F1917392C83}"/>
              </a:ext>
            </a:extLst>
          </p:cNvPr>
          <p:cNvSpPr>
            <a:spLocks xmlns:a="http://schemas.openxmlformats.org/drawingml/2006/main" noGrp="1"/>
          </p:cNvSpPr>
          <p:nvPr/>
        </p:nvSpPr>
        <p:spPr>
          <a:xfrm xmlns:a="http://schemas.openxmlformats.org/drawingml/2006/main">
            <a:off x="609600" y="3619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35D8F1"/>
                </a:solidFill>
                <a:latin typeface="DejaVu Sans"/>
                <a:ea typeface="DejaVu Sans"/>
                <a:cs typeface="DejaVu Sans"/>
              </a:defRPr>
            </a:defPPr>
            <a:lvl1pPr algn="l">
              <a:defRPr sz="1200" b="1">
                <a:solidFill>
                  <a:srgbClr val="35D8F1"/>
                </a:solidFill>
                <a:latin typeface="DejaVu Sans"/>
                <a:ea typeface="DejaVu Sans"/>
                <a:cs typeface="DejaVu Sans"/>
              </a:defRPr>
            </a:lvl1pPr>
            <a:lvl2pPr algn="l">
              <a:defRPr sz="1200" b="1">
                <a:solidFill>
                  <a:srgbClr val="35D8F1"/>
                </a:solidFill>
                <a:latin typeface="DejaVu Sans"/>
                <a:ea typeface="DejaVu Sans"/>
                <a:cs typeface="DejaVu Sans"/>
              </a:defRPr>
            </a:lvl2pPr>
            <a:lvl3pPr algn="l">
              <a:defRPr sz="1200" b="1">
                <a:solidFill>
                  <a:srgbClr val="35D8F1"/>
                </a:solidFill>
                <a:latin typeface="DejaVu Sans"/>
                <a:ea typeface="DejaVu Sans"/>
                <a:cs typeface="DejaVu Sans"/>
              </a:defRPr>
            </a:lvl3pPr>
            <a:lvl4pPr algn="l">
              <a:defRPr sz="1200" b="1">
                <a:solidFill>
                  <a:srgbClr val="35D8F1"/>
                </a:solidFill>
                <a:latin typeface="DejaVu Sans"/>
                <a:ea typeface="DejaVu Sans"/>
                <a:cs typeface="DejaVu Sans"/>
              </a:defRPr>
            </a:lvl4pPr>
            <a:lvl5pPr algn="l">
              <a:defRPr sz="1200" b="1">
                <a:solidFill>
                  <a:srgbClr val="35D8F1"/>
                </a:solidFill>
                <a:latin typeface="DejaVu Sans"/>
                <a:ea typeface="DejaVu Sans"/>
                <a:cs typeface="DejaVu Sans"/>
              </a:defRPr>
            </a:lvl5pPr>
            <a:lvl6pPr algn="l">
              <a:defRPr sz="1200" b="1">
                <a:solidFill>
                  <a:srgbClr val="35D8F1"/>
                </a:solidFill>
                <a:latin typeface="DejaVu Sans"/>
                <a:ea typeface="DejaVu Sans"/>
                <a:cs typeface="DejaVu Sans"/>
              </a:defRPr>
            </a:lvl6pPr>
            <a:lvl7pPr algn="l">
              <a:defRPr sz="1200" b="1">
                <a:solidFill>
                  <a:srgbClr val="35D8F1"/>
                </a:solidFill>
                <a:latin typeface="DejaVu Sans"/>
                <a:ea typeface="DejaVu Sans"/>
                <a:cs typeface="DejaVu Sans"/>
              </a:defRPr>
            </a:lvl7pPr>
            <a:lvl8pPr algn="l">
              <a:defRPr sz="1200" b="1">
                <a:solidFill>
                  <a:srgbClr val="35D8F1"/>
                </a:solidFill>
                <a:latin typeface="DejaVu Sans"/>
                <a:ea typeface="DejaVu Sans"/>
                <a:cs typeface="DejaVu Sans"/>
              </a:defRPr>
            </a:lvl8pPr>
            <a:lvl9pPr algn="l">
              <a:defRPr sz="1200" b="1">
                <a:solidFill>
                  <a:srgbClr val="35D8F1"/>
                </a:solidFill>
                <a:latin typeface="DejaVu Sans"/>
                <a:ea typeface="DejaVu Sans"/>
                <a:cs typeface="DejaVu Sans"/>
              </a:defRPr>
            </a:lvl9pPr>
          </a:lstStyle>
          <a:p xmlns:a="http://schemas.openxmlformats.org/drawingml/2006/main">
            <a:pPr algn="l">
              <a:defRPr sz="1200" b="1">
                <a:solidFill>
                  <a:srgbClr val="35D8F1"/>
                </a:solidFill>
                <a:latin typeface="DejaVu Sans"/>
                <a:ea typeface="DejaVu Sans"/>
                <a:cs typeface="DejaVu Sans"/>
              </a:defRPr>
            </a:pPr>
            <a:r>
              <a:rPr sz="1200" b="1">
                <a:solidFill>
                  <a:srgbClr val="35D8F1"/>
                </a:solidFill>
                <a:latin typeface="DejaVu Sans"/>
                <a:ea typeface="DejaVu Sans"/>
                <a:cs typeface="DejaVu Sans"/>
              </a:rPr>
              <a:t>ΔΙΚΤΥΑ ΚΑΙ ΕΠΙΚΟΙΝΩΝΙΑ ΟΧΗΜΑΤΩΝ</a:t>
            </a:r>
          </a:p>
        </p:txBody>
      </p:sp>
      <p:sp>
        <p:nvSpPr>
          <p:cNvPr id="2" name="lesson-tag">
            <a:extLst xmlns:a="http://schemas.openxmlformats.org/drawingml/2006/main">
              <a:ext uri="{FF2B5EF4-FFF2-40B4-BE49-F238E27FC236}">
                <a16:creationId xmlns:a16="http://schemas.microsoft.com/office/drawing/2014/main" id="{BE1A9884-F949-4FAF-B187-DA4B69AA9B1D}"/>
              </a:ext>
            </a:extLst>
          </p:cNvPr>
          <p:cNvSpPr>
            <a:spLocks xmlns:a="http://schemas.openxmlformats.org/drawingml/2006/main" noGrp="1"/>
          </p:cNvSpPr>
          <p:nvPr/>
        </p:nvSpPr>
        <p:spPr>
          <a:xfrm xmlns:a="http://schemas.openxmlformats.org/drawingml/2006/main">
            <a:off x="609600" y="866775"/>
            <a:ext cx="1447800" cy="314325"/>
          </a:xfrm>
          <a:prstGeom xmlns:a="http://schemas.openxmlformats.org/drawingml/2006/main" prst="roundRect">
            <a:avLst>
              <a:gd name="adj" fmla="val 24242"/>
            </a:avLst>
          </a:prstGeom>
          <a:solidFill xmlns:a="http://schemas.openxmlformats.org/drawingml/2006/main">
            <a:srgbClr val="F7B500"/>
          </a:solidFill>
          <a:ln xmlns:a="http://schemas.openxmlformats.org/drawingml/2006/main" w="0">
            <a:noFill/>
            <a:prstDash val="solid"/>
          </a:ln>
        </p:spPr>
      </p:sp>
      <p:sp>
        <p:nvSpPr>
          <p:cNvPr id="3" name="lesson-tag-text">
            <a:extLst xmlns:a="http://schemas.openxmlformats.org/drawingml/2006/main">
              <a:ext uri="{FF2B5EF4-FFF2-40B4-BE49-F238E27FC236}">
                <a16:creationId xmlns:a16="http://schemas.microsoft.com/office/drawing/2014/main" id="{879AE8B9-D050-4886-BE8A-B495EAA3F02B}"/>
              </a:ext>
            </a:extLst>
          </p:cNvPr>
          <p:cNvSpPr>
            <a:spLocks xmlns:a="http://schemas.openxmlformats.org/drawingml/2006/main" noGrp="1"/>
          </p:cNvSpPr>
          <p:nvPr/>
        </p:nvSpPr>
        <p:spPr>
          <a:xfrm xmlns:a="http://schemas.openxmlformats.org/drawingml/2006/main">
            <a:off x="609600" y="866775"/>
            <a:ext cx="1447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071426"/>
                </a:solidFill>
                <a:latin typeface="DejaVu Sans"/>
                <a:ea typeface="DejaVu Sans"/>
                <a:cs typeface="DejaVu Sans"/>
              </a:defRPr>
            </a:defPPr>
            <a:lvl1pPr algn="ctr">
              <a:defRPr sz="1125" b="1">
                <a:solidFill>
                  <a:srgbClr val="071426"/>
                </a:solidFill>
                <a:latin typeface="DejaVu Sans"/>
                <a:ea typeface="DejaVu Sans"/>
                <a:cs typeface="DejaVu Sans"/>
              </a:defRPr>
            </a:lvl1pPr>
            <a:lvl2pPr algn="ctr">
              <a:defRPr sz="1125" b="1">
                <a:solidFill>
                  <a:srgbClr val="071426"/>
                </a:solidFill>
                <a:latin typeface="DejaVu Sans"/>
                <a:ea typeface="DejaVu Sans"/>
                <a:cs typeface="DejaVu Sans"/>
              </a:defRPr>
            </a:lvl2pPr>
            <a:lvl3pPr algn="ctr">
              <a:defRPr sz="1125" b="1">
                <a:solidFill>
                  <a:srgbClr val="071426"/>
                </a:solidFill>
                <a:latin typeface="DejaVu Sans"/>
                <a:ea typeface="DejaVu Sans"/>
                <a:cs typeface="DejaVu Sans"/>
              </a:defRPr>
            </a:lvl3pPr>
            <a:lvl4pPr algn="ctr">
              <a:defRPr sz="1125" b="1">
                <a:solidFill>
                  <a:srgbClr val="071426"/>
                </a:solidFill>
                <a:latin typeface="DejaVu Sans"/>
                <a:ea typeface="DejaVu Sans"/>
                <a:cs typeface="DejaVu Sans"/>
              </a:defRPr>
            </a:lvl4pPr>
            <a:lvl5pPr algn="ctr">
              <a:defRPr sz="1125" b="1">
                <a:solidFill>
                  <a:srgbClr val="071426"/>
                </a:solidFill>
                <a:latin typeface="DejaVu Sans"/>
                <a:ea typeface="DejaVu Sans"/>
                <a:cs typeface="DejaVu Sans"/>
              </a:defRPr>
            </a:lvl5pPr>
            <a:lvl6pPr algn="ctr">
              <a:defRPr sz="1125" b="1">
                <a:solidFill>
                  <a:srgbClr val="071426"/>
                </a:solidFill>
                <a:latin typeface="DejaVu Sans"/>
                <a:ea typeface="DejaVu Sans"/>
                <a:cs typeface="DejaVu Sans"/>
              </a:defRPr>
            </a:lvl6pPr>
            <a:lvl7pPr algn="ctr">
              <a:defRPr sz="1125" b="1">
                <a:solidFill>
                  <a:srgbClr val="071426"/>
                </a:solidFill>
                <a:latin typeface="DejaVu Sans"/>
                <a:ea typeface="DejaVu Sans"/>
                <a:cs typeface="DejaVu Sans"/>
              </a:defRPr>
            </a:lvl7pPr>
            <a:lvl8pPr algn="ctr">
              <a:defRPr sz="1125" b="1">
                <a:solidFill>
                  <a:srgbClr val="071426"/>
                </a:solidFill>
                <a:latin typeface="DejaVu Sans"/>
                <a:ea typeface="DejaVu Sans"/>
                <a:cs typeface="DejaVu Sans"/>
              </a:defRPr>
            </a:lvl8pPr>
            <a:lvl9pPr algn="ctr">
              <a:defRPr sz="1125" b="1">
                <a:solidFill>
                  <a:srgbClr val="071426"/>
                </a:solidFill>
                <a:latin typeface="DejaVu Sans"/>
                <a:ea typeface="DejaVu Sans"/>
                <a:cs typeface="DejaVu Sans"/>
              </a:defRPr>
            </a:lvl9pPr>
          </a:lstStyle>
          <a:p xmlns:a="http://schemas.openxmlformats.org/drawingml/2006/main">
            <a:pPr algn="ctr">
              <a:defRPr sz="1125" b="1">
                <a:solidFill>
                  <a:srgbClr val="071426"/>
                </a:solidFill>
                <a:latin typeface="DejaVu Sans"/>
                <a:ea typeface="DejaVu Sans"/>
                <a:cs typeface="DejaVu Sans"/>
              </a:defRPr>
            </a:pPr>
            <a:r>
              <a:rPr sz="1125" b="1">
                <a:solidFill>
                  <a:srgbClr val="071426"/>
                </a:solidFill>
                <a:latin typeface="DejaVu Sans"/>
                <a:ea typeface="DejaVu Sans"/>
                <a:cs typeface="DejaVu Sans"/>
              </a:rPr>
              <a:t>ΜΑΘΗΜΑ 05</a:t>
            </a:r>
          </a:p>
        </p:txBody>
      </p:sp>
      <p:sp>
        <p:nvSpPr>
          <p:cNvPr id="4" name="main-title">
            <a:extLst xmlns:a="http://schemas.openxmlformats.org/drawingml/2006/main">
              <a:ext uri="{FF2B5EF4-FFF2-40B4-BE49-F238E27FC236}">
                <a16:creationId xmlns:a16="http://schemas.microsoft.com/office/drawing/2014/main" id="{666E09E9-94EB-4F09-BF5E-C93C0DF582D9}"/>
              </a:ext>
            </a:extLst>
          </p:cNvPr>
          <p:cNvSpPr>
            <a:spLocks xmlns:a="http://schemas.openxmlformats.org/drawingml/2006/main" noGrp="1"/>
          </p:cNvSpPr>
          <p:nvPr/>
        </p:nvSpPr>
        <p:spPr>
          <a:xfrm xmlns:a="http://schemas.openxmlformats.org/drawingml/2006/main">
            <a:off x="609600" y="1438275"/>
            <a:ext cx="504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4F8FC"/>
                </a:solidFill>
                <a:latin typeface="DejaVu Sans"/>
                <a:ea typeface="DejaVu Sans"/>
                <a:cs typeface="DejaVu Sans"/>
              </a:defRPr>
            </a:defPPr>
            <a:lvl1pPr algn="l">
              <a:defRPr sz="4050" b="1">
                <a:solidFill>
                  <a:srgbClr val="F4F8FC"/>
                </a:solidFill>
                <a:latin typeface="DejaVu Sans"/>
                <a:ea typeface="DejaVu Sans"/>
                <a:cs typeface="DejaVu Sans"/>
              </a:defRPr>
            </a:lvl1pPr>
            <a:lvl2pPr algn="l">
              <a:defRPr sz="4050" b="1">
                <a:solidFill>
                  <a:srgbClr val="F4F8FC"/>
                </a:solidFill>
                <a:latin typeface="DejaVu Sans"/>
                <a:ea typeface="DejaVu Sans"/>
                <a:cs typeface="DejaVu Sans"/>
              </a:defRPr>
            </a:lvl2pPr>
            <a:lvl3pPr algn="l">
              <a:defRPr sz="4050" b="1">
                <a:solidFill>
                  <a:srgbClr val="F4F8FC"/>
                </a:solidFill>
                <a:latin typeface="DejaVu Sans"/>
                <a:ea typeface="DejaVu Sans"/>
                <a:cs typeface="DejaVu Sans"/>
              </a:defRPr>
            </a:lvl3pPr>
            <a:lvl4pPr algn="l">
              <a:defRPr sz="4050" b="1">
                <a:solidFill>
                  <a:srgbClr val="F4F8FC"/>
                </a:solidFill>
                <a:latin typeface="DejaVu Sans"/>
                <a:ea typeface="DejaVu Sans"/>
                <a:cs typeface="DejaVu Sans"/>
              </a:defRPr>
            </a:lvl4pPr>
            <a:lvl5pPr algn="l">
              <a:defRPr sz="4050" b="1">
                <a:solidFill>
                  <a:srgbClr val="F4F8FC"/>
                </a:solidFill>
                <a:latin typeface="DejaVu Sans"/>
                <a:ea typeface="DejaVu Sans"/>
                <a:cs typeface="DejaVu Sans"/>
              </a:defRPr>
            </a:lvl5pPr>
            <a:lvl6pPr algn="l">
              <a:defRPr sz="4050" b="1">
                <a:solidFill>
                  <a:srgbClr val="F4F8FC"/>
                </a:solidFill>
                <a:latin typeface="DejaVu Sans"/>
                <a:ea typeface="DejaVu Sans"/>
                <a:cs typeface="DejaVu Sans"/>
              </a:defRPr>
            </a:lvl6pPr>
            <a:lvl7pPr algn="l">
              <a:defRPr sz="4050" b="1">
                <a:solidFill>
                  <a:srgbClr val="F4F8FC"/>
                </a:solidFill>
                <a:latin typeface="DejaVu Sans"/>
                <a:ea typeface="DejaVu Sans"/>
                <a:cs typeface="DejaVu Sans"/>
              </a:defRPr>
            </a:lvl7pPr>
            <a:lvl8pPr algn="l">
              <a:defRPr sz="4050" b="1">
                <a:solidFill>
                  <a:srgbClr val="F4F8FC"/>
                </a:solidFill>
                <a:latin typeface="DejaVu Sans"/>
                <a:ea typeface="DejaVu Sans"/>
                <a:cs typeface="DejaVu Sans"/>
              </a:defRPr>
            </a:lvl8pPr>
            <a:lvl9pPr algn="l">
              <a:defRPr sz="4050" b="1">
                <a:solidFill>
                  <a:srgbClr val="F4F8FC"/>
                </a:solidFill>
                <a:latin typeface="DejaVu Sans"/>
                <a:ea typeface="DejaVu Sans"/>
                <a:cs typeface="DejaVu Sans"/>
              </a:defRPr>
            </a:lvl9pPr>
          </a:lstStyle>
          <a:p xmlns:a="http://schemas.openxmlformats.org/drawingml/2006/main">
            <a:pPr algn="l">
              <a:defRPr sz="4050" b="1">
                <a:solidFill>
                  <a:srgbClr val="F4F8FC"/>
                </a:solidFill>
                <a:latin typeface="DejaVu Sans"/>
                <a:ea typeface="DejaVu Sans"/>
                <a:cs typeface="DejaVu Sans"/>
              </a:defRPr>
            </a:pPr>
            <a:r>
              <a:rPr sz="4050" b="1">
                <a:solidFill>
                  <a:srgbClr val="F4F8FC"/>
                </a:solidFill>
                <a:latin typeface="DejaVu Sans"/>
                <a:ea typeface="DejaVu Sans"/>
                <a:cs typeface="DejaVu Sans"/>
              </a:rPr>
              <a:t>CAN</a:t>
            </a:r>
          </a:p>
          <a:p xmlns:a="http://schemas.openxmlformats.org/drawingml/2006/main">
            <a:pPr algn="l">
              <a:defRPr sz="4050" b="1">
                <a:solidFill>
                  <a:srgbClr val="F4F8FC"/>
                </a:solidFill>
                <a:latin typeface="DejaVu Sans"/>
                <a:ea typeface="DejaVu Sans"/>
                <a:cs typeface="DejaVu Sans"/>
              </a:defRPr>
            </a:pPr>
            <a:r>
              <a:rPr sz="4050" b="1">
                <a:solidFill>
                  <a:srgbClr val="F4F8FC"/>
                </a:solidFill>
                <a:latin typeface="DejaVu Sans"/>
                <a:ea typeface="DejaVu Sans"/>
                <a:cs typeface="DejaVu Sans"/>
              </a:rPr>
              <a:t>φυσικό επίπεδο</a:t>
            </a:r>
          </a:p>
        </p:txBody>
      </p:sp>
      <p:sp>
        <p:nvSpPr>
          <p:cNvPr id="5" name="title-rule">
            <a:extLst xmlns:a="http://schemas.openxmlformats.org/drawingml/2006/main">
              <a:ext uri="{FF2B5EF4-FFF2-40B4-BE49-F238E27FC236}">
                <a16:creationId xmlns:a16="http://schemas.microsoft.com/office/drawing/2014/main" id="{A7B57FCE-C230-4BC3-99AF-34D752B3E3EB}"/>
              </a:ext>
            </a:extLst>
          </p:cNvPr>
          <p:cNvSpPr>
            <a:spLocks xmlns:a="http://schemas.openxmlformats.org/drawingml/2006/main" noGrp="1"/>
          </p:cNvSpPr>
          <p:nvPr/>
        </p:nvSpPr>
        <p:spPr>
          <a:xfrm xmlns:a="http://schemas.openxmlformats.org/drawingml/2006/main">
            <a:off x="609600" y="3057525"/>
            <a:ext cx="1104900"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6" name="subtitle">
            <a:extLst xmlns:a="http://schemas.openxmlformats.org/drawingml/2006/main">
              <a:ext uri="{FF2B5EF4-FFF2-40B4-BE49-F238E27FC236}">
                <a16:creationId xmlns:a16="http://schemas.microsoft.com/office/drawing/2014/main" id="{2F4C83AF-AA6D-412D-AD7D-32727429B2F2}"/>
              </a:ext>
            </a:extLst>
          </p:cNvPr>
          <p:cNvSpPr>
            <a:spLocks xmlns:a="http://schemas.openxmlformats.org/drawingml/2006/main" noGrp="1"/>
          </p:cNvSpPr>
          <p:nvPr/>
        </p:nvSpPr>
        <p:spPr>
          <a:xfrm xmlns:a="http://schemas.openxmlformats.org/drawingml/2006/main">
            <a:off x="609600" y="3305175"/>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D3DFEC"/>
                </a:solidFill>
                <a:latin typeface="DejaVu Sans"/>
                <a:ea typeface="DejaVu Sans"/>
                <a:cs typeface="DejaVu Sans"/>
              </a:defRPr>
            </a:defPPr>
            <a:lvl1pPr algn="l">
              <a:defRPr sz="1725" b="0">
                <a:solidFill>
                  <a:srgbClr val="D3DFEC"/>
                </a:solidFill>
                <a:latin typeface="DejaVu Sans"/>
                <a:ea typeface="DejaVu Sans"/>
                <a:cs typeface="DejaVu Sans"/>
              </a:defRPr>
            </a:lvl1pPr>
            <a:lvl2pPr algn="l">
              <a:defRPr sz="1725" b="0">
                <a:solidFill>
                  <a:srgbClr val="D3DFEC"/>
                </a:solidFill>
                <a:latin typeface="DejaVu Sans"/>
                <a:ea typeface="DejaVu Sans"/>
                <a:cs typeface="DejaVu Sans"/>
              </a:defRPr>
            </a:lvl2pPr>
            <a:lvl3pPr algn="l">
              <a:defRPr sz="1725" b="0">
                <a:solidFill>
                  <a:srgbClr val="D3DFEC"/>
                </a:solidFill>
                <a:latin typeface="DejaVu Sans"/>
                <a:ea typeface="DejaVu Sans"/>
                <a:cs typeface="DejaVu Sans"/>
              </a:defRPr>
            </a:lvl3pPr>
            <a:lvl4pPr algn="l">
              <a:defRPr sz="1725" b="0">
                <a:solidFill>
                  <a:srgbClr val="D3DFEC"/>
                </a:solidFill>
                <a:latin typeface="DejaVu Sans"/>
                <a:ea typeface="DejaVu Sans"/>
                <a:cs typeface="DejaVu Sans"/>
              </a:defRPr>
            </a:lvl4pPr>
            <a:lvl5pPr algn="l">
              <a:defRPr sz="1725" b="0">
                <a:solidFill>
                  <a:srgbClr val="D3DFEC"/>
                </a:solidFill>
                <a:latin typeface="DejaVu Sans"/>
                <a:ea typeface="DejaVu Sans"/>
                <a:cs typeface="DejaVu Sans"/>
              </a:defRPr>
            </a:lvl5pPr>
            <a:lvl6pPr algn="l">
              <a:defRPr sz="1725" b="0">
                <a:solidFill>
                  <a:srgbClr val="D3DFEC"/>
                </a:solidFill>
                <a:latin typeface="DejaVu Sans"/>
                <a:ea typeface="DejaVu Sans"/>
                <a:cs typeface="DejaVu Sans"/>
              </a:defRPr>
            </a:lvl6pPr>
            <a:lvl7pPr algn="l">
              <a:defRPr sz="1725" b="0">
                <a:solidFill>
                  <a:srgbClr val="D3DFEC"/>
                </a:solidFill>
                <a:latin typeface="DejaVu Sans"/>
                <a:ea typeface="DejaVu Sans"/>
                <a:cs typeface="DejaVu Sans"/>
              </a:defRPr>
            </a:lvl7pPr>
            <a:lvl8pPr algn="l">
              <a:defRPr sz="1725" b="0">
                <a:solidFill>
                  <a:srgbClr val="D3DFEC"/>
                </a:solidFill>
                <a:latin typeface="DejaVu Sans"/>
                <a:ea typeface="DejaVu Sans"/>
                <a:cs typeface="DejaVu Sans"/>
              </a:defRPr>
            </a:lvl8pPr>
            <a:lvl9pPr algn="l">
              <a:defRPr sz="1725" b="0">
                <a:solidFill>
                  <a:srgbClr val="D3DFEC"/>
                </a:solidFill>
                <a:latin typeface="DejaVu Sans"/>
                <a:ea typeface="DejaVu Sans"/>
                <a:cs typeface="DejaVu Sans"/>
              </a:defRPr>
            </a:lvl9pPr>
          </a:lstStyle>
          <a:p xmlns:a="http://schemas.openxmlformats.org/drawingml/2006/main">
            <a:pPr algn="l">
              <a:defRPr sz="1725" b="0">
                <a:solidFill>
                  <a:srgbClr val="D3DFEC"/>
                </a:solidFill>
                <a:latin typeface="DejaVu Sans"/>
                <a:ea typeface="DejaVu Sans"/>
                <a:cs typeface="DejaVu Sans"/>
              </a:defRPr>
            </a:pPr>
            <a:r>
              <a:rPr sz="1725" b="0">
                <a:solidFill>
                  <a:srgbClr val="D3DFEC"/>
                </a:solidFill>
                <a:latin typeface="DejaVu Sans"/>
                <a:ea typeface="DejaVu Sans"/>
                <a:cs typeface="DejaVu Sans"/>
              </a:rPr>
              <a:t>Σήμα, καλωδίωση και τερματισμός δικτύου</a:t>
            </a:r>
          </a:p>
        </p:txBody>
      </p:sp>
      <p:sp>
        <p:nvSpPr>
          <p:cNvPr id="7" name="duration">
            <a:extLst xmlns:a="http://schemas.openxmlformats.org/drawingml/2006/main">
              <a:ext uri="{FF2B5EF4-FFF2-40B4-BE49-F238E27FC236}">
                <a16:creationId xmlns:a16="http://schemas.microsoft.com/office/drawing/2014/main" id="{9FC6C08B-68F5-4738-9AD8-3801117A7198}"/>
              </a:ext>
            </a:extLst>
          </p:cNvPr>
          <p:cNvSpPr>
            <a:spLocks xmlns:a="http://schemas.openxmlformats.org/drawingml/2006/main" noGrp="1"/>
          </p:cNvSpPr>
          <p:nvPr/>
        </p:nvSpPr>
        <p:spPr>
          <a:xfrm xmlns:a="http://schemas.openxmlformats.org/drawingml/2006/main">
            <a:off x="609600"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95A9BC"/>
                </a:solidFill>
                <a:latin typeface="DejaVu Sans"/>
                <a:ea typeface="DejaVu Sans"/>
                <a:cs typeface="DejaVu Sans"/>
              </a:defRPr>
            </a:defPPr>
            <a:lvl1pPr algn="l">
              <a:defRPr sz="1275" b="0">
                <a:solidFill>
                  <a:srgbClr val="95A9BC"/>
                </a:solidFill>
                <a:latin typeface="DejaVu Sans"/>
                <a:ea typeface="DejaVu Sans"/>
                <a:cs typeface="DejaVu Sans"/>
              </a:defRPr>
            </a:lvl1pPr>
            <a:lvl2pPr algn="l">
              <a:defRPr sz="1275" b="0">
                <a:solidFill>
                  <a:srgbClr val="95A9BC"/>
                </a:solidFill>
                <a:latin typeface="DejaVu Sans"/>
                <a:ea typeface="DejaVu Sans"/>
                <a:cs typeface="DejaVu Sans"/>
              </a:defRPr>
            </a:lvl2pPr>
            <a:lvl3pPr algn="l">
              <a:defRPr sz="1275" b="0">
                <a:solidFill>
                  <a:srgbClr val="95A9BC"/>
                </a:solidFill>
                <a:latin typeface="DejaVu Sans"/>
                <a:ea typeface="DejaVu Sans"/>
                <a:cs typeface="DejaVu Sans"/>
              </a:defRPr>
            </a:lvl3pPr>
            <a:lvl4pPr algn="l">
              <a:defRPr sz="1275" b="0">
                <a:solidFill>
                  <a:srgbClr val="95A9BC"/>
                </a:solidFill>
                <a:latin typeface="DejaVu Sans"/>
                <a:ea typeface="DejaVu Sans"/>
                <a:cs typeface="DejaVu Sans"/>
              </a:defRPr>
            </a:lvl4pPr>
            <a:lvl5pPr algn="l">
              <a:defRPr sz="1275" b="0">
                <a:solidFill>
                  <a:srgbClr val="95A9BC"/>
                </a:solidFill>
                <a:latin typeface="DejaVu Sans"/>
                <a:ea typeface="DejaVu Sans"/>
                <a:cs typeface="DejaVu Sans"/>
              </a:defRPr>
            </a:lvl5pPr>
            <a:lvl6pPr algn="l">
              <a:defRPr sz="1275" b="0">
                <a:solidFill>
                  <a:srgbClr val="95A9BC"/>
                </a:solidFill>
                <a:latin typeface="DejaVu Sans"/>
                <a:ea typeface="DejaVu Sans"/>
                <a:cs typeface="DejaVu Sans"/>
              </a:defRPr>
            </a:lvl6pPr>
            <a:lvl7pPr algn="l">
              <a:defRPr sz="1275" b="0">
                <a:solidFill>
                  <a:srgbClr val="95A9BC"/>
                </a:solidFill>
                <a:latin typeface="DejaVu Sans"/>
                <a:ea typeface="DejaVu Sans"/>
                <a:cs typeface="DejaVu Sans"/>
              </a:defRPr>
            </a:lvl7pPr>
            <a:lvl8pPr algn="l">
              <a:defRPr sz="1275" b="0">
                <a:solidFill>
                  <a:srgbClr val="95A9BC"/>
                </a:solidFill>
                <a:latin typeface="DejaVu Sans"/>
                <a:ea typeface="DejaVu Sans"/>
                <a:cs typeface="DejaVu Sans"/>
              </a:defRPr>
            </a:lvl8pPr>
            <a:lvl9pPr algn="l">
              <a:defRPr sz="1275" b="0">
                <a:solidFill>
                  <a:srgbClr val="95A9BC"/>
                </a:solidFill>
                <a:latin typeface="DejaVu Sans"/>
                <a:ea typeface="DejaVu Sans"/>
                <a:cs typeface="DejaVu Sans"/>
              </a:defRPr>
            </a:lvl9pPr>
          </a:lstStyle>
          <a:p xmlns:a="http://schemas.openxmlformats.org/drawingml/2006/main">
            <a:pPr algn="l">
              <a:defRPr sz="1275" b="0">
                <a:solidFill>
                  <a:srgbClr val="95A9BC"/>
                </a:solidFill>
                <a:latin typeface="DejaVu Sans"/>
                <a:ea typeface="DejaVu Sans"/>
                <a:cs typeface="DejaVu Sans"/>
              </a:defRPr>
            </a:pPr>
            <a:r>
              <a:rPr sz="1275" b="0">
                <a:solidFill>
                  <a:srgbClr val="95A9BC"/>
                </a:solidFill>
                <a:latin typeface="DejaVu Sans"/>
                <a:ea typeface="DejaVu Sans"/>
                <a:cs typeface="DejaVu Sans"/>
              </a:rPr>
              <a:t>2 ώρες θεωρία  ·  Γ΄ εξάμηνο</a:t>
            </a:r>
          </a:p>
        </p:txBody>
      </p:sp>
      <p:pic>
        <p:nvPicPr>
          <p:cNvPr id="8" name="">
            <a:extLst xmlns:a="http://schemas.openxmlformats.org/drawingml/2006/main">
              <a:ext uri="{FF2B5EF4-FFF2-40B4-BE49-F238E27FC236}">
                <a16:creationId xmlns:a16="http://schemas.microsoft.com/office/drawing/2014/main" id="{4830300C-8D9A-4062-8E63-CA797A5C6DC0}"/>
              </a:ext>
            </a:extLst>
          </p:cNvPr>
          <p:cNvPicPr>
            <a:picLocks xmlns:a="http://schemas.openxmlformats.org/drawingml/2006/main" noChangeAspect="1"/>
          </p:cNvPicPr>
          <p:nvPr/>
        </p:nvPicPr>
        <p:blipFill>
          <a:blip xmlns:r="http://schemas.openxmlformats.org/officeDocument/2006/relationships" xmlns:a="http://schemas.openxmlformats.org/drawingml/2006/main" r:embed="Rd435c2e43b1c4cbf"/>
          <a:srcRect xmlns:a="http://schemas.openxmlformats.org/drawingml/2006/main" l="0" t="1210" r="0" b="1210"/>
          <a:stretch xmlns:a="http://schemas.openxmlformats.org/drawingml/2006/main">
            <a:fillRect l="0" t="0" r="0" b="0"/>
          </a:stretch>
        </p:blipFill>
        <p:spPr>
          <a:xfrm xmlns:a="http://schemas.openxmlformats.org/drawingml/2006/main">
            <a:off x="6257925" y="742950"/>
            <a:ext cx="5314950" cy="3457575"/>
          </a:xfrm>
          <a:prstGeom xmlns:a="http://schemas.openxmlformats.org/drawingml/2006/main" prst="roundRect">
            <a:avLst>
              <a:gd name="adj" fmla="val 4959"/>
            </a:avLst>
          </a:prstGeom>
        </p:spPr>
      </p:pic>
      <p:sp>
        <p:nvSpPr>
          <p:cNvPr id="9" name="vehicle-caption">
            <a:extLst xmlns:a="http://schemas.openxmlformats.org/drawingml/2006/main">
              <a:ext uri="{FF2B5EF4-FFF2-40B4-BE49-F238E27FC236}">
                <a16:creationId xmlns:a16="http://schemas.microsoft.com/office/drawing/2014/main" id="{4710F487-B479-4E90-A23B-C4AD1020791D}"/>
              </a:ext>
            </a:extLst>
          </p:cNvPr>
          <p:cNvSpPr>
            <a:spLocks xmlns:a="http://schemas.openxmlformats.org/drawingml/2006/main" noGrp="1"/>
          </p:cNvSpPr>
          <p:nvPr/>
        </p:nvSpPr>
        <p:spPr>
          <a:xfrm xmlns:a="http://schemas.openxmlformats.org/drawingml/2006/main">
            <a:off x="6257925" y="4257675"/>
            <a:ext cx="5314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95A9BC"/>
                </a:solidFill>
                <a:latin typeface="DejaVu Sans"/>
                <a:ea typeface="DejaVu Sans"/>
                <a:cs typeface="DejaVu Sans"/>
              </a:defRPr>
            </a:defPPr>
            <a:lvl1pPr algn="r">
              <a:defRPr sz="900" b="0">
                <a:solidFill>
                  <a:srgbClr val="95A9BC"/>
                </a:solidFill>
                <a:latin typeface="DejaVu Sans"/>
                <a:ea typeface="DejaVu Sans"/>
                <a:cs typeface="DejaVu Sans"/>
              </a:defRPr>
            </a:lvl1pPr>
            <a:lvl2pPr algn="r">
              <a:defRPr sz="900" b="0">
                <a:solidFill>
                  <a:srgbClr val="95A9BC"/>
                </a:solidFill>
                <a:latin typeface="DejaVu Sans"/>
                <a:ea typeface="DejaVu Sans"/>
                <a:cs typeface="DejaVu Sans"/>
              </a:defRPr>
            </a:lvl2pPr>
            <a:lvl3pPr algn="r">
              <a:defRPr sz="900" b="0">
                <a:solidFill>
                  <a:srgbClr val="95A9BC"/>
                </a:solidFill>
                <a:latin typeface="DejaVu Sans"/>
                <a:ea typeface="DejaVu Sans"/>
                <a:cs typeface="DejaVu Sans"/>
              </a:defRPr>
            </a:lvl3pPr>
            <a:lvl4pPr algn="r">
              <a:defRPr sz="900" b="0">
                <a:solidFill>
                  <a:srgbClr val="95A9BC"/>
                </a:solidFill>
                <a:latin typeface="DejaVu Sans"/>
                <a:ea typeface="DejaVu Sans"/>
                <a:cs typeface="DejaVu Sans"/>
              </a:defRPr>
            </a:lvl4pPr>
            <a:lvl5pPr algn="r">
              <a:defRPr sz="900" b="0">
                <a:solidFill>
                  <a:srgbClr val="95A9BC"/>
                </a:solidFill>
                <a:latin typeface="DejaVu Sans"/>
                <a:ea typeface="DejaVu Sans"/>
                <a:cs typeface="DejaVu Sans"/>
              </a:defRPr>
            </a:lvl5pPr>
            <a:lvl6pPr algn="r">
              <a:defRPr sz="900" b="0">
                <a:solidFill>
                  <a:srgbClr val="95A9BC"/>
                </a:solidFill>
                <a:latin typeface="DejaVu Sans"/>
                <a:ea typeface="DejaVu Sans"/>
                <a:cs typeface="DejaVu Sans"/>
              </a:defRPr>
            </a:lvl6pPr>
            <a:lvl7pPr algn="r">
              <a:defRPr sz="900" b="0">
                <a:solidFill>
                  <a:srgbClr val="95A9BC"/>
                </a:solidFill>
                <a:latin typeface="DejaVu Sans"/>
                <a:ea typeface="DejaVu Sans"/>
                <a:cs typeface="DejaVu Sans"/>
              </a:defRPr>
            </a:lvl7pPr>
            <a:lvl8pPr algn="r">
              <a:defRPr sz="900" b="0">
                <a:solidFill>
                  <a:srgbClr val="95A9BC"/>
                </a:solidFill>
                <a:latin typeface="DejaVu Sans"/>
                <a:ea typeface="DejaVu Sans"/>
                <a:cs typeface="DejaVu Sans"/>
              </a:defRPr>
            </a:lvl8pPr>
            <a:lvl9pPr algn="r">
              <a:defRPr sz="900" b="0">
                <a:solidFill>
                  <a:srgbClr val="95A9BC"/>
                </a:solidFill>
                <a:latin typeface="DejaVu Sans"/>
                <a:ea typeface="DejaVu Sans"/>
                <a:cs typeface="DejaVu Sans"/>
              </a:defRPr>
            </a:lvl9pPr>
          </a:lstStyle>
          <a:p xmlns:a="http://schemas.openxmlformats.org/drawingml/2006/main">
            <a:pPr algn="r">
              <a:defRPr sz="900" b="0">
                <a:solidFill>
                  <a:srgbClr val="95A9BC"/>
                </a:solidFill>
                <a:latin typeface="DejaVu Sans"/>
                <a:ea typeface="DejaVu Sans"/>
                <a:cs typeface="DejaVu Sans"/>
              </a:defRPr>
            </a:pPr>
            <a:r>
              <a:rPr sz="900" b="0">
                <a:solidFill>
                  <a:srgbClr val="95A9BC"/>
                </a:solidFill>
                <a:latin typeface="DejaVu Sans"/>
                <a:ea typeface="DejaVu Sans"/>
                <a:cs typeface="DejaVu Sans"/>
              </a:rPr>
              <a:t>BMW M2 G87  ·  φωτογραφία BMW Group PressClub</a:t>
            </a:r>
          </a:p>
        </p:txBody>
      </p:sp>
      <p:sp>
        <p:nvSpPr>
          <p:cNvPr id="10" name="diagram-label">
            <a:extLst xmlns:a="http://schemas.openxmlformats.org/drawingml/2006/main">
              <a:ext uri="{FF2B5EF4-FFF2-40B4-BE49-F238E27FC236}">
                <a16:creationId xmlns:a16="http://schemas.microsoft.com/office/drawing/2014/main" id="{2FF9ACEB-427B-4029-84C1-AEAC94A80428}"/>
              </a:ext>
            </a:extLst>
          </p:cNvPr>
          <p:cNvSpPr>
            <a:spLocks xmlns:a="http://schemas.openxmlformats.org/drawingml/2006/main" noGrp="1"/>
          </p:cNvSpPr>
          <p:nvPr/>
        </p:nvSpPr>
        <p:spPr>
          <a:xfrm xmlns:a="http://schemas.openxmlformats.org/drawingml/2006/main">
            <a:off x="4171950" y="4705350"/>
            <a:ext cx="3857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35D8F1"/>
                </a:solidFill>
                <a:latin typeface="DejaVu Sans"/>
                <a:ea typeface="DejaVu Sans"/>
                <a:cs typeface="DejaVu Sans"/>
              </a:defRPr>
            </a:defPPr>
            <a:lvl1pPr algn="ctr">
              <a:defRPr sz="1050" b="1">
                <a:solidFill>
                  <a:srgbClr val="35D8F1"/>
                </a:solidFill>
                <a:latin typeface="DejaVu Sans"/>
                <a:ea typeface="DejaVu Sans"/>
                <a:cs typeface="DejaVu Sans"/>
              </a:defRPr>
            </a:lvl1pPr>
            <a:lvl2pPr algn="ctr">
              <a:defRPr sz="1050" b="1">
                <a:solidFill>
                  <a:srgbClr val="35D8F1"/>
                </a:solidFill>
                <a:latin typeface="DejaVu Sans"/>
                <a:ea typeface="DejaVu Sans"/>
                <a:cs typeface="DejaVu Sans"/>
              </a:defRPr>
            </a:lvl2pPr>
            <a:lvl3pPr algn="ctr">
              <a:defRPr sz="1050" b="1">
                <a:solidFill>
                  <a:srgbClr val="35D8F1"/>
                </a:solidFill>
                <a:latin typeface="DejaVu Sans"/>
                <a:ea typeface="DejaVu Sans"/>
                <a:cs typeface="DejaVu Sans"/>
              </a:defRPr>
            </a:lvl3pPr>
            <a:lvl4pPr algn="ctr">
              <a:defRPr sz="1050" b="1">
                <a:solidFill>
                  <a:srgbClr val="35D8F1"/>
                </a:solidFill>
                <a:latin typeface="DejaVu Sans"/>
                <a:ea typeface="DejaVu Sans"/>
                <a:cs typeface="DejaVu Sans"/>
              </a:defRPr>
            </a:lvl4pPr>
            <a:lvl5pPr algn="ctr">
              <a:defRPr sz="1050" b="1">
                <a:solidFill>
                  <a:srgbClr val="35D8F1"/>
                </a:solidFill>
                <a:latin typeface="DejaVu Sans"/>
                <a:ea typeface="DejaVu Sans"/>
                <a:cs typeface="DejaVu Sans"/>
              </a:defRPr>
            </a:lvl5pPr>
            <a:lvl6pPr algn="ctr">
              <a:defRPr sz="1050" b="1">
                <a:solidFill>
                  <a:srgbClr val="35D8F1"/>
                </a:solidFill>
                <a:latin typeface="DejaVu Sans"/>
                <a:ea typeface="DejaVu Sans"/>
                <a:cs typeface="DejaVu Sans"/>
              </a:defRPr>
            </a:lvl6pPr>
            <a:lvl7pPr algn="ctr">
              <a:defRPr sz="1050" b="1">
                <a:solidFill>
                  <a:srgbClr val="35D8F1"/>
                </a:solidFill>
                <a:latin typeface="DejaVu Sans"/>
                <a:ea typeface="DejaVu Sans"/>
                <a:cs typeface="DejaVu Sans"/>
              </a:defRPr>
            </a:lvl7pPr>
            <a:lvl8pPr algn="ctr">
              <a:defRPr sz="1050" b="1">
                <a:solidFill>
                  <a:srgbClr val="35D8F1"/>
                </a:solidFill>
                <a:latin typeface="DejaVu Sans"/>
                <a:ea typeface="DejaVu Sans"/>
                <a:cs typeface="DejaVu Sans"/>
              </a:defRPr>
            </a:lvl8pPr>
            <a:lvl9pPr algn="ctr">
              <a:defRPr sz="1050" b="1">
                <a:solidFill>
                  <a:srgbClr val="35D8F1"/>
                </a:solidFill>
                <a:latin typeface="DejaVu Sans"/>
                <a:ea typeface="DejaVu Sans"/>
                <a:cs typeface="DejaVu Sans"/>
              </a:defRPr>
            </a:lvl9pPr>
          </a:lstStyle>
          <a:p xmlns:a="http://schemas.openxmlformats.org/drawingml/2006/main">
            <a:pPr algn="ctr">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ΤΟ ΔΙΑΦΟΡΙΚΟ ΖΕΥΓΟΣ CAN</a:t>
            </a:r>
          </a:p>
        </p:txBody>
      </p:sp>
      <p:sp>
        <p:nvSpPr>
          <p:cNvPr id="11" name="ecu-left">
            <a:extLst xmlns:a="http://schemas.openxmlformats.org/drawingml/2006/main">
              <a:ext uri="{FF2B5EF4-FFF2-40B4-BE49-F238E27FC236}">
                <a16:creationId xmlns:a16="http://schemas.microsoft.com/office/drawing/2014/main" id="{1EB422E7-F304-447E-88AB-00D793C5C1DE}"/>
              </a:ext>
            </a:extLst>
          </p:cNvPr>
          <p:cNvSpPr>
            <a:spLocks xmlns:a="http://schemas.openxmlformats.org/drawingml/2006/main" noGrp="1"/>
          </p:cNvSpPr>
          <p:nvPr/>
        </p:nvSpPr>
        <p:spPr>
          <a:xfrm xmlns:a="http://schemas.openxmlformats.org/drawingml/2006/main">
            <a:off x="647700" y="5219700"/>
            <a:ext cx="1943100" cy="885825"/>
          </a:xfrm>
          <a:prstGeom xmlns:a="http://schemas.openxmlformats.org/drawingml/2006/main" prst="roundRect">
            <a:avLst>
              <a:gd name="adj" fmla="val 8602"/>
            </a:avLst>
          </a:prstGeom>
          <a:solidFill xmlns:a="http://schemas.openxmlformats.org/drawingml/2006/main">
            <a:srgbClr val="F4F8FC"/>
          </a:solidFill>
          <a:ln xmlns:a="http://schemas.openxmlformats.org/drawingml/2006/main" w="19050">
            <a:solidFill>
              <a:srgbClr val="35D8F1"/>
            </a:solidFill>
            <a:prstDash val="solid"/>
          </a:ln>
        </p:spPr>
      </p:sp>
      <p:sp>
        <p:nvSpPr>
          <p:cNvPr id="12" name="ecu-left-title">
            <a:extLst xmlns:a="http://schemas.openxmlformats.org/drawingml/2006/main">
              <a:ext uri="{FF2B5EF4-FFF2-40B4-BE49-F238E27FC236}">
                <a16:creationId xmlns:a16="http://schemas.microsoft.com/office/drawing/2014/main" id="{BDF60F54-305F-4E91-9296-E545117D2306}"/>
              </a:ext>
            </a:extLst>
          </p:cNvPr>
          <p:cNvSpPr>
            <a:spLocks xmlns:a="http://schemas.openxmlformats.org/drawingml/2006/main" noGrp="1"/>
          </p:cNvSpPr>
          <p:nvPr/>
        </p:nvSpPr>
        <p:spPr>
          <a:xfrm xmlns:a="http://schemas.openxmlformats.org/drawingml/2006/main">
            <a:off x="800100" y="5362575"/>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071426"/>
                </a:solidFill>
                <a:latin typeface="DejaVu Sans"/>
                <a:ea typeface="DejaVu Sans"/>
                <a:cs typeface="DejaVu Sans"/>
              </a:defRPr>
            </a:defPPr>
            <a:lvl1pPr algn="ctr">
              <a:defRPr sz="1800" b="1">
                <a:solidFill>
                  <a:srgbClr val="071426"/>
                </a:solidFill>
                <a:latin typeface="DejaVu Sans"/>
                <a:ea typeface="DejaVu Sans"/>
                <a:cs typeface="DejaVu Sans"/>
              </a:defRPr>
            </a:lvl1pPr>
            <a:lvl2pPr algn="ctr">
              <a:defRPr sz="1800" b="1">
                <a:solidFill>
                  <a:srgbClr val="071426"/>
                </a:solidFill>
                <a:latin typeface="DejaVu Sans"/>
                <a:ea typeface="DejaVu Sans"/>
                <a:cs typeface="DejaVu Sans"/>
              </a:defRPr>
            </a:lvl2pPr>
            <a:lvl3pPr algn="ctr">
              <a:defRPr sz="1800" b="1">
                <a:solidFill>
                  <a:srgbClr val="071426"/>
                </a:solidFill>
                <a:latin typeface="DejaVu Sans"/>
                <a:ea typeface="DejaVu Sans"/>
                <a:cs typeface="DejaVu Sans"/>
              </a:defRPr>
            </a:lvl3pPr>
            <a:lvl4pPr algn="ctr">
              <a:defRPr sz="1800" b="1">
                <a:solidFill>
                  <a:srgbClr val="071426"/>
                </a:solidFill>
                <a:latin typeface="DejaVu Sans"/>
                <a:ea typeface="DejaVu Sans"/>
                <a:cs typeface="DejaVu Sans"/>
              </a:defRPr>
            </a:lvl4pPr>
            <a:lvl5pPr algn="ctr">
              <a:defRPr sz="1800" b="1">
                <a:solidFill>
                  <a:srgbClr val="071426"/>
                </a:solidFill>
                <a:latin typeface="DejaVu Sans"/>
                <a:ea typeface="DejaVu Sans"/>
                <a:cs typeface="DejaVu Sans"/>
              </a:defRPr>
            </a:lvl5pPr>
            <a:lvl6pPr algn="ctr">
              <a:defRPr sz="1800" b="1">
                <a:solidFill>
                  <a:srgbClr val="071426"/>
                </a:solidFill>
                <a:latin typeface="DejaVu Sans"/>
                <a:ea typeface="DejaVu Sans"/>
                <a:cs typeface="DejaVu Sans"/>
              </a:defRPr>
            </a:lvl6pPr>
            <a:lvl7pPr algn="ctr">
              <a:defRPr sz="1800" b="1">
                <a:solidFill>
                  <a:srgbClr val="071426"/>
                </a:solidFill>
                <a:latin typeface="DejaVu Sans"/>
                <a:ea typeface="DejaVu Sans"/>
                <a:cs typeface="DejaVu Sans"/>
              </a:defRPr>
            </a:lvl7pPr>
            <a:lvl8pPr algn="ctr">
              <a:defRPr sz="1800" b="1">
                <a:solidFill>
                  <a:srgbClr val="071426"/>
                </a:solidFill>
                <a:latin typeface="DejaVu Sans"/>
                <a:ea typeface="DejaVu Sans"/>
                <a:cs typeface="DejaVu Sans"/>
              </a:defRPr>
            </a:lvl8pPr>
            <a:lvl9pPr algn="ctr">
              <a:defRPr sz="1800" b="1">
                <a:solidFill>
                  <a:srgbClr val="071426"/>
                </a:solidFill>
                <a:latin typeface="DejaVu Sans"/>
                <a:ea typeface="DejaVu Sans"/>
                <a:cs typeface="DejaVu Sans"/>
              </a:defRPr>
            </a:lvl9pPr>
          </a:lstStyle>
          <a:p xmlns:a="http://schemas.openxmlformats.org/drawingml/2006/main">
            <a:pPr algn="ctr">
              <a:defRPr sz="1800" b="1">
                <a:solidFill>
                  <a:srgbClr val="071426"/>
                </a:solidFill>
                <a:latin typeface="DejaVu Sans"/>
                <a:ea typeface="DejaVu Sans"/>
                <a:cs typeface="DejaVu Sans"/>
              </a:defRPr>
            </a:pPr>
            <a:r>
              <a:rPr sz="1800" b="1">
                <a:solidFill>
                  <a:srgbClr val="071426"/>
                </a:solidFill>
                <a:latin typeface="DejaVu Sans"/>
                <a:ea typeface="DejaVu Sans"/>
                <a:cs typeface="DejaVu Sans"/>
              </a:rPr>
              <a:t>ECU 1</a:t>
            </a:r>
          </a:p>
        </p:txBody>
      </p:sp>
      <p:sp>
        <p:nvSpPr>
          <p:cNvPr id="13" name="ecu-left-sub">
            <a:extLst xmlns:a="http://schemas.openxmlformats.org/drawingml/2006/main">
              <a:ext uri="{FF2B5EF4-FFF2-40B4-BE49-F238E27FC236}">
                <a16:creationId xmlns:a16="http://schemas.microsoft.com/office/drawing/2014/main" id="{7B5BDD1A-B09C-414D-B983-8D5751B3B9AA}"/>
              </a:ext>
            </a:extLst>
          </p:cNvPr>
          <p:cNvSpPr>
            <a:spLocks xmlns:a="http://schemas.openxmlformats.org/drawingml/2006/main" noGrp="1"/>
          </p:cNvSpPr>
          <p:nvPr/>
        </p:nvSpPr>
        <p:spPr>
          <a:xfrm xmlns:a="http://schemas.openxmlformats.org/drawingml/2006/main">
            <a:off x="800100" y="569595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πομπός / δέκτης</a:t>
            </a:r>
          </a:p>
        </p:txBody>
      </p:sp>
      <p:sp>
        <p:nvSpPr>
          <p:cNvPr id="14" name="ecu-right">
            <a:extLst xmlns:a="http://schemas.openxmlformats.org/drawingml/2006/main">
              <a:ext uri="{FF2B5EF4-FFF2-40B4-BE49-F238E27FC236}">
                <a16:creationId xmlns:a16="http://schemas.microsoft.com/office/drawing/2014/main" id="{BC7DFDEC-B481-496B-98F0-86EA998CCEB7}"/>
              </a:ext>
            </a:extLst>
          </p:cNvPr>
          <p:cNvSpPr>
            <a:spLocks xmlns:a="http://schemas.openxmlformats.org/drawingml/2006/main" noGrp="1"/>
          </p:cNvSpPr>
          <p:nvPr/>
        </p:nvSpPr>
        <p:spPr>
          <a:xfrm xmlns:a="http://schemas.openxmlformats.org/drawingml/2006/main">
            <a:off x="9601200" y="5219700"/>
            <a:ext cx="1943100" cy="885825"/>
          </a:xfrm>
          <a:prstGeom xmlns:a="http://schemas.openxmlformats.org/drawingml/2006/main" prst="roundRect">
            <a:avLst>
              <a:gd name="adj" fmla="val 8602"/>
            </a:avLst>
          </a:prstGeom>
          <a:solidFill xmlns:a="http://schemas.openxmlformats.org/drawingml/2006/main">
            <a:srgbClr val="F4F8FC"/>
          </a:solidFill>
          <a:ln xmlns:a="http://schemas.openxmlformats.org/drawingml/2006/main" w="19050">
            <a:solidFill>
              <a:srgbClr val="32C78A"/>
            </a:solidFill>
            <a:prstDash val="solid"/>
          </a:ln>
        </p:spPr>
      </p:sp>
      <p:sp>
        <p:nvSpPr>
          <p:cNvPr id="15" name="ecu-right-title">
            <a:extLst xmlns:a="http://schemas.openxmlformats.org/drawingml/2006/main">
              <a:ext uri="{FF2B5EF4-FFF2-40B4-BE49-F238E27FC236}">
                <a16:creationId xmlns:a16="http://schemas.microsoft.com/office/drawing/2014/main" id="{2ED4D62D-8ED2-4574-8B3E-86C5C1745C64}"/>
              </a:ext>
            </a:extLst>
          </p:cNvPr>
          <p:cNvSpPr>
            <a:spLocks xmlns:a="http://schemas.openxmlformats.org/drawingml/2006/main" noGrp="1"/>
          </p:cNvSpPr>
          <p:nvPr/>
        </p:nvSpPr>
        <p:spPr>
          <a:xfrm xmlns:a="http://schemas.openxmlformats.org/drawingml/2006/main">
            <a:off x="9753600" y="5362575"/>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071426"/>
                </a:solidFill>
                <a:latin typeface="DejaVu Sans"/>
                <a:ea typeface="DejaVu Sans"/>
                <a:cs typeface="DejaVu Sans"/>
              </a:defRPr>
            </a:defPPr>
            <a:lvl1pPr algn="ctr">
              <a:defRPr sz="1800" b="1">
                <a:solidFill>
                  <a:srgbClr val="071426"/>
                </a:solidFill>
                <a:latin typeface="DejaVu Sans"/>
                <a:ea typeface="DejaVu Sans"/>
                <a:cs typeface="DejaVu Sans"/>
              </a:defRPr>
            </a:lvl1pPr>
            <a:lvl2pPr algn="ctr">
              <a:defRPr sz="1800" b="1">
                <a:solidFill>
                  <a:srgbClr val="071426"/>
                </a:solidFill>
                <a:latin typeface="DejaVu Sans"/>
                <a:ea typeface="DejaVu Sans"/>
                <a:cs typeface="DejaVu Sans"/>
              </a:defRPr>
            </a:lvl2pPr>
            <a:lvl3pPr algn="ctr">
              <a:defRPr sz="1800" b="1">
                <a:solidFill>
                  <a:srgbClr val="071426"/>
                </a:solidFill>
                <a:latin typeface="DejaVu Sans"/>
                <a:ea typeface="DejaVu Sans"/>
                <a:cs typeface="DejaVu Sans"/>
              </a:defRPr>
            </a:lvl3pPr>
            <a:lvl4pPr algn="ctr">
              <a:defRPr sz="1800" b="1">
                <a:solidFill>
                  <a:srgbClr val="071426"/>
                </a:solidFill>
                <a:latin typeface="DejaVu Sans"/>
                <a:ea typeface="DejaVu Sans"/>
                <a:cs typeface="DejaVu Sans"/>
              </a:defRPr>
            </a:lvl4pPr>
            <a:lvl5pPr algn="ctr">
              <a:defRPr sz="1800" b="1">
                <a:solidFill>
                  <a:srgbClr val="071426"/>
                </a:solidFill>
                <a:latin typeface="DejaVu Sans"/>
                <a:ea typeface="DejaVu Sans"/>
                <a:cs typeface="DejaVu Sans"/>
              </a:defRPr>
            </a:lvl5pPr>
            <a:lvl6pPr algn="ctr">
              <a:defRPr sz="1800" b="1">
                <a:solidFill>
                  <a:srgbClr val="071426"/>
                </a:solidFill>
                <a:latin typeface="DejaVu Sans"/>
                <a:ea typeface="DejaVu Sans"/>
                <a:cs typeface="DejaVu Sans"/>
              </a:defRPr>
            </a:lvl6pPr>
            <a:lvl7pPr algn="ctr">
              <a:defRPr sz="1800" b="1">
                <a:solidFill>
                  <a:srgbClr val="071426"/>
                </a:solidFill>
                <a:latin typeface="DejaVu Sans"/>
                <a:ea typeface="DejaVu Sans"/>
                <a:cs typeface="DejaVu Sans"/>
              </a:defRPr>
            </a:lvl7pPr>
            <a:lvl8pPr algn="ctr">
              <a:defRPr sz="1800" b="1">
                <a:solidFill>
                  <a:srgbClr val="071426"/>
                </a:solidFill>
                <a:latin typeface="DejaVu Sans"/>
                <a:ea typeface="DejaVu Sans"/>
                <a:cs typeface="DejaVu Sans"/>
              </a:defRPr>
            </a:lvl8pPr>
            <a:lvl9pPr algn="ctr">
              <a:defRPr sz="1800" b="1">
                <a:solidFill>
                  <a:srgbClr val="071426"/>
                </a:solidFill>
                <a:latin typeface="DejaVu Sans"/>
                <a:ea typeface="DejaVu Sans"/>
                <a:cs typeface="DejaVu Sans"/>
              </a:defRPr>
            </a:lvl9pPr>
          </a:lstStyle>
          <a:p xmlns:a="http://schemas.openxmlformats.org/drawingml/2006/main">
            <a:pPr algn="ctr">
              <a:defRPr sz="1800" b="1">
                <a:solidFill>
                  <a:srgbClr val="071426"/>
                </a:solidFill>
                <a:latin typeface="DejaVu Sans"/>
                <a:ea typeface="DejaVu Sans"/>
                <a:cs typeface="DejaVu Sans"/>
              </a:defRPr>
            </a:pPr>
            <a:r>
              <a:rPr sz="1800" b="1">
                <a:solidFill>
                  <a:srgbClr val="071426"/>
                </a:solidFill>
                <a:latin typeface="DejaVu Sans"/>
                <a:ea typeface="DejaVu Sans"/>
                <a:cs typeface="DejaVu Sans"/>
              </a:rPr>
              <a:t>ECU 2</a:t>
            </a:r>
          </a:p>
        </p:txBody>
      </p:sp>
      <p:sp>
        <p:nvSpPr>
          <p:cNvPr id="16" name="ecu-right-sub">
            <a:extLst xmlns:a="http://schemas.openxmlformats.org/drawingml/2006/main">
              <a:ext uri="{FF2B5EF4-FFF2-40B4-BE49-F238E27FC236}">
                <a16:creationId xmlns:a16="http://schemas.microsoft.com/office/drawing/2014/main" id="{DADEB6EF-2135-40F9-8606-BD04E6B748B2}"/>
              </a:ext>
            </a:extLst>
          </p:cNvPr>
          <p:cNvSpPr>
            <a:spLocks xmlns:a="http://schemas.openxmlformats.org/drawingml/2006/main" noGrp="1"/>
          </p:cNvSpPr>
          <p:nvPr/>
        </p:nvSpPr>
        <p:spPr>
          <a:xfrm xmlns:a="http://schemas.openxmlformats.org/drawingml/2006/main">
            <a:off x="9753600" y="5695950"/>
            <a:ext cx="1638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πομπός / δέκτης</a:t>
            </a:r>
          </a:p>
        </p:txBody>
      </p:sp>
      <p:sp>
        <p:nvSpPr>
          <p:cNvPr id="17" name="can-h">
            <a:extLst xmlns:a="http://schemas.openxmlformats.org/drawingml/2006/main">
              <a:ext uri="{FF2B5EF4-FFF2-40B4-BE49-F238E27FC236}">
                <a16:creationId xmlns:a16="http://schemas.microsoft.com/office/drawing/2014/main" id="{F0274641-FB73-4B35-944E-FF4AD1E1C527}"/>
              </a:ext>
            </a:extLst>
          </p:cNvPr>
          <p:cNvSpPr>
            <a:spLocks xmlns:a="http://schemas.openxmlformats.org/drawingml/2006/main" noGrp="1"/>
          </p:cNvSpPr>
          <p:nvPr/>
        </p:nvSpPr>
        <p:spPr>
          <a:xfrm xmlns:a="http://schemas.openxmlformats.org/drawingml/2006/main">
            <a:off x="2590800" y="5429250"/>
            <a:ext cx="7010400" cy="381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18" name="can-l">
            <a:extLst xmlns:a="http://schemas.openxmlformats.org/drawingml/2006/main">
              <a:ext uri="{FF2B5EF4-FFF2-40B4-BE49-F238E27FC236}">
                <a16:creationId xmlns:a16="http://schemas.microsoft.com/office/drawing/2014/main" id="{35004BFD-7E8D-4DC4-BA6D-E53C5BDFC1F4}"/>
              </a:ext>
            </a:extLst>
          </p:cNvPr>
          <p:cNvSpPr>
            <a:spLocks xmlns:a="http://schemas.openxmlformats.org/drawingml/2006/main" noGrp="1"/>
          </p:cNvSpPr>
          <p:nvPr/>
        </p:nvSpPr>
        <p:spPr>
          <a:xfrm xmlns:a="http://schemas.openxmlformats.org/drawingml/2006/main">
            <a:off x="2590800" y="5829300"/>
            <a:ext cx="701040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9" name="left-drop-h">
            <a:extLst xmlns:a="http://schemas.openxmlformats.org/drawingml/2006/main">
              <a:ext uri="{FF2B5EF4-FFF2-40B4-BE49-F238E27FC236}">
                <a16:creationId xmlns:a16="http://schemas.microsoft.com/office/drawing/2014/main" id="{A106E9D4-C303-4C2C-8DEE-72968D3A1654}"/>
              </a:ext>
            </a:extLst>
          </p:cNvPr>
          <p:cNvSpPr>
            <a:spLocks xmlns:a="http://schemas.openxmlformats.org/drawingml/2006/main" noGrp="1"/>
          </p:cNvSpPr>
          <p:nvPr/>
        </p:nvSpPr>
        <p:spPr>
          <a:xfrm xmlns:a="http://schemas.openxmlformats.org/drawingml/2006/main">
            <a:off x="2562225" y="5429250"/>
            <a:ext cx="38100" cy="1619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20" name="left-drop-l">
            <a:extLst xmlns:a="http://schemas.openxmlformats.org/drawingml/2006/main">
              <a:ext uri="{FF2B5EF4-FFF2-40B4-BE49-F238E27FC236}">
                <a16:creationId xmlns:a16="http://schemas.microsoft.com/office/drawing/2014/main" id="{55759450-DA8E-4B6B-AD37-F9260D1459B6}"/>
              </a:ext>
            </a:extLst>
          </p:cNvPr>
          <p:cNvSpPr>
            <a:spLocks xmlns:a="http://schemas.openxmlformats.org/drawingml/2006/main" noGrp="1"/>
          </p:cNvSpPr>
          <p:nvPr/>
        </p:nvSpPr>
        <p:spPr>
          <a:xfrm xmlns:a="http://schemas.openxmlformats.org/drawingml/2006/main">
            <a:off x="2562225" y="5829300"/>
            <a:ext cx="38100" cy="1619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1" name="right-drop-h">
            <a:extLst xmlns:a="http://schemas.openxmlformats.org/drawingml/2006/main">
              <a:ext uri="{FF2B5EF4-FFF2-40B4-BE49-F238E27FC236}">
                <a16:creationId xmlns:a16="http://schemas.microsoft.com/office/drawing/2014/main" id="{A1C587CB-B6BA-42AF-A2F4-10BE5B196317}"/>
              </a:ext>
            </a:extLst>
          </p:cNvPr>
          <p:cNvSpPr>
            <a:spLocks xmlns:a="http://schemas.openxmlformats.org/drawingml/2006/main" noGrp="1"/>
          </p:cNvSpPr>
          <p:nvPr/>
        </p:nvSpPr>
        <p:spPr>
          <a:xfrm xmlns:a="http://schemas.openxmlformats.org/drawingml/2006/main">
            <a:off x="9591675" y="5429250"/>
            <a:ext cx="38100" cy="1619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22" name="right-drop-l">
            <a:extLst xmlns:a="http://schemas.openxmlformats.org/drawingml/2006/main">
              <a:ext uri="{FF2B5EF4-FFF2-40B4-BE49-F238E27FC236}">
                <a16:creationId xmlns:a16="http://schemas.microsoft.com/office/drawing/2014/main" id="{57E8B031-2F27-479E-870D-5679B32D3EBC}"/>
              </a:ext>
            </a:extLst>
          </p:cNvPr>
          <p:cNvSpPr>
            <a:spLocks xmlns:a="http://schemas.openxmlformats.org/drawingml/2006/main" noGrp="1"/>
          </p:cNvSpPr>
          <p:nvPr/>
        </p:nvSpPr>
        <p:spPr>
          <a:xfrm xmlns:a="http://schemas.openxmlformats.org/drawingml/2006/main">
            <a:off x="9591675" y="5829300"/>
            <a:ext cx="38100" cy="1619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3" name="can-h-label">
            <a:extLst xmlns:a="http://schemas.openxmlformats.org/drawingml/2006/main">
              <a:ext uri="{FF2B5EF4-FFF2-40B4-BE49-F238E27FC236}">
                <a16:creationId xmlns:a16="http://schemas.microsoft.com/office/drawing/2014/main" id="{C7F51CBD-5DEC-4E2D-AF45-5B4001704904}"/>
              </a:ext>
            </a:extLst>
          </p:cNvPr>
          <p:cNvSpPr>
            <a:spLocks xmlns:a="http://schemas.openxmlformats.org/drawingml/2006/main" noGrp="1"/>
          </p:cNvSpPr>
          <p:nvPr/>
        </p:nvSpPr>
        <p:spPr>
          <a:xfrm xmlns:a="http://schemas.openxmlformats.org/drawingml/2006/main">
            <a:off x="5191125" y="52197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35D8F1"/>
                </a:solidFill>
                <a:latin typeface="DejaVu Sans"/>
                <a:ea typeface="DejaVu Sans"/>
                <a:cs typeface="DejaVu Sans"/>
              </a:defRPr>
            </a:defPPr>
            <a:lvl1pPr algn="ctr">
              <a:defRPr sz="975" b="1">
                <a:solidFill>
                  <a:srgbClr val="35D8F1"/>
                </a:solidFill>
                <a:latin typeface="DejaVu Sans"/>
                <a:ea typeface="DejaVu Sans"/>
                <a:cs typeface="DejaVu Sans"/>
              </a:defRPr>
            </a:lvl1pPr>
            <a:lvl2pPr algn="ctr">
              <a:defRPr sz="975" b="1">
                <a:solidFill>
                  <a:srgbClr val="35D8F1"/>
                </a:solidFill>
                <a:latin typeface="DejaVu Sans"/>
                <a:ea typeface="DejaVu Sans"/>
                <a:cs typeface="DejaVu Sans"/>
              </a:defRPr>
            </a:lvl2pPr>
            <a:lvl3pPr algn="ctr">
              <a:defRPr sz="975" b="1">
                <a:solidFill>
                  <a:srgbClr val="35D8F1"/>
                </a:solidFill>
                <a:latin typeface="DejaVu Sans"/>
                <a:ea typeface="DejaVu Sans"/>
                <a:cs typeface="DejaVu Sans"/>
              </a:defRPr>
            </a:lvl3pPr>
            <a:lvl4pPr algn="ctr">
              <a:defRPr sz="975" b="1">
                <a:solidFill>
                  <a:srgbClr val="35D8F1"/>
                </a:solidFill>
                <a:latin typeface="DejaVu Sans"/>
                <a:ea typeface="DejaVu Sans"/>
                <a:cs typeface="DejaVu Sans"/>
              </a:defRPr>
            </a:lvl4pPr>
            <a:lvl5pPr algn="ctr">
              <a:defRPr sz="975" b="1">
                <a:solidFill>
                  <a:srgbClr val="35D8F1"/>
                </a:solidFill>
                <a:latin typeface="DejaVu Sans"/>
                <a:ea typeface="DejaVu Sans"/>
                <a:cs typeface="DejaVu Sans"/>
              </a:defRPr>
            </a:lvl5pPr>
            <a:lvl6pPr algn="ctr">
              <a:defRPr sz="975" b="1">
                <a:solidFill>
                  <a:srgbClr val="35D8F1"/>
                </a:solidFill>
                <a:latin typeface="DejaVu Sans"/>
                <a:ea typeface="DejaVu Sans"/>
                <a:cs typeface="DejaVu Sans"/>
              </a:defRPr>
            </a:lvl6pPr>
            <a:lvl7pPr algn="ctr">
              <a:defRPr sz="975" b="1">
                <a:solidFill>
                  <a:srgbClr val="35D8F1"/>
                </a:solidFill>
                <a:latin typeface="DejaVu Sans"/>
                <a:ea typeface="DejaVu Sans"/>
                <a:cs typeface="DejaVu Sans"/>
              </a:defRPr>
            </a:lvl7pPr>
            <a:lvl8pPr algn="ctr">
              <a:defRPr sz="975" b="1">
                <a:solidFill>
                  <a:srgbClr val="35D8F1"/>
                </a:solidFill>
                <a:latin typeface="DejaVu Sans"/>
                <a:ea typeface="DejaVu Sans"/>
                <a:cs typeface="DejaVu Sans"/>
              </a:defRPr>
            </a:lvl8pPr>
            <a:lvl9pPr algn="ctr">
              <a:defRPr sz="975" b="1">
                <a:solidFill>
                  <a:srgbClr val="35D8F1"/>
                </a:solidFill>
                <a:latin typeface="DejaVu Sans"/>
                <a:ea typeface="DejaVu Sans"/>
                <a:cs typeface="DejaVu Sans"/>
              </a:defRPr>
            </a:lvl9pPr>
          </a:lstStyle>
          <a:p xmlns:a="http://schemas.openxmlformats.org/drawingml/2006/main">
            <a:pPr algn="ctr">
              <a:defRPr sz="975" b="1">
                <a:solidFill>
                  <a:srgbClr val="35D8F1"/>
                </a:solidFill>
                <a:latin typeface="DejaVu Sans"/>
                <a:ea typeface="DejaVu Sans"/>
                <a:cs typeface="DejaVu Sans"/>
              </a:defRPr>
            </a:pPr>
            <a:r>
              <a:rPr sz="975" b="1">
                <a:solidFill>
                  <a:srgbClr val="35D8F1"/>
                </a:solidFill>
                <a:latin typeface="DejaVu Sans"/>
                <a:ea typeface="DejaVu Sans"/>
                <a:cs typeface="DejaVu Sans"/>
              </a:rPr>
              <a:t>CAN-H</a:t>
            </a:r>
          </a:p>
        </p:txBody>
      </p:sp>
      <p:sp>
        <p:nvSpPr>
          <p:cNvPr id="24" name="can-l-label">
            <a:extLst xmlns:a="http://schemas.openxmlformats.org/drawingml/2006/main">
              <a:ext uri="{FF2B5EF4-FFF2-40B4-BE49-F238E27FC236}">
                <a16:creationId xmlns:a16="http://schemas.microsoft.com/office/drawing/2014/main" id="{EBE71F5B-E630-4B4A-85BA-0B2F4BB7FEE3}"/>
              </a:ext>
            </a:extLst>
          </p:cNvPr>
          <p:cNvSpPr>
            <a:spLocks xmlns:a="http://schemas.openxmlformats.org/drawingml/2006/main" noGrp="1"/>
          </p:cNvSpPr>
          <p:nvPr/>
        </p:nvSpPr>
        <p:spPr>
          <a:xfrm xmlns:a="http://schemas.openxmlformats.org/drawingml/2006/main">
            <a:off x="6572250" y="581025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F7B500"/>
                </a:solidFill>
                <a:latin typeface="DejaVu Sans"/>
                <a:ea typeface="DejaVu Sans"/>
                <a:cs typeface="DejaVu Sans"/>
              </a:defRPr>
            </a:defPPr>
            <a:lvl1pPr algn="ctr">
              <a:defRPr sz="975" b="1">
                <a:solidFill>
                  <a:srgbClr val="F7B500"/>
                </a:solidFill>
                <a:latin typeface="DejaVu Sans"/>
                <a:ea typeface="DejaVu Sans"/>
                <a:cs typeface="DejaVu Sans"/>
              </a:defRPr>
            </a:lvl1pPr>
            <a:lvl2pPr algn="ctr">
              <a:defRPr sz="975" b="1">
                <a:solidFill>
                  <a:srgbClr val="F7B500"/>
                </a:solidFill>
                <a:latin typeface="DejaVu Sans"/>
                <a:ea typeface="DejaVu Sans"/>
                <a:cs typeface="DejaVu Sans"/>
              </a:defRPr>
            </a:lvl2pPr>
            <a:lvl3pPr algn="ctr">
              <a:defRPr sz="975" b="1">
                <a:solidFill>
                  <a:srgbClr val="F7B500"/>
                </a:solidFill>
                <a:latin typeface="DejaVu Sans"/>
                <a:ea typeface="DejaVu Sans"/>
                <a:cs typeface="DejaVu Sans"/>
              </a:defRPr>
            </a:lvl3pPr>
            <a:lvl4pPr algn="ctr">
              <a:defRPr sz="975" b="1">
                <a:solidFill>
                  <a:srgbClr val="F7B500"/>
                </a:solidFill>
                <a:latin typeface="DejaVu Sans"/>
                <a:ea typeface="DejaVu Sans"/>
                <a:cs typeface="DejaVu Sans"/>
              </a:defRPr>
            </a:lvl4pPr>
            <a:lvl5pPr algn="ctr">
              <a:defRPr sz="975" b="1">
                <a:solidFill>
                  <a:srgbClr val="F7B500"/>
                </a:solidFill>
                <a:latin typeface="DejaVu Sans"/>
                <a:ea typeface="DejaVu Sans"/>
                <a:cs typeface="DejaVu Sans"/>
              </a:defRPr>
            </a:lvl5pPr>
            <a:lvl6pPr algn="ctr">
              <a:defRPr sz="975" b="1">
                <a:solidFill>
                  <a:srgbClr val="F7B500"/>
                </a:solidFill>
                <a:latin typeface="DejaVu Sans"/>
                <a:ea typeface="DejaVu Sans"/>
                <a:cs typeface="DejaVu Sans"/>
              </a:defRPr>
            </a:lvl6pPr>
            <a:lvl7pPr algn="ctr">
              <a:defRPr sz="975" b="1">
                <a:solidFill>
                  <a:srgbClr val="F7B500"/>
                </a:solidFill>
                <a:latin typeface="DejaVu Sans"/>
                <a:ea typeface="DejaVu Sans"/>
                <a:cs typeface="DejaVu Sans"/>
              </a:defRPr>
            </a:lvl7pPr>
            <a:lvl8pPr algn="ctr">
              <a:defRPr sz="975" b="1">
                <a:solidFill>
                  <a:srgbClr val="F7B500"/>
                </a:solidFill>
                <a:latin typeface="DejaVu Sans"/>
                <a:ea typeface="DejaVu Sans"/>
                <a:cs typeface="DejaVu Sans"/>
              </a:defRPr>
            </a:lvl8pPr>
            <a:lvl9pPr algn="ctr">
              <a:defRPr sz="975" b="1">
                <a:solidFill>
                  <a:srgbClr val="F7B500"/>
                </a:solidFill>
                <a:latin typeface="DejaVu Sans"/>
                <a:ea typeface="DejaVu Sans"/>
                <a:cs typeface="DejaVu Sans"/>
              </a:defRPr>
            </a:lvl9pPr>
          </a:lstStyle>
          <a:p xmlns:a="http://schemas.openxmlformats.org/drawingml/2006/main">
            <a:pPr algn="ct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CAN-L</a:t>
            </a:r>
          </a:p>
        </p:txBody>
      </p:sp>
      <p:sp>
        <p:nvSpPr>
          <p:cNvPr id="25" name="diagram-disclaimer">
            <a:extLst xmlns:a="http://schemas.openxmlformats.org/drawingml/2006/main">
              <a:ext uri="{FF2B5EF4-FFF2-40B4-BE49-F238E27FC236}">
                <a16:creationId xmlns:a16="http://schemas.microsoft.com/office/drawing/2014/main" id="{7CC3C62A-A61D-4FE8-9043-807D6DCA6071}"/>
              </a:ext>
            </a:extLst>
          </p:cNvPr>
          <p:cNvSpPr>
            <a:spLocks xmlns:a="http://schemas.openxmlformats.org/drawingml/2006/main" noGrp="1"/>
          </p:cNvSpPr>
          <p:nvPr/>
        </p:nvSpPr>
        <p:spPr>
          <a:xfrm xmlns:a="http://schemas.openxmlformats.org/drawingml/2006/main">
            <a:off x="3524250" y="6172200"/>
            <a:ext cx="514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 b="0">
                <a:solidFill>
                  <a:srgbClr val="95A9BC"/>
                </a:solidFill>
                <a:latin typeface="DejaVu Sans"/>
                <a:ea typeface="DejaVu Sans"/>
                <a:cs typeface="DejaVu Sans"/>
              </a:defRPr>
            </a:defPPr>
            <a:lvl1pPr algn="ctr">
              <a:defRPr sz="825" b="0">
                <a:solidFill>
                  <a:srgbClr val="95A9BC"/>
                </a:solidFill>
                <a:latin typeface="DejaVu Sans"/>
                <a:ea typeface="DejaVu Sans"/>
                <a:cs typeface="DejaVu Sans"/>
              </a:defRPr>
            </a:lvl1pPr>
            <a:lvl2pPr algn="ctr">
              <a:defRPr sz="825" b="0">
                <a:solidFill>
                  <a:srgbClr val="95A9BC"/>
                </a:solidFill>
                <a:latin typeface="DejaVu Sans"/>
                <a:ea typeface="DejaVu Sans"/>
                <a:cs typeface="DejaVu Sans"/>
              </a:defRPr>
            </a:lvl2pPr>
            <a:lvl3pPr algn="ctr">
              <a:defRPr sz="825" b="0">
                <a:solidFill>
                  <a:srgbClr val="95A9BC"/>
                </a:solidFill>
                <a:latin typeface="DejaVu Sans"/>
                <a:ea typeface="DejaVu Sans"/>
                <a:cs typeface="DejaVu Sans"/>
              </a:defRPr>
            </a:lvl3pPr>
            <a:lvl4pPr algn="ctr">
              <a:defRPr sz="825" b="0">
                <a:solidFill>
                  <a:srgbClr val="95A9BC"/>
                </a:solidFill>
                <a:latin typeface="DejaVu Sans"/>
                <a:ea typeface="DejaVu Sans"/>
                <a:cs typeface="DejaVu Sans"/>
              </a:defRPr>
            </a:lvl4pPr>
            <a:lvl5pPr algn="ctr">
              <a:defRPr sz="825" b="0">
                <a:solidFill>
                  <a:srgbClr val="95A9BC"/>
                </a:solidFill>
                <a:latin typeface="DejaVu Sans"/>
                <a:ea typeface="DejaVu Sans"/>
                <a:cs typeface="DejaVu Sans"/>
              </a:defRPr>
            </a:lvl5pPr>
            <a:lvl6pPr algn="ctr">
              <a:defRPr sz="825" b="0">
                <a:solidFill>
                  <a:srgbClr val="95A9BC"/>
                </a:solidFill>
                <a:latin typeface="DejaVu Sans"/>
                <a:ea typeface="DejaVu Sans"/>
                <a:cs typeface="DejaVu Sans"/>
              </a:defRPr>
            </a:lvl6pPr>
            <a:lvl7pPr algn="ctr">
              <a:defRPr sz="825" b="0">
                <a:solidFill>
                  <a:srgbClr val="95A9BC"/>
                </a:solidFill>
                <a:latin typeface="DejaVu Sans"/>
                <a:ea typeface="DejaVu Sans"/>
                <a:cs typeface="DejaVu Sans"/>
              </a:defRPr>
            </a:lvl7pPr>
            <a:lvl8pPr algn="ctr">
              <a:defRPr sz="825" b="0">
                <a:solidFill>
                  <a:srgbClr val="95A9BC"/>
                </a:solidFill>
                <a:latin typeface="DejaVu Sans"/>
                <a:ea typeface="DejaVu Sans"/>
                <a:cs typeface="DejaVu Sans"/>
              </a:defRPr>
            </a:lvl8pPr>
            <a:lvl9pPr algn="ctr">
              <a:defRPr sz="825" b="0">
                <a:solidFill>
                  <a:srgbClr val="95A9BC"/>
                </a:solidFill>
                <a:latin typeface="DejaVu Sans"/>
                <a:ea typeface="DejaVu Sans"/>
                <a:cs typeface="DejaVu Sans"/>
              </a:defRPr>
            </a:lvl9pPr>
          </a:lstStyle>
          <a:p xmlns:a="http://schemas.openxmlformats.org/drawingml/2006/main">
            <a:pPr algn="ctr">
              <a:defRPr sz="825" b="0">
                <a:solidFill>
                  <a:srgbClr val="95A9BC"/>
                </a:solidFill>
                <a:latin typeface="DejaVu Sans"/>
                <a:ea typeface="DejaVu Sans"/>
                <a:cs typeface="DejaVu Sans"/>
              </a:defRPr>
            </a:pPr>
            <a:r>
              <a:rPr sz="825" b="0">
                <a:solidFill>
                  <a:srgbClr val="95A9BC"/>
                </a:solidFill>
                <a:latin typeface="DejaVu Sans"/>
                <a:ea typeface="DejaVu Sans"/>
                <a:cs typeface="DejaVu Sans"/>
              </a:rPr>
              <a:t>Γενικό εκπαιδευτικό σχήμα, όχι εργοστασιακό διάγραμμα BMW</a:t>
            </a:r>
          </a:p>
        </p:txBody>
      </p:sp>
      <p:sp>
        <p:nvSpPr>
          <p:cNvPr id="26" name="footer">
            <a:extLst xmlns:a="http://schemas.openxmlformats.org/drawingml/2006/main">
              <a:ext uri="{FF2B5EF4-FFF2-40B4-BE49-F238E27FC236}">
                <a16:creationId xmlns:a16="http://schemas.microsoft.com/office/drawing/2014/main" id="{106059DB-B630-43DD-B74E-2E071E5F694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95A9BC"/>
                </a:solidFill>
                <a:latin typeface="DejaVu Sans"/>
                <a:ea typeface="DejaVu Sans"/>
                <a:cs typeface="DejaVu Sans"/>
              </a:defRPr>
            </a:defPPr>
            <a:lvl1pPr algn="l">
              <a:defRPr sz="825" b="0">
                <a:solidFill>
                  <a:srgbClr val="95A9BC"/>
                </a:solidFill>
                <a:latin typeface="DejaVu Sans"/>
                <a:ea typeface="DejaVu Sans"/>
                <a:cs typeface="DejaVu Sans"/>
              </a:defRPr>
            </a:lvl1pPr>
            <a:lvl2pPr algn="l">
              <a:defRPr sz="825" b="0">
                <a:solidFill>
                  <a:srgbClr val="95A9BC"/>
                </a:solidFill>
                <a:latin typeface="DejaVu Sans"/>
                <a:ea typeface="DejaVu Sans"/>
                <a:cs typeface="DejaVu Sans"/>
              </a:defRPr>
            </a:lvl2pPr>
            <a:lvl3pPr algn="l">
              <a:defRPr sz="825" b="0">
                <a:solidFill>
                  <a:srgbClr val="95A9BC"/>
                </a:solidFill>
                <a:latin typeface="DejaVu Sans"/>
                <a:ea typeface="DejaVu Sans"/>
                <a:cs typeface="DejaVu Sans"/>
              </a:defRPr>
            </a:lvl3pPr>
            <a:lvl4pPr algn="l">
              <a:defRPr sz="825" b="0">
                <a:solidFill>
                  <a:srgbClr val="95A9BC"/>
                </a:solidFill>
                <a:latin typeface="DejaVu Sans"/>
                <a:ea typeface="DejaVu Sans"/>
                <a:cs typeface="DejaVu Sans"/>
              </a:defRPr>
            </a:lvl4pPr>
            <a:lvl5pPr algn="l">
              <a:defRPr sz="825" b="0">
                <a:solidFill>
                  <a:srgbClr val="95A9BC"/>
                </a:solidFill>
                <a:latin typeface="DejaVu Sans"/>
                <a:ea typeface="DejaVu Sans"/>
                <a:cs typeface="DejaVu Sans"/>
              </a:defRPr>
            </a:lvl5pPr>
            <a:lvl6pPr algn="l">
              <a:defRPr sz="825" b="0">
                <a:solidFill>
                  <a:srgbClr val="95A9BC"/>
                </a:solidFill>
                <a:latin typeface="DejaVu Sans"/>
                <a:ea typeface="DejaVu Sans"/>
                <a:cs typeface="DejaVu Sans"/>
              </a:defRPr>
            </a:lvl6pPr>
            <a:lvl7pPr algn="l">
              <a:defRPr sz="825" b="0">
                <a:solidFill>
                  <a:srgbClr val="95A9BC"/>
                </a:solidFill>
                <a:latin typeface="DejaVu Sans"/>
                <a:ea typeface="DejaVu Sans"/>
                <a:cs typeface="DejaVu Sans"/>
              </a:defRPr>
            </a:lvl7pPr>
            <a:lvl8pPr algn="l">
              <a:defRPr sz="825" b="0">
                <a:solidFill>
                  <a:srgbClr val="95A9BC"/>
                </a:solidFill>
                <a:latin typeface="DejaVu Sans"/>
                <a:ea typeface="DejaVu Sans"/>
                <a:cs typeface="DejaVu Sans"/>
              </a:defRPr>
            </a:lvl8pPr>
            <a:lvl9pPr algn="l">
              <a:defRPr sz="825" b="0">
                <a:solidFill>
                  <a:srgbClr val="95A9BC"/>
                </a:solidFill>
                <a:latin typeface="DejaVu Sans"/>
                <a:ea typeface="DejaVu Sans"/>
                <a:cs typeface="DejaVu Sans"/>
              </a:defRPr>
            </a:lvl9pPr>
          </a:lstStyle>
          <a:p xmlns:a="http://schemas.openxmlformats.org/drawingml/2006/main">
            <a:pPr algn="l">
              <a:defRPr sz="825" b="0">
                <a:solidFill>
                  <a:srgbClr val="95A9BC"/>
                </a:solidFill>
                <a:latin typeface="DejaVu Sans"/>
                <a:ea typeface="DejaVu Sans"/>
                <a:cs typeface="DejaVu Sans"/>
              </a:defRPr>
            </a:pPr>
            <a:r>
              <a:rPr sz="825" b="0">
                <a:solidFill>
                  <a:srgbClr val="95A9BC"/>
                </a:solidFill>
                <a:latin typeface="DejaVu Sans"/>
                <a:ea typeface="DejaVu Sans"/>
                <a:cs typeface="DejaVu Sans"/>
              </a:rPr>
              <a:t>Δίκτυα και Επικοινωνία Οχημάτων</a:t>
            </a:r>
          </a:p>
        </p:txBody>
      </p:sp>
      <p:sp>
        <p:nvSpPr>
          <p:cNvPr id="27" name="page-number">
            <a:extLst xmlns:a="http://schemas.openxmlformats.org/drawingml/2006/main">
              <a:ext uri="{FF2B5EF4-FFF2-40B4-BE49-F238E27FC236}">
                <a16:creationId xmlns:a16="http://schemas.microsoft.com/office/drawing/2014/main" id="{89EBDDF4-A50C-4A52-A7B7-448CD5C9E882}"/>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95A9BC"/>
                </a:solidFill>
                <a:latin typeface="DejaVu Sans"/>
                <a:ea typeface="DejaVu Sans"/>
                <a:cs typeface="DejaVu Sans"/>
              </a:defRPr>
            </a:defPPr>
            <a:lvl1pPr algn="r">
              <a:defRPr sz="1200" b="1">
                <a:solidFill>
                  <a:srgbClr val="95A9BC"/>
                </a:solidFill>
                <a:latin typeface="DejaVu Sans"/>
                <a:ea typeface="DejaVu Sans"/>
                <a:cs typeface="DejaVu Sans"/>
              </a:defRPr>
            </a:lvl1pPr>
            <a:lvl2pPr algn="r">
              <a:defRPr sz="1200" b="1">
                <a:solidFill>
                  <a:srgbClr val="95A9BC"/>
                </a:solidFill>
                <a:latin typeface="DejaVu Sans"/>
                <a:ea typeface="DejaVu Sans"/>
                <a:cs typeface="DejaVu Sans"/>
              </a:defRPr>
            </a:lvl2pPr>
            <a:lvl3pPr algn="r">
              <a:defRPr sz="1200" b="1">
                <a:solidFill>
                  <a:srgbClr val="95A9BC"/>
                </a:solidFill>
                <a:latin typeface="DejaVu Sans"/>
                <a:ea typeface="DejaVu Sans"/>
                <a:cs typeface="DejaVu Sans"/>
              </a:defRPr>
            </a:lvl3pPr>
            <a:lvl4pPr algn="r">
              <a:defRPr sz="1200" b="1">
                <a:solidFill>
                  <a:srgbClr val="95A9BC"/>
                </a:solidFill>
                <a:latin typeface="DejaVu Sans"/>
                <a:ea typeface="DejaVu Sans"/>
                <a:cs typeface="DejaVu Sans"/>
              </a:defRPr>
            </a:lvl4pPr>
            <a:lvl5pPr algn="r">
              <a:defRPr sz="1200" b="1">
                <a:solidFill>
                  <a:srgbClr val="95A9BC"/>
                </a:solidFill>
                <a:latin typeface="DejaVu Sans"/>
                <a:ea typeface="DejaVu Sans"/>
                <a:cs typeface="DejaVu Sans"/>
              </a:defRPr>
            </a:lvl5pPr>
            <a:lvl6pPr algn="r">
              <a:defRPr sz="1200" b="1">
                <a:solidFill>
                  <a:srgbClr val="95A9BC"/>
                </a:solidFill>
                <a:latin typeface="DejaVu Sans"/>
                <a:ea typeface="DejaVu Sans"/>
                <a:cs typeface="DejaVu Sans"/>
              </a:defRPr>
            </a:lvl6pPr>
            <a:lvl7pPr algn="r">
              <a:defRPr sz="1200" b="1">
                <a:solidFill>
                  <a:srgbClr val="95A9BC"/>
                </a:solidFill>
                <a:latin typeface="DejaVu Sans"/>
                <a:ea typeface="DejaVu Sans"/>
                <a:cs typeface="DejaVu Sans"/>
              </a:defRPr>
            </a:lvl7pPr>
            <a:lvl8pPr algn="r">
              <a:defRPr sz="1200" b="1">
                <a:solidFill>
                  <a:srgbClr val="95A9BC"/>
                </a:solidFill>
                <a:latin typeface="DejaVu Sans"/>
                <a:ea typeface="DejaVu Sans"/>
                <a:cs typeface="DejaVu Sans"/>
              </a:defRPr>
            </a:lvl8pPr>
            <a:lvl9pPr algn="r">
              <a:defRPr sz="1200" b="1">
                <a:solidFill>
                  <a:srgbClr val="95A9BC"/>
                </a:solidFill>
                <a:latin typeface="DejaVu Sans"/>
                <a:ea typeface="DejaVu Sans"/>
                <a:cs typeface="DejaVu Sans"/>
              </a:defRPr>
            </a:lvl9pPr>
          </a:lstStyle>
          <a:p xmlns:a="http://schemas.openxmlformats.org/drawingml/2006/main">
            <a:pPr algn="r">
              <a:defRPr sz="1200" b="1">
                <a:solidFill>
                  <a:srgbClr val="95A9BC"/>
                </a:solidFill>
                <a:latin typeface="DejaVu Sans"/>
                <a:ea typeface="DejaVu Sans"/>
                <a:cs typeface="DejaVu Sans"/>
              </a:defRPr>
            </a:pPr>
            <a:r>
              <a:rPr sz="1200" b="1">
                <a:solidFill>
                  <a:srgbClr val="95A9BC"/>
                </a:solidFill>
                <a:latin typeface="DejaVu Sans"/>
                <a:ea typeface="DejaVu Sans"/>
                <a:cs typeface="DejaVu Sans"/>
              </a:rPr>
              <a:t>01</a:t>
            </a:r>
          </a:p>
        </p:txBody>
      </p:sp>
    </p:spTree>
    <p:extLst>
      <p:ext uri="{BB962C8B-B14F-4D97-AF65-F5344CB8AC3E}">
        <p14:creationId xmlns:p14="http://schemas.microsoft.com/office/powerpoint/2010/main" val="1082653409"/>
      </p:ext>
    </p:extLst>
  </p:cSld>
</p:sld>
</file>

<file path=ppt/slides/slide2.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2" name="s2-kicker">
            <a:extLst xmlns:a="http://schemas.openxmlformats.org/drawingml/2006/main">
              <a:ext uri="{FF2B5EF4-FFF2-40B4-BE49-F238E27FC236}">
                <a16:creationId xmlns:a16="http://schemas.microsoft.com/office/drawing/2014/main" id="{7C53603F-5128-4C49-B2E4-D1DC8DC5E8A4}"/>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title">
            <a:extLst xmlns:a="http://schemas.openxmlformats.org/drawingml/2006/main">
              <a:ext uri="{FF2B5EF4-FFF2-40B4-BE49-F238E27FC236}">
                <a16:creationId xmlns:a16="http://schemas.microsoft.com/office/drawing/2014/main" id="{4337C37C-71C2-4899-A5CF-D8A1E3E42A70}"/>
              </a:ext>
            </a:extLst>
          </p:cNvPr>
          <p:cNvSpPr>
            <a:spLocks xmlns:a="http://schemas.openxmlformats.org/drawingml/2006/main" noGrp="1"/>
          </p:cNvSpPr>
          <p:nvPr/>
        </p:nvSpPr>
        <p:spPr>
          <a:xfrm xmlns:a="http://schemas.openxmlformats.org/drawingml/2006/main">
            <a:off x="609600" y="6572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01D31"/>
                </a:solidFill>
                <a:latin typeface="DejaVu Sans"/>
                <a:ea typeface="DejaVu Sans"/>
                <a:cs typeface="DejaVu Sans"/>
              </a:defRPr>
            </a:defPPr>
            <a:lvl1pPr algn="l">
              <a:defRPr sz="2925" b="1">
                <a:solidFill>
                  <a:srgbClr val="101D31"/>
                </a:solidFill>
                <a:latin typeface="DejaVu Sans"/>
                <a:ea typeface="DejaVu Sans"/>
                <a:cs typeface="DejaVu Sans"/>
              </a:defRPr>
            </a:lvl1pPr>
            <a:lvl2pPr algn="l">
              <a:defRPr sz="2925" b="1">
                <a:solidFill>
                  <a:srgbClr val="101D31"/>
                </a:solidFill>
                <a:latin typeface="DejaVu Sans"/>
                <a:ea typeface="DejaVu Sans"/>
                <a:cs typeface="DejaVu Sans"/>
              </a:defRPr>
            </a:lvl2pPr>
            <a:lvl3pPr algn="l">
              <a:defRPr sz="2925" b="1">
                <a:solidFill>
                  <a:srgbClr val="101D31"/>
                </a:solidFill>
                <a:latin typeface="DejaVu Sans"/>
                <a:ea typeface="DejaVu Sans"/>
                <a:cs typeface="DejaVu Sans"/>
              </a:defRPr>
            </a:lvl3pPr>
            <a:lvl4pPr algn="l">
              <a:defRPr sz="2925" b="1">
                <a:solidFill>
                  <a:srgbClr val="101D31"/>
                </a:solidFill>
                <a:latin typeface="DejaVu Sans"/>
                <a:ea typeface="DejaVu Sans"/>
                <a:cs typeface="DejaVu Sans"/>
              </a:defRPr>
            </a:lvl4pPr>
            <a:lvl5pPr algn="l">
              <a:defRPr sz="2925" b="1">
                <a:solidFill>
                  <a:srgbClr val="101D31"/>
                </a:solidFill>
                <a:latin typeface="DejaVu Sans"/>
                <a:ea typeface="DejaVu Sans"/>
                <a:cs typeface="DejaVu Sans"/>
              </a:defRPr>
            </a:lvl5pPr>
            <a:lvl6pPr algn="l">
              <a:defRPr sz="2925" b="1">
                <a:solidFill>
                  <a:srgbClr val="101D31"/>
                </a:solidFill>
                <a:latin typeface="DejaVu Sans"/>
                <a:ea typeface="DejaVu Sans"/>
                <a:cs typeface="DejaVu Sans"/>
              </a:defRPr>
            </a:lvl6pPr>
            <a:lvl7pPr algn="l">
              <a:defRPr sz="2925" b="1">
                <a:solidFill>
                  <a:srgbClr val="101D31"/>
                </a:solidFill>
                <a:latin typeface="DejaVu Sans"/>
                <a:ea typeface="DejaVu Sans"/>
                <a:cs typeface="DejaVu Sans"/>
              </a:defRPr>
            </a:lvl7pPr>
            <a:lvl8pPr algn="l">
              <a:defRPr sz="2925" b="1">
                <a:solidFill>
                  <a:srgbClr val="101D31"/>
                </a:solidFill>
                <a:latin typeface="DejaVu Sans"/>
                <a:ea typeface="DejaVu Sans"/>
                <a:cs typeface="DejaVu Sans"/>
              </a:defRPr>
            </a:lvl8pPr>
            <a:lvl9pPr algn="l">
              <a:defRPr sz="2925" b="1">
                <a:solidFill>
                  <a:srgbClr val="101D31"/>
                </a:solidFill>
                <a:latin typeface="DejaVu Sans"/>
                <a:ea typeface="DejaVu Sans"/>
                <a:cs typeface="DejaVu Sans"/>
              </a:defRPr>
            </a:lvl9pPr>
          </a:lstStyle>
          <a:p xmlns:a="http://schemas.openxmlformats.org/drawingml/2006/main">
            <a:pPr algn="l">
              <a:defRPr sz="2925" b="1">
                <a:solidFill>
                  <a:srgbClr val="101D31"/>
                </a:solidFill>
                <a:latin typeface="DejaVu Sans"/>
                <a:ea typeface="DejaVu Sans"/>
                <a:cs typeface="DejaVu Sans"/>
              </a:defRPr>
            </a:pPr>
            <a:r>
              <a:rPr sz="2925" b="1">
                <a:solidFill>
                  <a:srgbClr val="101D31"/>
                </a:solidFill>
                <a:latin typeface="DejaVu Sans"/>
                <a:ea typeface="DejaVu Sans"/>
                <a:cs typeface="DejaVu Sans"/>
              </a:rPr>
              <a:t>Από την τοπολογία στο ηλεκτρικό σήμα</a:t>
            </a:r>
          </a:p>
        </p:txBody>
      </p:sp>
      <p:sp>
        <p:nvSpPr>
          <p:cNvPr id="3" name="s2-title-rule">
            <a:extLst xmlns:a="http://schemas.openxmlformats.org/drawingml/2006/main">
              <a:ext uri="{FF2B5EF4-FFF2-40B4-BE49-F238E27FC236}">
                <a16:creationId xmlns:a16="http://schemas.microsoft.com/office/drawing/2014/main" id="{74A5E7EF-6E96-46A5-96C5-DFD25A068A26}"/>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subtitle">
            <a:extLst xmlns:a="http://schemas.openxmlformats.org/drawingml/2006/main">
              <a:ext uri="{FF2B5EF4-FFF2-40B4-BE49-F238E27FC236}">
                <a16:creationId xmlns:a16="http://schemas.microsoft.com/office/drawing/2014/main" id="{39390637-2AF8-4711-B739-953D6354C0C3}"/>
              </a:ext>
            </a:extLst>
          </p:cNvPr>
          <p:cNvSpPr>
            <a:spLocks xmlns:a="http://schemas.openxmlformats.org/drawingml/2006/main" noGrp="1"/>
          </p:cNvSpPr>
          <p:nvPr/>
        </p:nvSpPr>
        <p:spPr>
          <a:xfrm xmlns:a="http://schemas.openxmlformats.org/drawingml/2006/main">
            <a:off x="609600" y="151447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Στο προηγούμενο μάθημα είδαμε πώς συνδέονται οι ECU. Τώρα κοιτάμε τις γραμμές που μεταφέρουν τα bits.</a:t>
            </a:r>
          </a:p>
        </p:txBody>
      </p:sp>
      <p:sp>
        <p:nvSpPr>
          <p:cNvPr id="5" name="s2-topology-panel">
            <a:extLst xmlns:a="http://schemas.openxmlformats.org/drawingml/2006/main">
              <a:ext uri="{FF2B5EF4-FFF2-40B4-BE49-F238E27FC236}">
                <a16:creationId xmlns:a16="http://schemas.microsoft.com/office/drawing/2014/main" id="{F1F00B34-2E71-4282-82C9-A58ECB2CF81B}"/>
              </a:ext>
            </a:extLst>
          </p:cNvPr>
          <p:cNvSpPr>
            <a:spLocks xmlns:a="http://schemas.openxmlformats.org/drawingml/2006/main" noGrp="1"/>
          </p:cNvSpPr>
          <p:nvPr/>
        </p:nvSpPr>
        <p:spPr>
          <a:xfrm xmlns:a="http://schemas.openxmlformats.org/drawingml/2006/main">
            <a:off x="609600" y="2209800"/>
            <a:ext cx="49530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14288">
            <a:solidFill>
              <a:srgbClr val="D6E2ED"/>
            </a:solidFill>
            <a:prstDash val="solid"/>
          </a:ln>
        </p:spPr>
      </p:sp>
      <p:sp>
        <p:nvSpPr>
          <p:cNvPr id="6" name="s2-topology-heading">
            <a:extLst xmlns:a="http://schemas.openxmlformats.org/drawingml/2006/main">
              <a:ext uri="{FF2B5EF4-FFF2-40B4-BE49-F238E27FC236}">
                <a16:creationId xmlns:a16="http://schemas.microsoft.com/office/drawing/2014/main" id="{CC6F862D-0250-47B0-81AB-4812A8502149}"/>
              </a:ext>
            </a:extLst>
          </p:cNvPr>
          <p:cNvSpPr>
            <a:spLocks xmlns:a="http://schemas.openxmlformats.org/drawingml/2006/main" noGrp="1"/>
          </p:cNvSpPr>
          <p:nvPr/>
        </p:nvSpPr>
        <p:spPr>
          <a:xfrm xmlns:a="http://schemas.openxmlformats.org/drawingml/2006/main">
            <a:off x="895350" y="24193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BFD9"/>
                </a:solidFill>
                <a:latin typeface="DejaVu Sans"/>
                <a:ea typeface="DejaVu Sans"/>
                <a:cs typeface="DejaVu Sans"/>
              </a:defRPr>
            </a:defPPr>
            <a:lvl1pPr algn="l">
              <a:defRPr sz="1125" b="1">
                <a:solidFill>
                  <a:srgbClr val="10BFD9"/>
                </a:solidFill>
                <a:latin typeface="DejaVu Sans"/>
                <a:ea typeface="DejaVu Sans"/>
                <a:cs typeface="DejaVu Sans"/>
              </a:defRPr>
            </a:lvl1pPr>
            <a:lvl2pPr algn="l">
              <a:defRPr sz="1125" b="1">
                <a:solidFill>
                  <a:srgbClr val="10BFD9"/>
                </a:solidFill>
                <a:latin typeface="DejaVu Sans"/>
                <a:ea typeface="DejaVu Sans"/>
                <a:cs typeface="DejaVu Sans"/>
              </a:defRPr>
            </a:lvl2pPr>
            <a:lvl3pPr algn="l">
              <a:defRPr sz="1125" b="1">
                <a:solidFill>
                  <a:srgbClr val="10BFD9"/>
                </a:solidFill>
                <a:latin typeface="DejaVu Sans"/>
                <a:ea typeface="DejaVu Sans"/>
                <a:cs typeface="DejaVu Sans"/>
              </a:defRPr>
            </a:lvl3pPr>
            <a:lvl4pPr algn="l">
              <a:defRPr sz="1125" b="1">
                <a:solidFill>
                  <a:srgbClr val="10BFD9"/>
                </a:solidFill>
                <a:latin typeface="DejaVu Sans"/>
                <a:ea typeface="DejaVu Sans"/>
                <a:cs typeface="DejaVu Sans"/>
              </a:defRPr>
            </a:lvl4pPr>
            <a:lvl5pPr algn="l">
              <a:defRPr sz="1125" b="1">
                <a:solidFill>
                  <a:srgbClr val="10BFD9"/>
                </a:solidFill>
                <a:latin typeface="DejaVu Sans"/>
                <a:ea typeface="DejaVu Sans"/>
                <a:cs typeface="DejaVu Sans"/>
              </a:defRPr>
            </a:lvl5pPr>
            <a:lvl6pPr algn="l">
              <a:defRPr sz="1125" b="1">
                <a:solidFill>
                  <a:srgbClr val="10BFD9"/>
                </a:solidFill>
                <a:latin typeface="DejaVu Sans"/>
                <a:ea typeface="DejaVu Sans"/>
                <a:cs typeface="DejaVu Sans"/>
              </a:defRPr>
            </a:lvl6pPr>
            <a:lvl7pPr algn="l">
              <a:defRPr sz="1125" b="1">
                <a:solidFill>
                  <a:srgbClr val="10BFD9"/>
                </a:solidFill>
                <a:latin typeface="DejaVu Sans"/>
                <a:ea typeface="DejaVu Sans"/>
                <a:cs typeface="DejaVu Sans"/>
              </a:defRPr>
            </a:lvl7pPr>
            <a:lvl8pPr algn="l">
              <a:defRPr sz="1125" b="1">
                <a:solidFill>
                  <a:srgbClr val="10BFD9"/>
                </a:solidFill>
                <a:latin typeface="DejaVu Sans"/>
                <a:ea typeface="DejaVu Sans"/>
                <a:cs typeface="DejaVu Sans"/>
              </a:defRPr>
            </a:lvl8pPr>
            <a:lvl9pPr algn="l">
              <a:defRPr sz="1125" b="1">
                <a:solidFill>
                  <a:srgbClr val="10BFD9"/>
                </a:solidFill>
                <a:latin typeface="DejaVu Sans"/>
                <a:ea typeface="DejaVu Sans"/>
                <a:cs typeface="DejaVu Sans"/>
              </a:defRPr>
            </a:lvl9pPr>
          </a:lstStyle>
          <a:p xmlns:a="http://schemas.openxmlformats.org/drawingml/2006/main">
            <a:pPr algn="l">
              <a:defRPr sz="1125" b="1">
                <a:solidFill>
                  <a:srgbClr val="10BFD9"/>
                </a:solidFill>
                <a:latin typeface="DejaVu Sans"/>
                <a:ea typeface="DejaVu Sans"/>
                <a:cs typeface="DejaVu Sans"/>
              </a:defRPr>
            </a:pPr>
            <a:r>
              <a:rPr sz="1125" b="1">
                <a:solidFill>
                  <a:srgbClr val="10BFD9"/>
                </a:solidFill>
                <a:latin typeface="DejaVu Sans"/>
                <a:ea typeface="DejaVu Sans"/>
                <a:cs typeface="DejaVu Sans"/>
              </a:rPr>
              <a:t>ΧΑΡΤΗΣ ΔΙΚΤΥΟΥ</a:t>
            </a:r>
          </a:p>
        </p:txBody>
      </p:sp>
      <p:sp>
        <p:nvSpPr>
          <p:cNvPr id="7" name="s2-topology-caption">
            <a:extLst xmlns:a="http://schemas.openxmlformats.org/drawingml/2006/main">
              <a:ext uri="{FF2B5EF4-FFF2-40B4-BE49-F238E27FC236}">
                <a16:creationId xmlns:a16="http://schemas.microsoft.com/office/drawing/2014/main" id="{84D170DD-2922-492D-AAAE-F57AD6052530}"/>
              </a:ext>
            </a:extLst>
          </p:cNvPr>
          <p:cNvSpPr>
            <a:spLocks xmlns:a="http://schemas.openxmlformats.org/drawingml/2006/main" noGrp="1"/>
          </p:cNvSpPr>
          <p:nvPr/>
        </p:nvSpPr>
        <p:spPr>
          <a:xfrm xmlns:a="http://schemas.openxmlformats.org/drawingml/2006/main">
            <a:off x="895350" y="27051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01D31"/>
                </a:solidFill>
                <a:latin typeface="DejaVu Sans"/>
                <a:ea typeface="DejaVu Sans"/>
                <a:cs typeface="DejaVu Sans"/>
              </a:defRPr>
            </a:defPPr>
            <a:lvl1pPr algn="l">
              <a:defRPr sz="1350" b="1">
                <a:solidFill>
                  <a:srgbClr val="101D31"/>
                </a:solidFill>
                <a:latin typeface="DejaVu Sans"/>
                <a:ea typeface="DejaVu Sans"/>
                <a:cs typeface="DejaVu Sans"/>
              </a:defRPr>
            </a:lvl1pPr>
            <a:lvl2pPr algn="l">
              <a:defRPr sz="1350" b="1">
                <a:solidFill>
                  <a:srgbClr val="101D31"/>
                </a:solidFill>
                <a:latin typeface="DejaVu Sans"/>
                <a:ea typeface="DejaVu Sans"/>
                <a:cs typeface="DejaVu Sans"/>
              </a:defRPr>
            </a:lvl2pPr>
            <a:lvl3pPr algn="l">
              <a:defRPr sz="1350" b="1">
                <a:solidFill>
                  <a:srgbClr val="101D31"/>
                </a:solidFill>
                <a:latin typeface="DejaVu Sans"/>
                <a:ea typeface="DejaVu Sans"/>
                <a:cs typeface="DejaVu Sans"/>
              </a:defRPr>
            </a:lvl3pPr>
            <a:lvl4pPr algn="l">
              <a:defRPr sz="1350" b="1">
                <a:solidFill>
                  <a:srgbClr val="101D31"/>
                </a:solidFill>
                <a:latin typeface="DejaVu Sans"/>
                <a:ea typeface="DejaVu Sans"/>
                <a:cs typeface="DejaVu Sans"/>
              </a:defRPr>
            </a:lvl4pPr>
            <a:lvl5pPr algn="l">
              <a:defRPr sz="1350" b="1">
                <a:solidFill>
                  <a:srgbClr val="101D31"/>
                </a:solidFill>
                <a:latin typeface="DejaVu Sans"/>
                <a:ea typeface="DejaVu Sans"/>
                <a:cs typeface="DejaVu Sans"/>
              </a:defRPr>
            </a:lvl5pPr>
            <a:lvl6pPr algn="l">
              <a:defRPr sz="1350" b="1">
                <a:solidFill>
                  <a:srgbClr val="101D31"/>
                </a:solidFill>
                <a:latin typeface="DejaVu Sans"/>
                <a:ea typeface="DejaVu Sans"/>
                <a:cs typeface="DejaVu Sans"/>
              </a:defRPr>
            </a:lvl6pPr>
            <a:lvl7pPr algn="l">
              <a:defRPr sz="1350" b="1">
                <a:solidFill>
                  <a:srgbClr val="101D31"/>
                </a:solidFill>
                <a:latin typeface="DejaVu Sans"/>
                <a:ea typeface="DejaVu Sans"/>
                <a:cs typeface="DejaVu Sans"/>
              </a:defRPr>
            </a:lvl7pPr>
            <a:lvl8pPr algn="l">
              <a:defRPr sz="1350" b="1">
                <a:solidFill>
                  <a:srgbClr val="101D31"/>
                </a:solidFill>
                <a:latin typeface="DejaVu Sans"/>
                <a:ea typeface="DejaVu Sans"/>
                <a:cs typeface="DejaVu Sans"/>
              </a:defRPr>
            </a:lvl8pPr>
            <a:lvl9pPr algn="l">
              <a:defRPr sz="1350" b="1">
                <a:solidFill>
                  <a:srgbClr val="101D31"/>
                </a:solidFill>
                <a:latin typeface="DejaVu Sans"/>
                <a:ea typeface="DejaVu Sans"/>
                <a:cs typeface="DejaVu Sans"/>
              </a:defRPr>
            </a:lvl9pPr>
          </a:lstStyle>
          <a:p xmlns:a="http://schemas.openxmlformats.org/drawingml/2006/main">
            <a:pPr algn="l">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Ποιοι κόμβοι συνδέονται;</a:t>
            </a:r>
          </a:p>
        </p:txBody>
      </p:sp>
      <p:sp>
        <p:nvSpPr>
          <p:cNvPr id="8" name="s2-node-0">
            <a:extLst xmlns:a="http://schemas.openxmlformats.org/drawingml/2006/main">
              <a:ext uri="{FF2B5EF4-FFF2-40B4-BE49-F238E27FC236}">
                <a16:creationId xmlns:a16="http://schemas.microsoft.com/office/drawing/2014/main" id="{5ACA746C-D997-4B0B-A3FC-AB3FD288D411}"/>
              </a:ext>
            </a:extLst>
          </p:cNvPr>
          <p:cNvSpPr>
            <a:spLocks xmlns:a="http://schemas.openxmlformats.org/drawingml/2006/main" noGrp="1"/>
          </p:cNvSpPr>
          <p:nvPr/>
        </p:nvSpPr>
        <p:spPr>
          <a:xfrm xmlns:a="http://schemas.openxmlformats.org/drawingml/2006/main">
            <a:off x="923925" y="3314700"/>
            <a:ext cx="13144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10BFD9"/>
            </a:solidFill>
            <a:prstDash val="solid"/>
          </a:ln>
        </p:spPr>
      </p:sp>
      <p:sp>
        <p:nvSpPr>
          <p:cNvPr id="9" name="s2-node-label-0">
            <a:extLst xmlns:a="http://schemas.openxmlformats.org/drawingml/2006/main">
              <a:ext uri="{FF2B5EF4-FFF2-40B4-BE49-F238E27FC236}">
                <a16:creationId xmlns:a16="http://schemas.microsoft.com/office/drawing/2014/main" id="{4C4A2E6C-300E-4697-99F5-5A63FA7A4B8C}"/>
              </a:ext>
            </a:extLst>
          </p:cNvPr>
          <p:cNvSpPr>
            <a:spLocks xmlns:a="http://schemas.openxmlformats.org/drawingml/2006/main" noGrp="1"/>
          </p:cNvSpPr>
          <p:nvPr/>
        </p:nvSpPr>
        <p:spPr>
          <a:xfrm xmlns:a="http://schemas.openxmlformats.org/drawingml/2006/main">
            <a:off x="990600" y="3457575"/>
            <a:ext cx="1181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ECU ΚΙΝΗΤΗΡΑ</a:t>
            </a:r>
          </a:p>
        </p:txBody>
      </p:sp>
      <p:sp>
        <p:nvSpPr>
          <p:cNvPr id="10" name="s2-branch-0">
            <a:extLst xmlns:a="http://schemas.openxmlformats.org/drawingml/2006/main">
              <a:ext uri="{FF2B5EF4-FFF2-40B4-BE49-F238E27FC236}">
                <a16:creationId xmlns:a16="http://schemas.microsoft.com/office/drawing/2014/main" id="{5C216BD2-EAFF-4C4C-AB3C-A12C5F94EF6E}"/>
              </a:ext>
            </a:extLst>
          </p:cNvPr>
          <p:cNvSpPr>
            <a:spLocks xmlns:a="http://schemas.openxmlformats.org/drawingml/2006/main" noGrp="1"/>
          </p:cNvSpPr>
          <p:nvPr/>
        </p:nvSpPr>
        <p:spPr>
          <a:xfrm xmlns:a="http://schemas.openxmlformats.org/drawingml/2006/main">
            <a:off x="1562100" y="3981450"/>
            <a:ext cx="28575" cy="504825"/>
          </a:xfrm>
          <a:prstGeom xmlns:a="http://schemas.openxmlformats.org/drawingml/2006/main" prst="rect">
            <a:avLst/>
          </a:prstGeom>
          <a:solidFill xmlns:a="http://schemas.openxmlformats.org/drawingml/2006/main">
            <a:srgbClr val="8AA0B4"/>
          </a:solidFill>
          <a:ln xmlns:a="http://schemas.openxmlformats.org/drawingml/2006/main" w="0">
            <a:noFill/>
            <a:prstDash val="solid"/>
          </a:ln>
        </p:spPr>
      </p:sp>
      <p:sp>
        <p:nvSpPr>
          <p:cNvPr id="11" name="s2-node-1">
            <a:extLst xmlns:a="http://schemas.openxmlformats.org/drawingml/2006/main">
              <a:ext uri="{FF2B5EF4-FFF2-40B4-BE49-F238E27FC236}">
                <a16:creationId xmlns:a16="http://schemas.microsoft.com/office/drawing/2014/main" id="{18C39409-AFDB-4B06-87A8-9E24629A50FF}"/>
              </a:ext>
            </a:extLst>
          </p:cNvPr>
          <p:cNvSpPr>
            <a:spLocks xmlns:a="http://schemas.openxmlformats.org/drawingml/2006/main" noGrp="1"/>
          </p:cNvSpPr>
          <p:nvPr/>
        </p:nvSpPr>
        <p:spPr>
          <a:xfrm xmlns:a="http://schemas.openxmlformats.org/drawingml/2006/main">
            <a:off x="2409825" y="3314700"/>
            <a:ext cx="13144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F7B500"/>
            </a:solidFill>
            <a:prstDash val="solid"/>
          </a:ln>
        </p:spPr>
      </p:sp>
      <p:sp>
        <p:nvSpPr>
          <p:cNvPr id="12" name="s2-node-label-1">
            <a:extLst xmlns:a="http://schemas.openxmlformats.org/drawingml/2006/main">
              <a:ext uri="{FF2B5EF4-FFF2-40B4-BE49-F238E27FC236}">
                <a16:creationId xmlns:a16="http://schemas.microsoft.com/office/drawing/2014/main" id="{CFB2087A-ABC9-4A2F-B9D4-86385CA6E356}"/>
              </a:ext>
            </a:extLst>
          </p:cNvPr>
          <p:cNvSpPr>
            <a:spLocks xmlns:a="http://schemas.openxmlformats.org/drawingml/2006/main" noGrp="1"/>
          </p:cNvSpPr>
          <p:nvPr/>
        </p:nvSpPr>
        <p:spPr>
          <a:xfrm xmlns:a="http://schemas.openxmlformats.org/drawingml/2006/main">
            <a:off x="2476500" y="3457575"/>
            <a:ext cx="1181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ABS / ESP</a:t>
            </a:r>
          </a:p>
        </p:txBody>
      </p:sp>
      <p:sp>
        <p:nvSpPr>
          <p:cNvPr id="13" name="s2-branch-1">
            <a:extLst xmlns:a="http://schemas.openxmlformats.org/drawingml/2006/main">
              <a:ext uri="{FF2B5EF4-FFF2-40B4-BE49-F238E27FC236}">
                <a16:creationId xmlns:a16="http://schemas.microsoft.com/office/drawing/2014/main" id="{525A90C2-A210-40DE-B8C5-9E4F3D5E89A5}"/>
              </a:ext>
            </a:extLst>
          </p:cNvPr>
          <p:cNvSpPr>
            <a:spLocks xmlns:a="http://schemas.openxmlformats.org/drawingml/2006/main" noGrp="1"/>
          </p:cNvSpPr>
          <p:nvPr/>
        </p:nvSpPr>
        <p:spPr>
          <a:xfrm xmlns:a="http://schemas.openxmlformats.org/drawingml/2006/main">
            <a:off x="3048000" y="3981450"/>
            <a:ext cx="28575" cy="504825"/>
          </a:xfrm>
          <a:prstGeom xmlns:a="http://schemas.openxmlformats.org/drawingml/2006/main" prst="rect">
            <a:avLst/>
          </a:prstGeom>
          <a:solidFill xmlns:a="http://schemas.openxmlformats.org/drawingml/2006/main">
            <a:srgbClr val="8AA0B4"/>
          </a:solidFill>
          <a:ln xmlns:a="http://schemas.openxmlformats.org/drawingml/2006/main" w="0">
            <a:noFill/>
            <a:prstDash val="solid"/>
          </a:ln>
        </p:spPr>
      </p:sp>
      <p:sp>
        <p:nvSpPr>
          <p:cNvPr id="14" name="s2-node-2">
            <a:extLst xmlns:a="http://schemas.openxmlformats.org/drawingml/2006/main">
              <a:ext uri="{FF2B5EF4-FFF2-40B4-BE49-F238E27FC236}">
                <a16:creationId xmlns:a16="http://schemas.microsoft.com/office/drawing/2014/main" id="{E9840608-BC6F-4B88-845D-ED155684E11B}"/>
              </a:ext>
            </a:extLst>
          </p:cNvPr>
          <p:cNvSpPr>
            <a:spLocks xmlns:a="http://schemas.openxmlformats.org/drawingml/2006/main" noGrp="1"/>
          </p:cNvSpPr>
          <p:nvPr/>
        </p:nvSpPr>
        <p:spPr>
          <a:xfrm xmlns:a="http://schemas.openxmlformats.org/drawingml/2006/main">
            <a:off x="3895725" y="3314700"/>
            <a:ext cx="13144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22B77C"/>
            </a:solidFill>
            <a:prstDash val="solid"/>
          </a:ln>
        </p:spPr>
      </p:sp>
      <p:sp>
        <p:nvSpPr>
          <p:cNvPr id="15" name="s2-node-label-2">
            <a:extLst xmlns:a="http://schemas.openxmlformats.org/drawingml/2006/main">
              <a:ext uri="{FF2B5EF4-FFF2-40B4-BE49-F238E27FC236}">
                <a16:creationId xmlns:a16="http://schemas.microsoft.com/office/drawing/2014/main" id="{AC196464-49D1-4E20-B80F-E78E88585D47}"/>
              </a:ext>
            </a:extLst>
          </p:cNvPr>
          <p:cNvSpPr>
            <a:spLocks xmlns:a="http://schemas.openxmlformats.org/drawingml/2006/main" noGrp="1"/>
          </p:cNvSpPr>
          <p:nvPr/>
        </p:nvSpPr>
        <p:spPr>
          <a:xfrm xmlns:a="http://schemas.openxmlformats.org/drawingml/2006/main">
            <a:off x="3962400" y="3457575"/>
            <a:ext cx="11811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ΠΙΝΑΚΑΣ ΟΡΓΑΝΩΝ</a:t>
            </a:r>
          </a:p>
        </p:txBody>
      </p:sp>
      <p:sp>
        <p:nvSpPr>
          <p:cNvPr id="16" name="s2-branch-2">
            <a:extLst xmlns:a="http://schemas.openxmlformats.org/drawingml/2006/main">
              <a:ext uri="{FF2B5EF4-FFF2-40B4-BE49-F238E27FC236}">
                <a16:creationId xmlns:a16="http://schemas.microsoft.com/office/drawing/2014/main" id="{99149B49-4996-49A6-9A8B-C8CAC1A88456}"/>
              </a:ext>
            </a:extLst>
          </p:cNvPr>
          <p:cNvSpPr>
            <a:spLocks xmlns:a="http://schemas.openxmlformats.org/drawingml/2006/main" noGrp="1"/>
          </p:cNvSpPr>
          <p:nvPr/>
        </p:nvSpPr>
        <p:spPr>
          <a:xfrm xmlns:a="http://schemas.openxmlformats.org/drawingml/2006/main">
            <a:off x="4533900" y="3981450"/>
            <a:ext cx="28575" cy="504825"/>
          </a:xfrm>
          <a:prstGeom xmlns:a="http://schemas.openxmlformats.org/drawingml/2006/main" prst="rect">
            <a:avLst/>
          </a:prstGeom>
          <a:solidFill xmlns:a="http://schemas.openxmlformats.org/drawingml/2006/main">
            <a:srgbClr val="8AA0B4"/>
          </a:solidFill>
          <a:ln xmlns:a="http://schemas.openxmlformats.org/drawingml/2006/main" w="0">
            <a:noFill/>
            <a:prstDash val="solid"/>
          </a:ln>
        </p:spPr>
      </p:sp>
      <p:sp>
        <p:nvSpPr>
          <p:cNvPr id="17" name="s2-bus">
            <a:extLst xmlns:a="http://schemas.openxmlformats.org/drawingml/2006/main">
              <a:ext uri="{FF2B5EF4-FFF2-40B4-BE49-F238E27FC236}">
                <a16:creationId xmlns:a16="http://schemas.microsoft.com/office/drawing/2014/main" id="{414B7B9A-1C87-44FD-8F19-CF2B6313FA20}"/>
              </a:ext>
            </a:extLst>
          </p:cNvPr>
          <p:cNvSpPr>
            <a:spLocks xmlns:a="http://schemas.openxmlformats.org/drawingml/2006/main" noGrp="1"/>
          </p:cNvSpPr>
          <p:nvPr/>
        </p:nvSpPr>
        <p:spPr>
          <a:xfrm xmlns:a="http://schemas.openxmlformats.org/drawingml/2006/main">
            <a:off x="971550" y="4486275"/>
            <a:ext cx="4171950" cy="476250"/>
          </a:xfrm>
          <a:prstGeom xmlns:a="http://schemas.openxmlformats.org/drawingml/2006/main" prst="roundRect">
            <a:avLst>
              <a:gd name="adj" fmla="val 16000"/>
            </a:avLst>
          </a:prstGeom>
          <a:solidFill xmlns:a="http://schemas.openxmlformats.org/drawingml/2006/main">
            <a:srgbClr val="071426"/>
          </a:solidFill>
          <a:ln xmlns:a="http://schemas.openxmlformats.org/drawingml/2006/main" w="0">
            <a:noFill/>
            <a:prstDash val="solid"/>
          </a:ln>
        </p:spPr>
      </p:sp>
      <p:sp>
        <p:nvSpPr>
          <p:cNvPr id="18" name="s2-bus-text">
            <a:extLst xmlns:a="http://schemas.openxmlformats.org/drawingml/2006/main">
              <a:ext uri="{FF2B5EF4-FFF2-40B4-BE49-F238E27FC236}">
                <a16:creationId xmlns:a16="http://schemas.microsoft.com/office/drawing/2014/main" id="{E385C079-00E9-441B-B74B-9D03463D9D4B}"/>
              </a:ext>
            </a:extLst>
          </p:cNvPr>
          <p:cNvSpPr>
            <a:spLocks xmlns:a="http://schemas.openxmlformats.org/drawingml/2006/main" noGrp="1"/>
          </p:cNvSpPr>
          <p:nvPr/>
        </p:nvSpPr>
        <p:spPr>
          <a:xfrm xmlns:a="http://schemas.openxmlformats.org/drawingml/2006/main">
            <a:off x="1143000" y="4552950"/>
            <a:ext cx="3829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DejaVu Sans"/>
                <a:ea typeface="DejaVu Sans"/>
                <a:cs typeface="DejaVu Sans"/>
              </a:defRPr>
            </a:defPPr>
            <a:lvl1pPr algn="ctr">
              <a:defRPr sz="1275" b="1">
                <a:solidFill>
                  <a:srgbClr val="FFFFFF"/>
                </a:solidFill>
                <a:latin typeface="DejaVu Sans"/>
                <a:ea typeface="DejaVu Sans"/>
                <a:cs typeface="DejaVu Sans"/>
              </a:defRPr>
            </a:lvl1pPr>
            <a:lvl2pPr algn="ctr">
              <a:defRPr sz="1275" b="1">
                <a:solidFill>
                  <a:srgbClr val="FFFFFF"/>
                </a:solidFill>
                <a:latin typeface="DejaVu Sans"/>
                <a:ea typeface="DejaVu Sans"/>
                <a:cs typeface="DejaVu Sans"/>
              </a:defRPr>
            </a:lvl2pPr>
            <a:lvl3pPr algn="ctr">
              <a:defRPr sz="1275" b="1">
                <a:solidFill>
                  <a:srgbClr val="FFFFFF"/>
                </a:solidFill>
                <a:latin typeface="DejaVu Sans"/>
                <a:ea typeface="DejaVu Sans"/>
                <a:cs typeface="DejaVu Sans"/>
              </a:defRPr>
            </a:lvl3pPr>
            <a:lvl4pPr algn="ctr">
              <a:defRPr sz="1275" b="1">
                <a:solidFill>
                  <a:srgbClr val="FFFFFF"/>
                </a:solidFill>
                <a:latin typeface="DejaVu Sans"/>
                <a:ea typeface="DejaVu Sans"/>
                <a:cs typeface="DejaVu Sans"/>
              </a:defRPr>
            </a:lvl4pPr>
            <a:lvl5pPr algn="ctr">
              <a:defRPr sz="1275" b="1">
                <a:solidFill>
                  <a:srgbClr val="FFFFFF"/>
                </a:solidFill>
                <a:latin typeface="DejaVu Sans"/>
                <a:ea typeface="DejaVu Sans"/>
                <a:cs typeface="DejaVu Sans"/>
              </a:defRPr>
            </a:lvl5pPr>
            <a:lvl6pPr algn="ctr">
              <a:defRPr sz="1275" b="1">
                <a:solidFill>
                  <a:srgbClr val="FFFFFF"/>
                </a:solidFill>
                <a:latin typeface="DejaVu Sans"/>
                <a:ea typeface="DejaVu Sans"/>
                <a:cs typeface="DejaVu Sans"/>
              </a:defRPr>
            </a:lvl6pPr>
            <a:lvl7pPr algn="ctr">
              <a:defRPr sz="1275" b="1">
                <a:solidFill>
                  <a:srgbClr val="FFFFFF"/>
                </a:solidFill>
                <a:latin typeface="DejaVu Sans"/>
                <a:ea typeface="DejaVu Sans"/>
                <a:cs typeface="DejaVu Sans"/>
              </a:defRPr>
            </a:lvl7pPr>
            <a:lvl8pPr algn="ctr">
              <a:defRPr sz="1275" b="1">
                <a:solidFill>
                  <a:srgbClr val="FFFFFF"/>
                </a:solidFill>
                <a:latin typeface="DejaVu Sans"/>
                <a:ea typeface="DejaVu Sans"/>
                <a:cs typeface="DejaVu Sans"/>
              </a:defRPr>
            </a:lvl8pPr>
            <a:lvl9pPr algn="ctr">
              <a:defRPr sz="1275" b="1">
                <a:solidFill>
                  <a:srgbClr val="FFFFFF"/>
                </a:solidFill>
                <a:latin typeface="DejaVu Sans"/>
                <a:ea typeface="DejaVu Sans"/>
                <a:cs typeface="DejaVu Sans"/>
              </a:defRPr>
            </a:lvl9pPr>
          </a:lstStyle>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ΚΟΙΝΟΣ ΔΙΑΥΛΟΣ CAN</a:t>
            </a:r>
          </a:p>
        </p:txBody>
      </p:sp>
      <p:sp>
        <p:nvSpPr>
          <p:cNvPr id="19" name="s2-topology-foot">
            <a:extLst xmlns:a="http://schemas.openxmlformats.org/drawingml/2006/main">
              <a:ext uri="{FF2B5EF4-FFF2-40B4-BE49-F238E27FC236}">
                <a16:creationId xmlns:a16="http://schemas.microsoft.com/office/drawing/2014/main" id="{6189C9FF-BF7C-4EA8-94DC-9DB5955776B6}"/>
              </a:ext>
            </a:extLst>
          </p:cNvPr>
          <p:cNvSpPr>
            <a:spLocks xmlns:a="http://schemas.openxmlformats.org/drawingml/2006/main" noGrp="1"/>
          </p:cNvSpPr>
          <p:nvPr/>
        </p:nvSpPr>
        <p:spPr>
          <a:xfrm xmlns:a="http://schemas.openxmlformats.org/drawingml/2006/main">
            <a:off x="895350" y="51054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Η τοπολογία δείχνει τη σύνδεση των κόμβων.</a:t>
            </a:r>
          </a:p>
        </p:txBody>
      </p:sp>
      <p:sp>
        <p:nvSpPr>
          <p:cNvPr id="20" name="s2-connector">
            <a:extLst xmlns:a="http://schemas.openxmlformats.org/drawingml/2006/main">
              <a:ext uri="{FF2B5EF4-FFF2-40B4-BE49-F238E27FC236}">
                <a16:creationId xmlns:a16="http://schemas.microsoft.com/office/drawing/2014/main" id="{B82B36EC-DCEA-4D34-8032-91DB3163C3F8}"/>
              </a:ext>
            </a:extLst>
          </p:cNvPr>
          <p:cNvSpPr>
            <a:spLocks xmlns:a="http://schemas.openxmlformats.org/drawingml/2006/main" noGrp="1"/>
          </p:cNvSpPr>
          <p:nvPr/>
        </p:nvSpPr>
        <p:spPr>
          <a:xfrm xmlns:a="http://schemas.openxmlformats.org/drawingml/2006/main">
            <a:off x="5676900" y="3619500"/>
            <a:ext cx="628650" cy="361950"/>
          </a:xfrm>
          <a:prstGeom xmlns:a="http://schemas.openxmlformats.org/drawingml/2006/main" prst="rightArrow">
            <a:avLst/>
          </a:prstGeom>
          <a:solidFill xmlns:a="http://schemas.openxmlformats.org/drawingml/2006/main">
            <a:srgbClr val="10BFD9"/>
          </a:solidFill>
          <a:ln xmlns:a="http://schemas.openxmlformats.org/drawingml/2006/main" w="0">
            <a:noFill/>
            <a:prstDash val="solid"/>
          </a:ln>
        </p:spPr>
      </p:sp>
      <p:sp>
        <p:nvSpPr>
          <p:cNvPr id="21" name="s2-physical-panel">
            <a:extLst xmlns:a="http://schemas.openxmlformats.org/drawingml/2006/main">
              <a:ext uri="{FF2B5EF4-FFF2-40B4-BE49-F238E27FC236}">
                <a16:creationId xmlns:a16="http://schemas.microsoft.com/office/drawing/2014/main" id="{16595B9C-AA4D-4C8D-8D7D-67117D738808}"/>
              </a:ext>
            </a:extLst>
          </p:cNvPr>
          <p:cNvSpPr>
            <a:spLocks xmlns:a="http://schemas.openxmlformats.org/drawingml/2006/main" noGrp="1"/>
          </p:cNvSpPr>
          <p:nvPr/>
        </p:nvSpPr>
        <p:spPr>
          <a:xfrm xmlns:a="http://schemas.openxmlformats.org/drawingml/2006/main">
            <a:off x="6496050" y="2209800"/>
            <a:ext cx="5086350" cy="3295650"/>
          </a:xfrm>
          <a:prstGeom xmlns:a="http://schemas.openxmlformats.org/drawingml/2006/main" prst="roundRect">
            <a:avLst>
              <a:gd name="adj" fmla="val 2312"/>
            </a:avLst>
          </a:prstGeom>
          <a:solidFill xmlns:a="http://schemas.openxmlformats.org/drawingml/2006/main">
            <a:srgbClr val="071426"/>
          </a:solidFill>
          <a:ln xmlns:a="http://schemas.openxmlformats.org/drawingml/2006/main" w="0">
            <a:noFill/>
            <a:prstDash val="solid"/>
          </a:ln>
        </p:spPr>
      </p:sp>
      <p:sp>
        <p:nvSpPr>
          <p:cNvPr id="22" name="s2-physical-heading">
            <a:extLst xmlns:a="http://schemas.openxmlformats.org/drawingml/2006/main">
              <a:ext uri="{FF2B5EF4-FFF2-40B4-BE49-F238E27FC236}">
                <a16:creationId xmlns:a16="http://schemas.microsoft.com/office/drawing/2014/main" id="{64A6C005-5006-4022-A84D-E9483A335558}"/>
              </a:ext>
            </a:extLst>
          </p:cNvPr>
          <p:cNvSpPr>
            <a:spLocks xmlns:a="http://schemas.openxmlformats.org/drawingml/2006/main" noGrp="1"/>
          </p:cNvSpPr>
          <p:nvPr/>
        </p:nvSpPr>
        <p:spPr>
          <a:xfrm xmlns:a="http://schemas.openxmlformats.org/drawingml/2006/main">
            <a:off x="6800850" y="2419350"/>
            <a:ext cx="4476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BFD9"/>
                </a:solidFill>
                <a:latin typeface="DejaVu Sans"/>
                <a:ea typeface="DejaVu Sans"/>
                <a:cs typeface="DejaVu Sans"/>
              </a:defRPr>
            </a:defPPr>
            <a:lvl1pPr algn="l">
              <a:defRPr sz="1125" b="1">
                <a:solidFill>
                  <a:srgbClr val="10BFD9"/>
                </a:solidFill>
                <a:latin typeface="DejaVu Sans"/>
                <a:ea typeface="DejaVu Sans"/>
                <a:cs typeface="DejaVu Sans"/>
              </a:defRPr>
            </a:lvl1pPr>
            <a:lvl2pPr algn="l">
              <a:defRPr sz="1125" b="1">
                <a:solidFill>
                  <a:srgbClr val="10BFD9"/>
                </a:solidFill>
                <a:latin typeface="DejaVu Sans"/>
                <a:ea typeface="DejaVu Sans"/>
                <a:cs typeface="DejaVu Sans"/>
              </a:defRPr>
            </a:lvl2pPr>
            <a:lvl3pPr algn="l">
              <a:defRPr sz="1125" b="1">
                <a:solidFill>
                  <a:srgbClr val="10BFD9"/>
                </a:solidFill>
                <a:latin typeface="DejaVu Sans"/>
                <a:ea typeface="DejaVu Sans"/>
                <a:cs typeface="DejaVu Sans"/>
              </a:defRPr>
            </a:lvl3pPr>
            <a:lvl4pPr algn="l">
              <a:defRPr sz="1125" b="1">
                <a:solidFill>
                  <a:srgbClr val="10BFD9"/>
                </a:solidFill>
                <a:latin typeface="DejaVu Sans"/>
                <a:ea typeface="DejaVu Sans"/>
                <a:cs typeface="DejaVu Sans"/>
              </a:defRPr>
            </a:lvl4pPr>
            <a:lvl5pPr algn="l">
              <a:defRPr sz="1125" b="1">
                <a:solidFill>
                  <a:srgbClr val="10BFD9"/>
                </a:solidFill>
                <a:latin typeface="DejaVu Sans"/>
                <a:ea typeface="DejaVu Sans"/>
                <a:cs typeface="DejaVu Sans"/>
              </a:defRPr>
            </a:lvl5pPr>
            <a:lvl6pPr algn="l">
              <a:defRPr sz="1125" b="1">
                <a:solidFill>
                  <a:srgbClr val="10BFD9"/>
                </a:solidFill>
                <a:latin typeface="DejaVu Sans"/>
                <a:ea typeface="DejaVu Sans"/>
                <a:cs typeface="DejaVu Sans"/>
              </a:defRPr>
            </a:lvl6pPr>
            <a:lvl7pPr algn="l">
              <a:defRPr sz="1125" b="1">
                <a:solidFill>
                  <a:srgbClr val="10BFD9"/>
                </a:solidFill>
                <a:latin typeface="DejaVu Sans"/>
                <a:ea typeface="DejaVu Sans"/>
                <a:cs typeface="DejaVu Sans"/>
              </a:defRPr>
            </a:lvl7pPr>
            <a:lvl8pPr algn="l">
              <a:defRPr sz="1125" b="1">
                <a:solidFill>
                  <a:srgbClr val="10BFD9"/>
                </a:solidFill>
                <a:latin typeface="DejaVu Sans"/>
                <a:ea typeface="DejaVu Sans"/>
                <a:cs typeface="DejaVu Sans"/>
              </a:defRPr>
            </a:lvl8pPr>
            <a:lvl9pPr algn="l">
              <a:defRPr sz="1125" b="1">
                <a:solidFill>
                  <a:srgbClr val="10BFD9"/>
                </a:solidFill>
                <a:latin typeface="DejaVu Sans"/>
                <a:ea typeface="DejaVu Sans"/>
                <a:cs typeface="DejaVu Sans"/>
              </a:defRPr>
            </a:lvl9pPr>
          </a:lstStyle>
          <a:p xmlns:a="http://schemas.openxmlformats.org/drawingml/2006/main">
            <a:pPr algn="l">
              <a:defRPr sz="1125" b="1">
                <a:solidFill>
                  <a:srgbClr val="10BFD9"/>
                </a:solidFill>
                <a:latin typeface="DejaVu Sans"/>
                <a:ea typeface="DejaVu Sans"/>
                <a:cs typeface="DejaVu Sans"/>
              </a:defRPr>
            </a:pPr>
            <a:r>
              <a:rPr sz="1125" b="1">
                <a:solidFill>
                  <a:srgbClr val="10BFD9"/>
                </a:solidFill>
                <a:latin typeface="DejaVu Sans"/>
                <a:ea typeface="DejaVu Sans"/>
                <a:cs typeface="DejaVu Sans"/>
              </a:rPr>
              <a:t>ΜΕΓΕΘΥΝΣΗ ΦΥΣΙΚΟΥ ΜΕΣΟΥ</a:t>
            </a:r>
          </a:p>
        </p:txBody>
      </p:sp>
      <p:sp>
        <p:nvSpPr>
          <p:cNvPr id="23" name="s2-physical-caption">
            <a:extLst xmlns:a="http://schemas.openxmlformats.org/drawingml/2006/main">
              <a:ext uri="{FF2B5EF4-FFF2-40B4-BE49-F238E27FC236}">
                <a16:creationId xmlns:a16="http://schemas.microsoft.com/office/drawing/2014/main" id="{B66C401B-47AB-4400-A60C-F71948CCDC17}"/>
              </a:ext>
            </a:extLst>
          </p:cNvPr>
          <p:cNvSpPr>
            <a:spLocks xmlns:a="http://schemas.openxmlformats.org/drawingml/2006/main" noGrp="1"/>
          </p:cNvSpPr>
          <p:nvPr/>
        </p:nvSpPr>
        <p:spPr>
          <a:xfrm xmlns:a="http://schemas.openxmlformats.org/drawingml/2006/main">
            <a:off x="6800850" y="270510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FFFFFF"/>
                </a:solidFill>
                <a:latin typeface="DejaVu Sans"/>
                <a:ea typeface="DejaVu Sans"/>
                <a:cs typeface="DejaVu Sans"/>
              </a:defRPr>
            </a:defPPr>
            <a:lvl1pPr algn="l">
              <a:defRPr sz="1575" b="1">
                <a:solidFill>
                  <a:srgbClr val="FFFFFF"/>
                </a:solidFill>
                <a:latin typeface="DejaVu Sans"/>
                <a:ea typeface="DejaVu Sans"/>
                <a:cs typeface="DejaVu Sans"/>
              </a:defRPr>
            </a:lvl1pPr>
            <a:lvl2pPr algn="l">
              <a:defRPr sz="1575" b="1">
                <a:solidFill>
                  <a:srgbClr val="FFFFFF"/>
                </a:solidFill>
                <a:latin typeface="DejaVu Sans"/>
                <a:ea typeface="DejaVu Sans"/>
                <a:cs typeface="DejaVu Sans"/>
              </a:defRPr>
            </a:lvl2pPr>
            <a:lvl3pPr algn="l">
              <a:defRPr sz="1575" b="1">
                <a:solidFill>
                  <a:srgbClr val="FFFFFF"/>
                </a:solidFill>
                <a:latin typeface="DejaVu Sans"/>
                <a:ea typeface="DejaVu Sans"/>
                <a:cs typeface="DejaVu Sans"/>
              </a:defRPr>
            </a:lvl3pPr>
            <a:lvl4pPr algn="l">
              <a:defRPr sz="1575" b="1">
                <a:solidFill>
                  <a:srgbClr val="FFFFFF"/>
                </a:solidFill>
                <a:latin typeface="DejaVu Sans"/>
                <a:ea typeface="DejaVu Sans"/>
                <a:cs typeface="DejaVu Sans"/>
              </a:defRPr>
            </a:lvl4pPr>
            <a:lvl5pPr algn="l">
              <a:defRPr sz="1575" b="1">
                <a:solidFill>
                  <a:srgbClr val="FFFFFF"/>
                </a:solidFill>
                <a:latin typeface="DejaVu Sans"/>
                <a:ea typeface="DejaVu Sans"/>
                <a:cs typeface="DejaVu Sans"/>
              </a:defRPr>
            </a:lvl5pPr>
            <a:lvl6pPr algn="l">
              <a:defRPr sz="1575" b="1">
                <a:solidFill>
                  <a:srgbClr val="FFFFFF"/>
                </a:solidFill>
                <a:latin typeface="DejaVu Sans"/>
                <a:ea typeface="DejaVu Sans"/>
                <a:cs typeface="DejaVu Sans"/>
              </a:defRPr>
            </a:lvl6pPr>
            <a:lvl7pPr algn="l">
              <a:defRPr sz="1575" b="1">
                <a:solidFill>
                  <a:srgbClr val="FFFFFF"/>
                </a:solidFill>
                <a:latin typeface="DejaVu Sans"/>
                <a:ea typeface="DejaVu Sans"/>
                <a:cs typeface="DejaVu Sans"/>
              </a:defRPr>
            </a:lvl7pPr>
            <a:lvl8pPr algn="l">
              <a:defRPr sz="1575" b="1">
                <a:solidFill>
                  <a:srgbClr val="FFFFFF"/>
                </a:solidFill>
                <a:latin typeface="DejaVu Sans"/>
                <a:ea typeface="DejaVu Sans"/>
                <a:cs typeface="DejaVu Sans"/>
              </a:defRPr>
            </a:lvl8pPr>
            <a:lvl9pPr algn="l">
              <a:defRPr sz="1575" b="1">
                <a:solidFill>
                  <a:srgbClr val="FFFFFF"/>
                </a:solidFill>
                <a:latin typeface="DejaVu Sans"/>
                <a:ea typeface="DejaVu Sans"/>
                <a:cs typeface="DejaVu Sans"/>
              </a:defRPr>
            </a:lvl9pPr>
          </a:lstStyle>
          <a:p xmlns:a="http://schemas.openxmlformats.org/drawingml/2006/main">
            <a:pPr algn="l">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Πώς μεταδίδονται τα bits;</a:t>
            </a:r>
          </a:p>
        </p:txBody>
      </p:sp>
      <p:sp>
        <p:nvSpPr>
          <p:cNvPr id="24" name="s2-can-h">
            <a:extLst xmlns:a="http://schemas.openxmlformats.org/drawingml/2006/main">
              <a:ext uri="{FF2B5EF4-FFF2-40B4-BE49-F238E27FC236}">
                <a16:creationId xmlns:a16="http://schemas.microsoft.com/office/drawing/2014/main" id="{EA84A6F9-D289-4A26-BE80-63CC544E0D64}"/>
              </a:ext>
            </a:extLst>
          </p:cNvPr>
          <p:cNvSpPr>
            <a:spLocks xmlns:a="http://schemas.openxmlformats.org/drawingml/2006/main" noGrp="1"/>
          </p:cNvSpPr>
          <p:nvPr/>
        </p:nvSpPr>
        <p:spPr>
          <a:xfrm xmlns:a="http://schemas.openxmlformats.org/drawingml/2006/main">
            <a:off x="7143750" y="3562350"/>
            <a:ext cx="3714750" cy="7620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5" name="s2-can-l">
            <a:extLst xmlns:a="http://schemas.openxmlformats.org/drawingml/2006/main">
              <a:ext uri="{FF2B5EF4-FFF2-40B4-BE49-F238E27FC236}">
                <a16:creationId xmlns:a16="http://schemas.microsoft.com/office/drawing/2014/main" id="{F0BC80D5-31B5-4701-BF70-098BE0B20184}"/>
              </a:ext>
            </a:extLst>
          </p:cNvPr>
          <p:cNvSpPr>
            <a:spLocks xmlns:a="http://schemas.openxmlformats.org/drawingml/2006/main" noGrp="1"/>
          </p:cNvSpPr>
          <p:nvPr/>
        </p:nvSpPr>
        <p:spPr>
          <a:xfrm xmlns:a="http://schemas.openxmlformats.org/drawingml/2006/main">
            <a:off x="7143750" y="4152900"/>
            <a:ext cx="3714750" cy="762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6" name="s2-can-h-label">
            <a:extLst xmlns:a="http://schemas.openxmlformats.org/drawingml/2006/main">
              <a:ext uri="{FF2B5EF4-FFF2-40B4-BE49-F238E27FC236}">
                <a16:creationId xmlns:a16="http://schemas.microsoft.com/office/drawing/2014/main" id="{78FC46B0-195A-4287-85B9-E89C328E6E50}"/>
              </a:ext>
            </a:extLst>
          </p:cNvPr>
          <p:cNvSpPr>
            <a:spLocks xmlns:a="http://schemas.openxmlformats.org/drawingml/2006/main" noGrp="1"/>
          </p:cNvSpPr>
          <p:nvPr/>
        </p:nvSpPr>
        <p:spPr>
          <a:xfrm xmlns:a="http://schemas.openxmlformats.org/drawingml/2006/main">
            <a:off x="7143750" y="3276600"/>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BFD9"/>
                </a:solidFill>
                <a:latin typeface="DejaVu Sans"/>
                <a:ea typeface="DejaVu Sans"/>
                <a:cs typeface="DejaVu Sans"/>
              </a:defRPr>
            </a:defPPr>
            <a:lvl1pPr algn="ctr">
              <a:defRPr sz="1200" b="1">
                <a:solidFill>
                  <a:srgbClr val="10BFD9"/>
                </a:solidFill>
                <a:latin typeface="DejaVu Sans"/>
                <a:ea typeface="DejaVu Sans"/>
                <a:cs typeface="DejaVu Sans"/>
              </a:defRPr>
            </a:lvl1pPr>
            <a:lvl2pPr algn="ctr">
              <a:defRPr sz="1200" b="1">
                <a:solidFill>
                  <a:srgbClr val="10BFD9"/>
                </a:solidFill>
                <a:latin typeface="DejaVu Sans"/>
                <a:ea typeface="DejaVu Sans"/>
                <a:cs typeface="DejaVu Sans"/>
              </a:defRPr>
            </a:lvl2pPr>
            <a:lvl3pPr algn="ctr">
              <a:defRPr sz="1200" b="1">
                <a:solidFill>
                  <a:srgbClr val="10BFD9"/>
                </a:solidFill>
                <a:latin typeface="DejaVu Sans"/>
                <a:ea typeface="DejaVu Sans"/>
                <a:cs typeface="DejaVu Sans"/>
              </a:defRPr>
            </a:lvl3pPr>
            <a:lvl4pPr algn="ctr">
              <a:defRPr sz="1200" b="1">
                <a:solidFill>
                  <a:srgbClr val="10BFD9"/>
                </a:solidFill>
                <a:latin typeface="DejaVu Sans"/>
                <a:ea typeface="DejaVu Sans"/>
                <a:cs typeface="DejaVu Sans"/>
              </a:defRPr>
            </a:lvl4pPr>
            <a:lvl5pPr algn="ctr">
              <a:defRPr sz="1200" b="1">
                <a:solidFill>
                  <a:srgbClr val="10BFD9"/>
                </a:solidFill>
                <a:latin typeface="DejaVu Sans"/>
                <a:ea typeface="DejaVu Sans"/>
                <a:cs typeface="DejaVu Sans"/>
              </a:defRPr>
            </a:lvl5pPr>
            <a:lvl6pPr algn="ctr">
              <a:defRPr sz="1200" b="1">
                <a:solidFill>
                  <a:srgbClr val="10BFD9"/>
                </a:solidFill>
                <a:latin typeface="DejaVu Sans"/>
                <a:ea typeface="DejaVu Sans"/>
                <a:cs typeface="DejaVu Sans"/>
              </a:defRPr>
            </a:lvl6pPr>
            <a:lvl7pPr algn="ctr">
              <a:defRPr sz="1200" b="1">
                <a:solidFill>
                  <a:srgbClr val="10BFD9"/>
                </a:solidFill>
                <a:latin typeface="DejaVu Sans"/>
                <a:ea typeface="DejaVu Sans"/>
                <a:cs typeface="DejaVu Sans"/>
              </a:defRPr>
            </a:lvl7pPr>
            <a:lvl8pPr algn="ctr">
              <a:defRPr sz="1200" b="1">
                <a:solidFill>
                  <a:srgbClr val="10BFD9"/>
                </a:solidFill>
                <a:latin typeface="DejaVu Sans"/>
                <a:ea typeface="DejaVu Sans"/>
                <a:cs typeface="DejaVu Sans"/>
              </a:defRPr>
            </a:lvl8pPr>
            <a:lvl9pPr algn="ctr">
              <a:defRPr sz="1200" b="1">
                <a:solidFill>
                  <a:srgbClr val="10BFD9"/>
                </a:solidFill>
                <a:latin typeface="DejaVu Sans"/>
                <a:ea typeface="DejaVu Sans"/>
                <a:cs typeface="DejaVu Sans"/>
              </a:defRPr>
            </a:lvl9pPr>
          </a:lstStyle>
          <a:p xmlns:a="http://schemas.openxmlformats.org/drawingml/2006/main">
            <a:pPr algn="ctr">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CAN-H</a:t>
            </a:r>
          </a:p>
        </p:txBody>
      </p:sp>
      <p:sp>
        <p:nvSpPr>
          <p:cNvPr id="27" name="s2-can-l-label">
            <a:extLst xmlns:a="http://schemas.openxmlformats.org/drawingml/2006/main">
              <a:ext uri="{FF2B5EF4-FFF2-40B4-BE49-F238E27FC236}">
                <a16:creationId xmlns:a16="http://schemas.microsoft.com/office/drawing/2014/main" id="{D6934D32-6435-4B05-A33E-2780846127B3}"/>
              </a:ext>
            </a:extLst>
          </p:cNvPr>
          <p:cNvSpPr>
            <a:spLocks xmlns:a="http://schemas.openxmlformats.org/drawingml/2006/main" noGrp="1"/>
          </p:cNvSpPr>
          <p:nvPr/>
        </p:nvSpPr>
        <p:spPr>
          <a:xfrm xmlns:a="http://schemas.openxmlformats.org/drawingml/2006/main">
            <a:off x="7143750" y="4295775"/>
            <a:ext cx="371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7B500"/>
                </a:solidFill>
                <a:latin typeface="DejaVu Sans"/>
                <a:ea typeface="DejaVu Sans"/>
                <a:cs typeface="DejaVu Sans"/>
              </a:defRPr>
            </a:defPPr>
            <a:lvl1pPr algn="ctr">
              <a:defRPr sz="1200" b="1">
                <a:solidFill>
                  <a:srgbClr val="F7B500"/>
                </a:solidFill>
                <a:latin typeface="DejaVu Sans"/>
                <a:ea typeface="DejaVu Sans"/>
                <a:cs typeface="DejaVu Sans"/>
              </a:defRPr>
            </a:lvl1pPr>
            <a:lvl2pPr algn="ctr">
              <a:defRPr sz="1200" b="1">
                <a:solidFill>
                  <a:srgbClr val="F7B500"/>
                </a:solidFill>
                <a:latin typeface="DejaVu Sans"/>
                <a:ea typeface="DejaVu Sans"/>
                <a:cs typeface="DejaVu Sans"/>
              </a:defRPr>
            </a:lvl2pPr>
            <a:lvl3pPr algn="ctr">
              <a:defRPr sz="1200" b="1">
                <a:solidFill>
                  <a:srgbClr val="F7B500"/>
                </a:solidFill>
                <a:latin typeface="DejaVu Sans"/>
                <a:ea typeface="DejaVu Sans"/>
                <a:cs typeface="DejaVu Sans"/>
              </a:defRPr>
            </a:lvl3pPr>
            <a:lvl4pPr algn="ctr">
              <a:defRPr sz="1200" b="1">
                <a:solidFill>
                  <a:srgbClr val="F7B500"/>
                </a:solidFill>
                <a:latin typeface="DejaVu Sans"/>
                <a:ea typeface="DejaVu Sans"/>
                <a:cs typeface="DejaVu Sans"/>
              </a:defRPr>
            </a:lvl4pPr>
            <a:lvl5pPr algn="ctr">
              <a:defRPr sz="1200" b="1">
                <a:solidFill>
                  <a:srgbClr val="F7B500"/>
                </a:solidFill>
                <a:latin typeface="DejaVu Sans"/>
                <a:ea typeface="DejaVu Sans"/>
                <a:cs typeface="DejaVu Sans"/>
              </a:defRPr>
            </a:lvl5pPr>
            <a:lvl6pPr algn="ctr">
              <a:defRPr sz="1200" b="1">
                <a:solidFill>
                  <a:srgbClr val="F7B500"/>
                </a:solidFill>
                <a:latin typeface="DejaVu Sans"/>
                <a:ea typeface="DejaVu Sans"/>
                <a:cs typeface="DejaVu Sans"/>
              </a:defRPr>
            </a:lvl6pPr>
            <a:lvl7pPr algn="ctr">
              <a:defRPr sz="1200" b="1">
                <a:solidFill>
                  <a:srgbClr val="F7B500"/>
                </a:solidFill>
                <a:latin typeface="DejaVu Sans"/>
                <a:ea typeface="DejaVu Sans"/>
                <a:cs typeface="DejaVu Sans"/>
              </a:defRPr>
            </a:lvl7pPr>
            <a:lvl8pPr algn="ctr">
              <a:defRPr sz="1200" b="1">
                <a:solidFill>
                  <a:srgbClr val="F7B500"/>
                </a:solidFill>
                <a:latin typeface="DejaVu Sans"/>
                <a:ea typeface="DejaVu Sans"/>
                <a:cs typeface="DejaVu Sans"/>
              </a:defRPr>
            </a:lvl8pPr>
            <a:lvl9pPr algn="ctr">
              <a:defRPr sz="1200" b="1">
                <a:solidFill>
                  <a:srgbClr val="F7B500"/>
                </a:solidFill>
                <a:latin typeface="DejaVu Sans"/>
                <a:ea typeface="DejaVu Sans"/>
                <a:cs typeface="DejaVu Sans"/>
              </a:defRPr>
            </a:lvl9pPr>
          </a:lstStyle>
          <a:p xmlns:a="http://schemas.openxmlformats.org/drawingml/2006/main">
            <a:pPr algn="ctr">
              <a:defRPr sz="1200" b="1">
                <a:solidFill>
                  <a:srgbClr val="F7B500"/>
                </a:solidFill>
                <a:latin typeface="DejaVu Sans"/>
                <a:ea typeface="DejaVu Sans"/>
                <a:cs typeface="DejaVu Sans"/>
              </a:defRPr>
            </a:pPr>
            <a:r>
              <a:rPr sz="1200" b="1">
                <a:solidFill>
                  <a:srgbClr val="F7B500"/>
                </a:solidFill>
                <a:latin typeface="DejaVu Sans"/>
                <a:ea typeface="DejaVu Sans"/>
                <a:cs typeface="DejaVu Sans"/>
              </a:rPr>
              <a:t>CAN-L</a:t>
            </a:r>
          </a:p>
        </p:txBody>
      </p:sp>
      <p:sp>
        <p:nvSpPr>
          <p:cNvPr id="28" name="s2-line-note">
            <a:extLst xmlns:a="http://schemas.openxmlformats.org/drawingml/2006/main">
              <a:ext uri="{FF2B5EF4-FFF2-40B4-BE49-F238E27FC236}">
                <a16:creationId xmlns:a16="http://schemas.microsoft.com/office/drawing/2014/main" id="{3160E262-7301-41D4-8A58-465289799050}"/>
              </a:ext>
            </a:extLst>
          </p:cNvPr>
          <p:cNvSpPr>
            <a:spLocks xmlns:a="http://schemas.openxmlformats.org/drawingml/2006/main" noGrp="1"/>
          </p:cNvSpPr>
          <p:nvPr/>
        </p:nvSpPr>
        <p:spPr>
          <a:xfrm xmlns:a="http://schemas.openxmlformats.org/drawingml/2006/main">
            <a:off x="6800850" y="48577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FFFFFF"/>
                </a:solidFill>
                <a:latin typeface="DejaVu Sans"/>
                <a:ea typeface="DejaVu Sans"/>
                <a:cs typeface="DejaVu Sans"/>
              </a:defRPr>
            </a:defPPr>
            <a:lvl1pPr algn="ctr">
              <a:defRPr sz="1200" b="0">
                <a:solidFill>
                  <a:srgbClr val="FFFFFF"/>
                </a:solidFill>
                <a:latin typeface="DejaVu Sans"/>
                <a:ea typeface="DejaVu Sans"/>
                <a:cs typeface="DejaVu Sans"/>
              </a:defRPr>
            </a:lvl1pPr>
            <a:lvl2pPr algn="ctr">
              <a:defRPr sz="1200" b="0">
                <a:solidFill>
                  <a:srgbClr val="FFFFFF"/>
                </a:solidFill>
                <a:latin typeface="DejaVu Sans"/>
                <a:ea typeface="DejaVu Sans"/>
                <a:cs typeface="DejaVu Sans"/>
              </a:defRPr>
            </a:lvl2pPr>
            <a:lvl3pPr algn="ctr">
              <a:defRPr sz="1200" b="0">
                <a:solidFill>
                  <a:srgbClr val="FFFFFF"/>
                </a:solidFill>
                <a:latin typeface="DejaVu Sans"/>
                <a:ea typeface="DejaVu Sans"/>
                <a:cs typeface="DejaVu Sans"/>
              </a:defRPr>
            </a:lvl3pPr>
            <a:lvl4pPr algn="ctr">
              <a:defRPr sz="1200" b="0">
                <a:solidFill>
                  <a:srgbClr val="FFFFFF"/>
                </a:solidFill>
                <a:latin typeface="DejaVu Sans"/>
                <a:ea typeface="DejaVu Sans"/>
                <a:cs typeface="DejaVu Sans"/>
              </a:defRPr>
            </a:lvl4pPr>
            <a:lvl5pPr algn="ctr">
              <a:defRPr sz="1200" b="0">
                <a:solidFill>
                  <a:srgbClr val="FFFFFF"/>
                </a:solidFill>
                <a:latin typeface="DejaVu Sans"/>
                <a:ea typeface="DejaVu Sans"/>
                <a:cs typeface="DejaVu Sans"/>
              </a:defRPr>
            </a:lvl5pPr>
            <a:lvl6pPr algn="ctr">
              <a:defRPr sz="1200" b="0">
                <a:solidFill>
                  <a:srgbClr val="FFFFFF"/>
                </a:solidFill>
                <a:latin typeface="DejaVu Sans"/>
                <a:ea typeface="DejaVu Sans"/>
                <a:cs typeface="DejaVu Sans"/>
              </a:defRPr>
            </a:lvl6pPr>
            <a:lvl7pPr algn="ctr">
              <a:defRPr sz="1200" b="0">
                <a:solidFill>
                  <a:srgbClr val="FFFFFF"/>
                </a:solidFill>
                <a:latin typeface="DejaVu Sans"/>
                <a:ea typeface="DejaVu Sans"/>
                <a:cs typeface="DejaVu Sans"/>
              </a:defRPr>
            </a:lvl7pPr>
            <a:lvl8pPr algn="ctr">
              <a:defRPr sz="1200" b="0">
                <a:solidFill>
                  <a:srgbClr val="FFFFFF"/>
                </a:solidFill>
                <a:latin typeface="DejaVu Sans"/>
                <a:ea typeface="DejaVu Sans"/>
                <a:cs typeface="DejaVu Sans"/>
              </a:defRPr>
            </a:lvl8pPr>
            <a:lvl9pPr algn="ctr">
              <a:defRPr sz="1200" b="0">
                <a:solidFill>
                  <a:srgbClr val="FFFFFF"/>
                </a:solidFill>
                <a:latin typeface="DejaVu Sans"/>
                <a:ea typeface="DejaVu Sans"/>
                <a:cs typeface="DejaVu Sans"/>
              </a:defRPr>
            </a:lvl9pPr>
          </a:lstStyle>
          <a:p xmlns:a="http://schemas.openxmlformats.org/drawingml/2006/main">
            <a:pPr algn="ctr">
              <a:defRPr sz="1200" b="0">
                <a:solidFill>
                  <a:srgbClr val="FFFFFF"/>
                </a:solidFill>
                <a:latin typeface="DejaVu Sans"/>
                <a:ea typeface="DejaVu Sans"/>
                <a:cs typeface="DejaVu Sans"/>
              </a:defRPr>
            </a:pPr>
            <a:r>
              <a:rPr sz="1200" b="0">
                <a:solidFill>
                  <a:srgbClr val="FFFFFF"/>
                </a:solidFill>
                <a:latin typeface="DejaVu Sans"/>
                <a:ea typeface="DejaVu Sans"/>
                <a:cs typeface="DejaVu Sans"/>
              </a:rPr>
              <a:t>Οι δύο αγωγοί μεταφέρουν το διαφορικό σήμα.</a:t>
            </a:r>
          </a:p>
        </p:txBody>
      </p:sp>
      <p:sp>
        <p:nvSpPr>
          <p:cNvPr id="29" name="s2-disclaimer">
            <a:extLst xmlns:a="http://schemas.openxmlformats.org/drawingml/2006/main">
              <a:ext uri="{FF2B5EF4-FFF2-40B4-BE49-F238E27FC236}">
                <a16:creationId xmlns:a16="http://schemas.microsoft.com/office/drawing/2014/main" id="{DCC978B5-D046-4FAC-8F0E-129A1C68F84C}"/>
              </a:ext>
            </a:extLst>
          </p:cNvPr>
          <p:cNvSpPr>
            <a:spLocks xmlns:a="http://schemas.openxmlformats.org/drawingml/2006/main" noGrp="1"/>
          </p:cNvSpPr>
          <p:nvPr/>
        </p:nvSpPr>
        <p:spPr>
          <a:xfrm xmlns:a="http://schemas.openxmlformats.org/drawingml/2006/main">
            <a:off x="6267450" y="5724525"/>
            <a:ext cx="531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53657A"/>
                </a:solidFill>
                <a:latin typeface="DejaVu Sans"/>
                <a:ea typeface="DejaVu Sans"/>
                <a:cs typeface="DejaVu Sans"/>
              </a:defRPr>
            </a:defPPr>
            <a:lvl1pPr algn="r">
              <a:defRPr sz="825" b="0">
                <a:solidFill>
                  <a:srgbClr val="53657A"/>
                </a:solidFill>
                <a:latin typeface="DejaVu Sans"/>
                <a:ea typeface="DejaVu Sans"/>
                <a:cs typeface="DejaVu Sans"/>
              </a:defRPr>
            </a:lvl1pPr>
            <a:lvl2pPr algn="r">
              <a:defRPr sz="825" b="0">
                <a:solidFill>
                  <a:srgbClr val="53657A"/>
                </a:solidFill>
                <a:latin typeface="DejaVu Sans"/>
                <a:ea typeface="DejaVu Sans"/>
                <a:cs typeface="DejaVu Sans"/>
              </a:defRPr>
            </a:lvl2pPr>
            <a:lvl3pPr algn="r">
              <a:defRPr sz="825" b="0">
                <a:solidFill>
                  <a:srgbClr val="53657A"/>
                </a:solidFill>
                <a:latin typeface="DejaVu Sans"/>
                <a:ea typeface="DejaVu Sans"/>
                <a:cs typeface="DejaVu Sans"/>
              </a:defRPr>
            </a:lvl3pPr>
            <a:lvl4pPr algn="r">
              <a:defRPr sz="825" b="0">
                <a:solidFill>
                  <a:srgbClr val="53657A"/>
                </a:solidFill>
                <a:latin typeface="DejaVu Sans"/>
                <a:ea typeface="DejaVu Sans"/>
                <a:cs typeface="DejaVu Sans"/>
              </a:defRPr>
            </a:lvl4pPr>
            <a:lvl5pPr algn="r">
              <a:defRPr sz="825" b="0">
                <a:solidFill>
                  <a:srgbClr val="53657A"/>
                </a:solidFill>
                <a:latin typeface="DejaVu Sans"/>
                <a:ea typeface="DejaVu Sans"/>
                <a:cs typeface="DejaVu Sans"/>
              </a:defRPr>
            </a:lvl5pPr>
            <a:lvl6pPr algn="r">
              <a:defRPr sz="825" b="0">
                <a:solidFill>
                  <a:srgbClr val="53657A"/>
                </a:solidFill>
                <a:latin typeface="DejaVu Sans"/>
                <a:ea typeface="DejaVu Sans"/>
                <a:cs typeface="DejaVu Sans"/>
              </a:defRPr>
            </a:lvl6pPr>
            <a:lvl7pPr algn="r">
              <a:defRPr sz="825" b="0">
                <a:solidFill>
                  <a:srgbClr val="53657A"/>
                </a:solidFill>
                <a:latin typeface="DejaVu Sans"/>
                <a:ea typeface="DejaVu Sans"/>
                <a:cs typeface="DejaVu Sans"/>
              </a:defRPr>
            </a:lvl7pPr>
            <a:lvl8pPr algn="r">
              <a:defRPr sz="825" b="0">
                <a:solidFill>
                  <a:srgbClr val="53657A"/>
                </a:solidFill>
                <a:latin typeface="DejaVu Sans"/>
                <a:ea typeface="DejaVu Sans"/>
                <a:cs typeface="DejaVu Sans"/>
              </a:defRPr>
            </a:lvl8pPr>
            <a:lvl9pPr algn="r">
              <a:defRPr sz="825" b="0">
                <a:solidFill>
                  <a:srgbClr val="53657A"/>
                </a:solidFill>
                <a:latin typeface="DejaVu Sans"/>
                <a:ea typeface="DejaVu Sans"/>
                <a:cs typeface="DejaVu Sans"/>
              </a:defRPr>
            </a:lvl9pPr>
          </a:lstStyle>
          <a:p xmlns:a="http://schemas.openxmlformats.org/drawingml/2006/main">
            <a:pPr algn="r">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Γενικό εκπαιδευτικό σχήμα, όχι εργοστασιακό διάγραμμα BMW</a:t>
            </a:r>
          </a:p>
        </p:txBody>
      </p:sp>
      <p:sp>
        <p:nvSpPr>
          <p:cNvPr id="30" name="s2-footer">
            <a:extLst xmlns:a="http://schemas.openxmlformats.org/drawingml/2006/main">
              <a:ext uri="{FF2B5EF4-FFF2-40B4-BE49-F238E27FC236}">
                <a16:creationId xmlns:a16="http://schemas.microsoft.com/office/drawing/2014/main" id="{D927FB7A-9123-41C6-B15D-F897CF941D4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1" name="s2-page-number">
            <a:extLst xmlns:a="http://schemas.openxmlformats.org/drawingml/2006/main">
              <a:ext uri="{FF2B5EF4-FFF2-40B4-BE49-F238E27FC236}">
                <a16:creationId xmlns:a16="http://schemas.microsoft.com/office/drawing/2014/main" id="{1A275969-A3E2-4525-96D0-FA81075527BE}"/>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02</a:t>
            </a:r>
          </a:p>
        </p:txBody>
      </p:sp>
    </p:spTree>
    <p:extLst>
      <p:ext uri="{BB962C8B-B14F-4D97-AF65-F5344CB8AC3E}">
        <p14:creationId xmlns:p14="http://schemas.microsoft.com/office/powerpoint/2010/main" val="1951358854"/>
      </p:ext>
    </p:extLst>
  </p:cSld>
</p:sld>
</file>

<file path=ppt/slides/slide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2" name="s3-kicker">
            <a:extLst xmlns:a="http://schemas.openxmlformats.org/drawingml/2006/main">
              <a:ext uri="{FF2B5EF4-FFF2-40B4-BE49-F238E27FC236}">
                <a16:creationId xmlns:a16="http://schemas.microsoft.com/office/drawing/2014/main" id="{E10B34AA-9435-4DBE-AA2E-D7B1690D343B}"/>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3-title">
            <a:extLst xmlns:a="http://schemas.openxmlformats.org/drawingml/2006/main">
              <a:ext uri="{FF2B5EF4-FFF2-40B4-BE49-F238E27FC236}">
                <a16:creationId xmlns:a16="http://schemas.microsoft.com/office/drawing/2014/main" id="{D4EFF255-2DE4-428A-9285-DE0A24F7B1C5}"/>
              </a:ext>
            </a:extLst>
          </p:cNvPr>
          <p:cNvSpPr>
            <a:spLocks xmlns:a="http://schemas.openxmlformats.org/drawingml/2006/main" noGrp="1"/>
          </p:cNvSpPr>
          <p:nvPr/>
        </p:nvSpPr>
        <p:spPr>
          <a:xfrm xmlns:a="http://schemas.openxmlformats.org/drawingml/2006/main">
            <a:off x="609600" y="6572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01D31"/>
                </a:solidFill>
                <a:latin typeface="DejaVu Sans"/>
                <a:ea typeface="DejaVu Sans"/>
                <a:cs typeface="DejaVu Sans"/>
              </a:defRPr>
            </a:defPPr>
            <a:lvl1pPr algn="l">
              <a:defRPr sz="2925" b="1">
                <a:solidFill>
                  <a:srgbClr val="101D31"/>
                </a:solidFill>
                <a:latin typeface="DejaVu Sans"/>
                <a:ea typeface="DejaVu Sans"/>
                <a:cs typeface="DejaVu Sans"/>
              </a:defRPr>
            </a:lvl1pPr>
            <a:lvl2pPr algn="l">
              <a:defRPr sz="2925" b="1">
                <a:solidFill>
                  <a:srgbClr val="101D31"/>
                </a:solidFill>
                <a:latin typeface="DejaVu Sans"/>
                <a:ea typeface="DejaVu Sans"/>
                <a:cs typeface="DejaVu Sans"/>
              </a:defRPr>
            </a:lvl2pPr>
            <a:lvl3pPr algn="l">
              <a:defRPr sz="2925" b="1">
                <a:solidFill>
                  <a:srgbClr val="101D31"/>
                </a:solidFill>
                <a:latin typeface="DejaVu Sans"/>
                <a:ea typeface="DejaVu Sans"/>
                <a:cs typeface="DejaVu Sans"/>
              </a:defRPr>
            </a:lvl3pPr>
            <a:lvl4pPr algn="l">
              <a:defRPr sz="2925" b="1">
                <a:solidFill>
                  <a:srgbClr val="101D31"/>
                </a:solidFill>
                <a:latin typeface="DejaVu Sans"/>
                <a:ea typeface="DejaVu Sans"/>
                <a:cs typeface="DejaVu Sans"/>
              </a:defRPr>
            </a:lvl4pPr>
            <a:lvl5pPr algn="l">
              <a:defRPr sz="2925" b="1">
                <a:solidFill>
                  <a:srgbClr val="101D31"/>
                </a:solidFill>
                <a:latin typeface="DejaVu Sans"/>
                <a:ea typeface="DejaVu Sans"/>
                <a:cs typeface="DejaVu Sans"/>
              </a:defRPr>
            </a:lvl5pPr>
            <a:lvl6pPr algn="l">
              <a:defRPr sz="2925" b="1">
                <a:solidFill>
                  <a:srgbClr val="101D31"/>
                </a:solidFill>
                <a:latin typeface="DejaVu Sans"/>
                <a:ea typeface="DejaVu Sans"/>
                <a:cs typeface="DejaVu Sans"/>
              </a:defRPr>
            </a:lvl6pPr>
            <a:lvl7pPr algn="l">
              <a:defRPr sz="2925" b="1">
                <a:solidFill>
                  <a:srgbClr val="101D31"/>
                </a:solidFill>
                <a:latin typeface="DejaVu Sans"/>
                <a:ea typeface="DejaVu Sans"/>
                <a:cs typeface="DejaVu Sans"/>
              </a:defRPr>
            </a:lvl7pPr>
            <a:lvl8pPr algn="l">
              <a:defRPr sz="2925" b="1">
                <a:solidFill>
                  <a:srgbClr val="101D31"/>
                </a:solidFill>
                <a:latin typeface="DejaVu Sans"/>
                <a:ea typeface="DejaVu Sans"/>
                <a:cs typeface="DejaVu Sans"/>
              </a:defRPr>
            </a:lvl8pPr>
            <a:lvl9pPr algn="l">
              <a:defRPr sz="2925" b="1">
                <a:solidFill>
                  <a:srgbClr val="101D31"/>
                </a:solidFill>
                <a:latin typeface="DejaVu Sans"/>
                <a:ea typeface="DejaVu Sans"/>
                <a:cs typeface="DejaVu Sans"/>
              </a:defRPr>
            </a:lvl9pPr>
          </a:lstStyle>
          <a:p xmlns:a="http://schemas.openxmlformats.org/drawingml/2006/main">
            <a:pPr algn="l">
              <a:defRPr sz="2925" b="1">
                <a:solidFill>
                  <a:srgbClr val="101D31"/>
                </a:solidFill>
                <a:latin typeface="DejaVu Sans"/>
                <a:ea typeface="DejaVu Sans"/>
                <a:cs typeface="DejaVu Sans"/>
              </a:defRPr>
            </a:pPr>
            <a:r>
              <a:rPr sz="2925" b="1">
                <a:solidFill>
                  <a:srgbClr val="101D31"/>
                </a:solidFill>
                <a:latin typeface="DejaVu Sans"/>
                <a:ea typeface="DejaVu Sans"/>
                <a:cs typeface="DejaVu Sans"/>
              </a:rPr>
              <a:t>Το bit κρύβεται στη διαφορά</a:t>
            </a:r>
          </a:p>
        </p:txBody>
      </p:sp>
      <p:sp>
        <p:nvSpPr>
          <p:cNvPr id="3" name="s3-title-rule">
            <a:extLst xmlns:a="http://schemas.openxmlformats.org/drawingml/2006/main">
              <a:ext uri="{FF2B5EF4-FFF2-40B4-BE49-F238E27FC236}">
                <a16:creationId xmlns:a16="http://schemas.microsoft.com/office/drawing/2014/main" id="{FE12F323-1515-42A3-A40E-B84581B784E0}"/>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3-subtitle">
            <a:extLst xmlns:a="http://schemas.openxmlformats.org/drawingml/2006/main">
              <a:ext uri="{FF2B5EF4-FFF2-40B4-BE49-F238E27FC236}">
                <a16:creationId xmlns:a16="http://schemas.microsoft.com/office/drawing/2014/main" id="{F0B07AC5-F747-433E-B061-37DB3C15C236}"/>
              </a:ext>
            </a:extLst>
          </p:cNvPr>
          <p:cNvSpPr>
            <a:spLocks xmlns:a="http://schemas.openxmlformats.org/drawingml/2006/main" noGrp="1"/>
          </p:cNvSpPr>
          <p:nvPr/>
        </p:nvSpPr>
        <p:spPr>
          <a:xfrm xmlns:a="http://schemas.openxmlformats.org/drawingml/2006/main">
            <a:off x="609600" y="149542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Ο δέκτης συγκρίνει την τάση των δύο αγωγών και όχι τον καθένα μόνο του.</a:t>
            </a:r>
          </a:p>
        </p:txBody>
      </p:sp>
      <p:sp>
        <p:nvSpPr>
          <p:cNvPr id="5" name="s3-recessive-card">
            <a:extLst xmlns:a="http://schemas.openxmlformats.org/drawingml/2006/main">
              <a:ext uri="{FF2B5EF4-FFF2-40B4-BE49-F238E27FC236}">
                <a16:creationId xmlns:a16="http://schemas.microsoft.com/office/drawing/2014/main" id="{4B7514CC-7290-4821-90CB-50D9EAFF5EFE}"/>
              </a:ext>
            </a:extLst>
          </p:cNvPr>
          <p:cNvSpPr>
            <a:spLocks xmlns:a="http://schemas.openxmlformats.org/drawingml/2006/main" noGrp="1"/>
          </p:cNvSpPr>
          <p:nvPr/>
        </p:nvSpPr>
        <p:spPr>
          <a:xfrm xmlns:a="http://schemas.openxmlformats.org/drawingml/2006/main">
            <a:off x="609600" y="2209800"/>
            <a:ext cx="521970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4288">
            <a:solidFill>
              <a:srgbClr val="D6E2ED"/>
            </a:solidFill>
            <a:prstDash val="solid"/>
          </a:ln>
        </p:spPr>
      </p:sp>
      <p:sp>
        <p:nvSpPr>
          <p:cNvPr id="6" name="s3-recessive-heading">
            <a:extLst xmlns:a="http://schemas.openxmlformats.org/drawingml/2006/main">
              <a:ext uri="{FF2B5EF4-FFF2-40B4-BE49-F238E27FC236}">
                <a16:creationId xmlns:a16="http://schemas.microsoft.com/office/drawing/2014/main" id="{132F1F78-84DB-4667-A37E-7721B7B0F4B9}"/>
              </a:ext>
            </a:extLst>
          </p:cNvPr>
          <p:cNvSpPr>
            <a:spLocks xmlns:a="http://schemas.openxmlformats.org/drawingml/2006/main" noGrp="1"/>
          </p:cNvSpPr>
          <p:nvPr/>
        </p:nvSpPr>
        <p:spPr>
          <a:xfrm xmlns:a="http://schemas.openxmlformats.org/drawingml/2006/main">
            <a:off x="895350" y="2419350"/>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1D31"/>
                </a:solidFill>
                <a:latin typeface="DejaVu Sans"/>
                <a:ea typeface="DejaVu Sans"/>
                <a:cs typeface="DejaVu Sans"/>
              </a:defRPr>
            </a:defPPr>
            <a:lvl1pPr algn="l">
              <a:defRPr sz="1650" b="1">
                <a:solidFill>
                  <a:srgbClr val="101D31"/>
                </a:solidFill>
                <a:latin typeface="DejaVu Sans"/>
                <a:ea typeface="DejaVu Sans"/>
                <a:cs typeface="DejaVu Sans"/>
              </a:defRPr>
            </a:lvl1pPr>
            <a:lvl2pPr algn="l">
              <a:defRPr sz="1650" b="1">
                <a:solidFill>
                  <a:srgbClr val="101D31"/>
                </a:solidFill>
                <a:latin typeface="DejaVu Sans"/>
                <a:ea typeface="DejaVu Sans"/>
                <a:cs typeface="DejaVu Sans"/>
              </a:defRPr>
            </a:lvl2pPr>
            <a:lvl3pPr algn="l">
              <a:defRPr sz="1650" b="1">
                <a:solidFill>
                  <a:srgbClr val="101D31"/>
                </a:solidFill>
                <a:latin typeface="DejaVu Sans"/>
                <a:ea typeface="DejaVu Sans"/>
                <a:cs typeface="DejaVu Sans"/>
              </a:defRPr>
            </a:lvl3pPr>
            <a:lvl4pPr algn="l">
              <a:defRPr sz="1650" b="1">
                <a:solidFill>
                  <a:srgbClr val="101D31"/>
                </a:solidFill>
                <a:latin typeface="DejaVu Sans"/>
                <a:ea typeface="DejaVu Sans"/>
                <a:cs typeface="DejaVu Sans"/>
              </a:defRPr>
            </a:lvl4pPr>
            <a:lvl5pPr algn="l">
              <a:defRPr sz="1650" b="1">
                <a:solidFill>
                  <a:srgbClr val="101D31"/>
                </a:solidFill>
                <a:latin typeface="DejaVu Sans"/>
                <a:ea typeface="DejaVu Sans"/>
                <a:cs typeface="DejaVu Sans"/>
              </a:defRPr>
            </a:lvl5pPr>
            <a:lvl6pPr algn="l">
              <a:defRPr sz="1650" b="1">
                <a:solidFill>
                  <a:srgbClr val="101D31"/>
                </a:solidFill>
                <a:latin typeface="DejaVu Sans"/>
                <a:ea typeface="DejaVu Sans"/>
                <a:cs typeface="DejaVu Sans"/>
              </a:defRPr>
            </a:lvl6pPr>
            <a:lvl7pPr algn="l">
              <a:defRPr sz="1650" b="1">
                <a:solidFill>
                  <a:srgbClr val="101D31"/>
                </a:solidFill>
                <a:latin typeface="DejaVu Sans"/>
                <a:ea typeface="DejaVu Sans"/>
                <a:cs typeface="DejaVu Sans"/>
              </a:defRPr>
            </a:lvl7pPr>
            <a:lvl8pPr algn="l">
              <a:defRPr sz="1650" b="1">
                <a:solidFill>
                  <a:srgbClr val="101D31"/>
                </a:solidFill>
                <a:latin typeface="DejaVu Sans"/>
                <a:ea typeface="DejaVu Sans"/>
                <a:cs typeface="DejaVu Sans"/>
              </a:defRPr>
            </a:lvl8pPr>
            <a:lvl9pPr algn="l">
              <a:defRPr sz="1650" b="1">
                <a:solidFill>
                  <a:srgbClr val="101D31"/>
                </a:solidFill>
                <a:latin typeface="DejaVu Sans"/>
                <a:ea typeface="DejaVu Sans"/>
                <a:cs typeface="DejaVu Sans"/>
              </a:defRPr>
            </a:lvl9pPr>
          </a:lstStyle>
          <a:p xmlns:a="http://schemas.openxmlformats.org/drawingml/2006/main">
            <a:pPr algn="l">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RECESSIVE  ·  λογικό 1</a:t>
            </a:r>
          </a:p>
        </p:txBody>
      </p:sp>
      <p:sp>
        <p:nvSpPr>
          <p:cNvPr id="7" name="s3-rec-h-label">
            <a:extLst xmlns:a="http://schemas.openxmlformats.org/drawingml/2006/main">
              <a:ext uri="{FF2B5EF4-FFF2-40B4-BE49-F238E27FC236}">
                <a16:creationId xmlns:a16="http://schemas.microsoft.com/office/drawing/2014/main" id="{2F82626D-7C6C-4257-9D6C-733277C52B23}"/>
              </a:ext>
            </a:extLst>
          </p:cNvPr>
          <p:cNvSpPr>
            <a:spLocks xmlns:a="http://schemas.openxmlformats.org/drawingml/2006/main" noGrp="1"/>
          </p:cNvSpPr>
          <p:nvPr/>
        </p:nvSpPr>
        <p:spPr>
          <a:xfrm xmlns:a="http://schemas.openxmlformats.org/drawingml/2006/main">
            <a:off x="914400" y="30670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CAN-H</a:t>
            </a:r>
          </a:p>
        </p:txBody>
      </p:sp>
      <p:sp>
        <p:nvSpPr>
          <p:cNvPr id="8" name="s3-rec-h-bar">
            <a:extLst xmlns:a="http://schemas.openxmlformats.org/drawingml/2006/main">
              <a:ext uri="{FF2B5EF4-FFF2-40B4-BE49-F238E27FC236}">
                <a16:creationId xmlns:a16="http://schemas.microsoft.com/office/drawing/2014/main" id="{141E5C7F-188B-4388-B2D0-180080AF2479}"/>
              </a:ext>
            </a:extLst>
          </p:cNvPr>
          <p:cNvSpPr>
            <a:spLocks xmlns:a="http://schemas.openxmlformats.org/drawingml/2006/main" noGrp="1"/>
          </p:cNvSpPr>
          <p:nvPr/>
        </p:nvSpPr>
        <p:spPr>
          <a:xfrm xmlns:a="http://schemas.openxmlformats.org/drawingml/2006/main">
            <a:off x="1981200" y="3143250"/>
            <a:ext cx="1666875" cy="152400"/>
          </a:xfrm>
          <a:prstGeom xmlns:a="http://schemas.openxmlformats.org/drawingml/2006/main" prst="roundRect">
            <a:avLst>
              <a:gd name="adj" fmla="val 50000"/>
            </a:avLst>
          </a:prstGeom>
          <a:solidFill xmlns:a="http://schemas.openxmlformats.org/drawingml/2006/main">
            <a:srgbClr val="10BFD9"/>
          </a:solidFill>
          <a:ln xmlns:a="http://schemas.openxmlformats.org/drawingml/2006/main" w="0">
            <a:noFill/>
            <a:prstDash val="solid"/>
          </a:ln>
        </p:spPr>
      </p:sp>
      <p:sp>
        <p:nvSpPr>
          <p:cNvPr id="9" name="s3-rec-h-value">
            <a:extLst xmlns:a="http://schemas.openxmlformats.org/drawingml/2006/main">
              <a:ext uri="{FF2B5EF4-FFF2-40B4-BE49-F238E27FC236}">
                <a16:creationId xmlns:a16="http://schemas.microsoft.com/office/drawing/2014/main" id="{CF13C72D-2968-4017-AACD-C5C414FE3CE4}"/>
              </a:ext>
            </a:extLst>
          </p:cNvPr>
          <p:cNvSpPr>
            <a:spLocks xmlns:a="http://schemas.openxmlformats.org/drawingml/2006/main" noGrp="1"/>
          </p:cNvSpPr>
          <p:nvPr/>
        </p:nvSpPr>
        <p:spPr>
          <a:xfrm xmlns:a="http://schemas.openxmlformats.org/drawingml/2006/main">
            <a:off x="4743450" y="30670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101D31"/>
                </a:solidFill>
                <a:latin typeface="DejaVu Sans"/>
                <a:ea typeface="DejaVu Sans"/>
                <a:cs typeface="DejaVu Sans"/>
              </a:defRPr>
            </a:defPPr>
            <a:lvl1pPr algn="r">
              <a:defRPr sz="1200" b="1">
                <a:solidFill>
                  <a:srgbClr val="101D31"/>
                </a:solidFill>
                <a:latin typeface="DejaVu Sans"/>
                <a:ea typeface="DejaVu Sans"/>
                <a:cs typeface="DejaVu Sans"/>
              </a:defRPr>
            </a:lvl1pPr>
            <a:lvl2pPr algn="r">
              <a:defRPr sz="1200" b="1">
                <a:solidFill>
                  <a:srgbClr val="101D31"/>
                </a:solidFill>
                <a:latin typeface="DejaVu Sans"/>
                <a:ea typeface="DejaVu Sans"/>
                <a:cs typeface="DejaVu Sans"/>
              </a:defRPr>
            </a:lvl2pPr>
            <a:lvl3pPr algn="r">
              <a:defRPr sz="1200" b="1">
                <a:solidFill>
                  <a:srgbClr val="101D31"/>
                </a:solidFill>
                <a:latin typeface="DejaVu Sans"/>
                <a:ea typeface="DejaVu Sans"/>
                <a:cs typeface="DejaVu Sans"/>
              </a:defRPr>
            </a:lvl3pPr>
            <a:lvl4pPr algn="r">
              <a:defRPr sz="1200" b="1">
                <a:solidFill>
                  <a:srgbClr val="101D31"/>
                </a:solidFill>
                <a:latin typeface="DejaVu Sans"/>
                <a:ea typeface="DejaVu Sans"/>
                <a:cs typeface="DejaVu Sans"/>
              </a:defRPr>
            </a:lvl4pPr>
            <a:lvl5pPr algn="r">
              <a:defRPr sz="1200" b="1">
                <a:solidFill>
                  <a:srgbClr val="101D31"/>
                </a:solidFill>
                <a:latin typeface="DejaVu Sans"/>
                <a:ea typeface="DejaVu Sans"/>
                <a:cs typeface="DejaVu Sans"/>
              </a:defRPr>
            </a:lvl5pPr>
            <a:lvl6pPr algn="r">
              <a:defRPr sz="1200" b="1">
                <a:solidFill>
                  <a:srgbClr val="101D31"/>
                </a:solidFill>
                <a:latin typeface="DejaVu Sans"/>
                <a:ea typeface="DejaVu Sans"/>
                <a:cs typeface="DejaVu Sans"/>
              </a:defRPr>
            </a:lvl6pPr>
            <a:lvl7pPr algn="r">
              <a:defRPr sz="1200" b="1">
                <a:solidFill>
                  <a:srgbClr val="101D31"/>
                </a:solidFill>
                <a:latin typeface="DejaVu Sans"/>
                <a:ea typeface="DejaVu Sans"/>
                <a:cs typeface="DejaVu Sans"/>
              </a:defRPr>
            </a:lvl7pPr>
            <a:lvl8pPr algn="r">
              <a:defRPr sz="1200" b="1">
                <a:solidFill>
                  <a:srgbClr val="101D31"/>
                </a:solidFill>
                <a:latin typeface="DejaVu Sans"/>
                <a:ea typeface="DejaVu Sans"/>
                <a:cs typeface="DejaVu Sans"/>
              </a:defRPr>
            </a:lvl8pPr>
            <a:lvl9pPr algn="r">
              <a:defRPr sz="1200" b="1">
                <a:solidFill>
                  <a:srgbClr val="101D31"/>
                </a:solidFill>
                <a:latin typeface="DejaVu Sans"/>
                <a:ea typeface="DejaVu Sans"/>
                <a:cs typeface="DejaVu Sans"/>
              </a:defRPr>
            </a:lvl9pPr>
          </a:lstStyle>
          <a:p xmlns:a="http://schemas.openxmlformats.org/drawingml/2006/main">
            <a:pPr algn="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 2,5 V</a:t>
            </a:r>
          </a:p>
        </p:txBody>
      </p:sp>
      <p:sp>
        <p:nvSpPr>
          <p:cNvPr id="10" name="s3-rec-l-label">
            <a:extLst xmlns:a="http://schemas.openxmlformats.org/drawingml/2006/main">
              <a:ext uri="{FF2B5EF4-FFF2-40B4-BE49-F238E27FC236}">
                <a16:creationId xmlns:a16="http://schemas.microsoft.com/office/drawing/2014/main" id="{8A2E4979-EDF0-4C00-82ED-F8E7BF553E5C}"/>
              </a:ext>
            </a:extLst>
          </p:cNvPr>
          <p:cNvSpPr>
            <a:spLocks xmlns:a="http://schemas.openxmlformats.org/drawingml/2006/main" noGrp="1"/>
          </p:cNvSpPr>
          <p:nvPr/>
        </p:nvSpPr>
        <p:spPr>
          <a:xfrm xmlns:a="http://schemas.openxmlformats.org/drawingml/2006/main">
            <a:off x="914400" y="36004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B48100"/>
                </a:solidFill>
                <a:latin typeface="DejaVu Sans"/>
                <a:ea typeface="DejaVu Sans"/>
                <a:cs typeface="DejaVu Sans"/>
              </a:defRPr>
            </a:defPPr>
            <a:lvl1pPr algn="l">
              <a:defRPr sz="1200" b="1">
                <a:solidFill>
                  <a:srgbClr val="B48100"/>
                </a:solidFill>
                <a:latin typeface="DejaVu Sans"/>
                <a:ea typeface="DejaVu Sans"/>
                <a:cs typeface="DejaVu Sans"/>
              </a:defRPr>
            </a:lvl1pPr>
            <a:lvl2pPr algn="l">
              <a:defRPr sz="1200" b="1">
                <a:solidFill>
                  <a:srgbClr val="B48100"/>
                </a:solidFill>
                <a:latin typeface="DejaVu Sans"/>
                <a:ea typeface="DejaVu Sans"/>
                <a:cs typeface="DejaVu Sans"/>
              </a:defRPr>
            </a:lvl2pPr>
            <a:lvl3pPr algn="l">
              <a:defRPr sz="1200" b="1">
                <a:solidFill>
                  <a:srgbClr val="B48100"/>
                </a:solidFill>
                <a:latin typeface="DejaVu Sans"/>
                <a:ea typeface="DejaVu Sans"/>
                <a:cs typeface="DejaVu Sans"/>
              </a:defRPr>
            </a:lvl3pPr>
            <a:lvl4pPr algn="l">
              <a:defRPr sz="1200" b="1">
                <a:solidFill>
                  <a:srgbClr val="B48100"/>
                </a:solidFill>
                <a:latin typeface="DejaVu Sans"/>
                <a:ea typeface="DejaVu Sans"/>
                <a:cs typeface="DejaVu Sans"/>
              </a:defRPr>
            </a:lvl4pPr>
            <a:lvl5pPr algn="l">
              <a:defRPr sz="1200" b="1">
                <a:solidFill>
                  <a:srgbClr val="B48100"/>
                </a:solidFill>
                <a:latin typeface="DejaVu Sans"/>
                <a:ea typeface="DejaVu Sans"/>
                <a:cs typeface="DejaVu Sans"/>
              </a:defRPr>
            </a:lvl5pPr>
            <a:lvl6pPr algn="l">
              <a:defRPr sz="1200" b="1">
                <a:solidFill>
                  <a:srgbClr val="B48100"/>
                </a:solidFill>
                <a:latin typeface="DejaVu Sans"/>
                <a:ea typeface="DejaVu Sans"/>
                <a:cs typeface="DejaVu Sans"/>
              </a:defRPr>
            </a:lvl6pPr>
            <a:lvl7pPr algn="l">
              <a:defRPr sz="1200" b="1">
                <a:solidFill>
                  <a:srgbClr val="B48100"/>
                </a:solidFill>
                <a:latin typeface="DejaVu Sans"/>
                <a:ea typeface="DejaVu Sans"/>
                <a:cs typeface="DejaVu Sans"/>
              </a:defRPr>
            </a:lvl7pPr>
            <a:lvl8pPr algn="l">
              <a:defRPr sz="1200" b="1">
                <a:solidFill>
                  <a:srgbClr val="B48100"/>
                </a:solidFill>
                <a:latin typeface="DejaVu Sans"/>
                <a:ea typeface="DejaVu Sans"/>
                <a:cs typeface="DejaVu Sans"/>
              </a:defRPr>
            </a:lvl8pPr>
            <a:lvl9pPr algn="l">
              <a:defRPr sz="1200" b="1">
                <a:solidFill>
                  <a:srgbClr val="B48100"/>
                </a:solidFill>
                <a:latin typeface="DejaVu Sans"/>
                <a:ea typeface="DejaVu Sans"/>
                <a:cs typeface="DejaVu Sans"/>
              </a:defRPr>
            </a:lvl9pPr>
          </a:lstStyle>
          <a:p xmlns:a="http://schemas.openxmlformats.org/drawingml/2006/main">
            <a:pPr algn="l">
              <a:defRPr sz="1200" b="1">
                <a:solidFill>
                  <a:srgbClr val="B48100"/>
                </a:solidFill>
                <a:latin typeface="DejaVu Sans"/>
                <a:ea typeface="DejaVu Sans"/>
                <a:cs typeface="DejaVu Sans"/>
              </a:defRPr>
            </a:pPr>
            <a:r>
              <a:rPr sz="1200" b="1">
                <a:solidFill>
                  <a:srgbClr val="B48100"/>
                </a:solidFill>
                <a:latin typeface="DejaVu Sans"/>
                <a:ea typeface="DejaVu Sans"/>
                <a:cs typeface="DejaVu Sans"/>
              </a:rPr>
              <a:t>CAN-L</a:t>
            </a:r>
          </a:p>
        </p:txBody>
      </p:sp>
      <p:sp>
        <p:nvSpPr>
          <p:cNvPr id="11" name="s3-rec-l-bar">
            <a:extLst xmlns:a="http://schemas.openxmlformats.org/drawingml/2006/main">
              <a:ext uri="{FF2B5EF4-FFF2-40B4-BE49-F238E27FC236}">
                <a16:creationId xmlns:a16="http://schemas.microsoft.com/office/drawing/2014/main" id="{65A12C3C-6099-4A57-B3E9-231CE524BB47}"/>
              </a:ext>
            </a:extLst>
          </p:cNvPr>
          <p:cNvSpPr>
            <a:spLocks xmlns:a="http://schemas.openxmlformats.org/drawingml/2006/main" noGrp="1"/>
          </p:cNvSpPr>
          <p:nvPr/>
        </p:nvSpPr>
        <p:spPr>
          <a:xfrm xmlns:a="http://schemas.openxmlformats.org/drawingml/2006/main">
            <a:off x="1981200" y="3676650"/>
            <a:ext cx="1666875" cy="152400"/>
          </a:xfrm>
          <a:prstGeom xmlns:a="http://schemas.openxmlformats.org/drawingml/2006/main" prst="roundRect">
            <a:avLst>
              <a:gd name="adj" fmla="val 50000"/>
            </a:avLst>
          </a:prstGeom>
          <a:solidFill xmlns:a="http://schemas.openxmlformats.org/drawingml/2006/main">
            <a:srgbClr val="F7B500"/>
          </a:solidFill>
          <a:ln xmlns:a="http://schemas.openxmlformats.org/drawingml/2006/main" w="0">
            <a:noFill/>
            <a:prstDash val="solid"/>
          </a:ln>
        </p:spPr>
      </p:sp>
      <p:sp>
        <p:nvSpPr>
          <p:cNvPr id="12" name="s3-rec-l-value">
            <a:extLst xmlns:a="http://schemas.openxmlformats.org/drawingml/2006/main">
              <a:ext uri="{FF2B5EF4-FFF2-40B4-BE49-F238E27FC236}">
                <a16:creationId xmlns:a16="http://schemas.microsoft.com/office/drawing/2014/main" id="{09DFA533-9156-42C0-BE2C-1E0C5B3D2129}"/>
              </a:ext>
            </a:extLst>
          </p:cNvPr>
          <p:cNvSpPr>
            <a:spLocks xmlns:a="http://schemas.openxmlformats.org/drawingml/2006/main" noGrp="1"/>
          </p:cNvSpPr>
          <p:nvPr/>
        </p:nvSpPr>
        <p:spPr>
          <a:xfrm xmlns:a="http://schemas.openxmlformats.org/drawingml/2006/main">
            <a:off x="4743450" y="3600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101D31"/>
                </a:solidFill>
                <a:latin typeface="DejaVu Sans"/>
                <a:ea typeface="DejaVu Sans"/>
                <a:cs typeface="DejaVu Sans"/>
              </a:defRPr>
            </a:defPPr>
            <a:lvl1pPr algn="r">
              <a:defRPr sz="1200" b="1">
                <a:solidFill>
                  <a:srgbClr val="101D31"/>
                </a:solidFill>
                <a:latin typeface="DejaVu Sans"/>
                <a:ea typeface="DejaVu Sans"/>
                <a:cs typeface="DejaVu Sans"/>
              </a:defRPr>
            </a:lvl1pPr>
            <a:lvl2pPr algn="r">
              <a:defRPr sz="1200" b="1">
                <a:solidFill>
                  <a:srgbClr val="101D31"/>
                </a:solidFill>
                <a:latin typeface="DejaVu Sans"/>
                <a:ea typeface="DejaVu Sans"/>
                <a:cs typeface="DejaVu Sans"/>
              </a:defRPr>
            </a:lvl2pPr>
            <a:lvl3pPr algn="r">
              <a:defRPr sz="1200" b="1">
                <a:solidFill>
                  <a:srgbClr val="101D31"/>
                </a:solidFill>
                <a:latin typeface="DejaVu Sans"/>
                <a:ea typeface="DejaVu Sans"/>
                <a:cs typeface="DejaVu Sans"/>
              </a:defRPr>
            </a:lvl3pPr>
            <a:lvl4pPr algn="r">
              <a:defRPr sz="1200" b="1">
                <a:solidFill>
                  <a:srgbClr val="101D31"/>
                </a:solidFill>
                <a:latin typeface="DejaVu Sans"/>
                <a:ea typeface="DejaVu Sans"/>
                <a:cs typeface="DejaVu Sans"/>
              </a:defRPr>
            </a:lvl4pPr>
            <a:lvl5pPr algn="r">
              <a:defRPr sz="1200" b="1">
                <a:solidFill>
                  <a:srgbClr val="101D31"/>
                </a:solidFill>
                <a:latin typeface="DejaVu Sans"/>
                <a:ea typeface="DejaVu Sans"/>
                <a:cs typeface="DejaVu Sans"/>
              </a:defRPr>
            </a:lvl5pPr>
            <a:lvl6pPr algn="r">
              <a:defRPr sz="1200" b="1">
                <a:solidFill>
                  <a:srgbClr val="101D31"/>
                </a:solidFill>
                <a:latin typeface="DejaVu Sans"/>
                <a:ea typeface="DejaVu Sans"/>
                <a:cs typeface="DejaVu Sans"/>
              </a:defRPr>
            </a:lvl6pPr>
            <a:lvl7pPr algn="r">
              <a:defRPr sz="1200" b="1">
                <a:solidFill>
                  <a:srgbClr val="101D31"/>
                </a:solidFill>
                <a:latin typeface="DejaVu Sans"/>
                <a:ea typeface="DejaVu Sans"/>
                <a:cs typeface="DejaVu Sans"/>
              </a:defRPr>
            </a:lvl7pPr>
            <a:lvl8pPr algn="r">
              <a:defRPr sz="1200" b="1">
                <a:solidFill>
                  <a:srgbClr val="101D31"/>
                </a:solidFill>
                <a:latin typeface="DejaVu Sans"/>
                <a:ea typeface="DejaVu Sans"/>
                <a:cs typeface="DejaVu Sans"/>
              </a:defRPr>
            </a:lvl8pPr>
            <a:lvl9pPr algn="r">
              <a:defRPr sz="1200" b="1">
                <a:solidFill>
                  <a:srgbClr val="101D31"/>
                </a:solidFill>
                <a:latin typeface="DejaVu Sans"/>
                <a:ea typeface="DejaVu Sans"/>
                <a:cs typeface="DejaVu Sans"/>
              </a:defRPr>
            </a:lvl9pPr>
          </a:lstStyle>
          <a:p xmlns:a="http://schemas.openxmlformats.org/drawingml/2006/main">
            <a:pPr algn="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 2,5 V</a:t>
            </a:r>
          </a:p>
        </p:txBody>
      </p:sp>
      <p:sp>
        <p:nvSpPr>
          <p:cNvPr id="13" name="s3-rec-divider">
            <a:extLst xmlns:a="http://schemas.openxmlformats.org/drawingml/2006/main">
              <a:ext uri="{FF2B5EF4-FFF2-40B4-BE49-F238E27FC236}">
                <a16:creationId xmlns:a16="http://schemas.microsoft.com/office/drawing/2014/main" id="{DD5077B7-B186-46E2-9D55-74D18C9FB0C4}"/>
              </a:ext>
            </a:extLst>
          </p:cNvPr>
          <p:cNvSpPr>
            <a:spLocks xmlns:a="http://schemas.openxmlformats.org/drawingml/2006/main" noGrp="1"/>
          </p:cNvSpPr>
          <p:nvPr/>
        </p:nvSpPr>
        <p:spPr>
          <a:xfrm xmlns:a="http://schemas.openxmlformats.org/drawingml/2006/main">
            <a:off x="895350" y="4152900"/>
            <a:ext cx="4610100" cy="9525"/>
          </a:xfrm>
          <a:prstGeom xmlns:a="http://schemas.openxmlformats.org/drawingml/2006/main" prst="rect">
            <a:avLst/>
          </a:prstGeom>
          <a:solidFill xmlns:a="http://schemas.openxmlformats.org/drawingml/2006/main">
            <a:srgbClr val="D6E2ED"/>
          </a:solidFill>
          <a:ln xmlns:a="http://schemas.openxmlformats.org/drawingml/2006/main" w="0">
            <a:noFill/>
            <a:prstDash val="solid"/>
          </a:ln>
        </p:spPr>
      </p:sp>
      <p:sp>
        <p:nvSpPr>
          <p:cNvPr id="14" name="s3-rec-diff">
            <a:extLst xmlns:a="http://schemas.openxmlformats.org/drawingml/2006/main">
              <a:ext uri="{FF2B5EF4-FFF2-40B4-BE49-F238E27FC236}">
                <a16:creationId xmlns:a16="http://schemas.microsoft.com/office/drawing/2014/main" id="{8D8943BE-1FB2-4B80-B189-3EDAB87B612E}"/>
              </a:ext>
            </a:extLst>
          </p:cNvPr>
          <p:cNvSpPr>
            <a:spLocks xmlns:a="http://schemas.openxmlformats.org/drawingml/2006/main" noGrp="1"/>
          </p:cNvSpPr>
          <p:nvPr/>
        </p:nvSpPr>
        <p:spPr>
          <a:xfrm xmlns:a="http://schemas.openxmlformats.org/drawingml/2006/main">
            <a:off x="895350" y="4305300"/>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1D31"/>
                </a:solidFill>
                <a:latin typeface="DejaVu Sans"/>
                <a:ea typeface="DejaVu Sans"/>
                <a:cs typeface="DejaVu Sans"/>
              </a:defRPr>
            </a:defPPr>
            <a:lvl1pPr algn="ctr">
              <a:defRPr sz="1425" b="1">
                <a:solidFill>
                  <a:srgbClr val="101D31"/>
                </a:solidFill>
                <a:latin typeface="DejaVu Sans"/>
                <a:ea typeface="DejaVu Sans"/>
                <a:cs typeface="DejaVu Sans"/>
              </a:defRPr>
            </a:lvl1pPr>
            <a:lvl2pPr algn="ctr">
              <a:defRPr sz="1425" b="1">
                <a:solidFill>
                  <a:srgbClr val="101D31"/>
                </a:solidFill>
                <a:latin typeface="DejaVu Sans"/>
                <a:ea typeface="DejaVu Sans"/>
                <a:cs typeface="DejaVu Sans"/>
              </a:defRPr>
            </a:lvl2pPr>
            <a:lvl3pPr algn="ctr">
              <a:defRPr sz="1425" b="1">
                <a:solidFill>
                  <a:srgbClr val="101D31"/>
                </a:solidFill>
                <a:latin typeface="DejaVu Sans"/>
                <a:ea typeface="DejaVu Sans"/>
                <a:cs typeface="DejaVu Sans"/>
              </a:defRPr>
            </a:lvl3pPr>
            <a:lvl4pPr algn="ctr">
              <a:defRPr sz="1425" b="1">
                <a:solidFill>
                  <a:srgbClr val="101D31"/>
                </a:solidFill>
                <a:latin typeface="DejaVu Sans"/>
                <a:ea typeface="DejaVu Sans"/>
                <a:cs typeface="DejaVu Sans"/>
              </a:defRPr>
            </a:lvl4pPr>
            <a:lvl5pPr algn="ctr">
              <a:defRPr sz="1425" b="1">
                <a:solidFill>
                  <a:srgbClr val="101D31"/>
                </a:solidFill>
                <a:latin typeface="DejaVu Sans"/>
                <a:ea typeface="DejaVu Sans"/>
                <a:cs typeface="DejaVu Sans"/>
              </a:defRPr>
            </a:lvl5pPr>
            <a:lvl6pPr algn="ctr">
              <a:defRPr sz="1425" b="1">
                <a:solidFill>
                  <a:srgbClr val="101D31"/>
                </a:solidFill>
                <a:latin typeface="DejaVu Sans"/>
                <a:ea typeface="DejaVu Sans"/>
                <a:cs typeface="DejaVu Sans"/>
              </a:defRPr>
            </a:lvl6pPr>
            <a:lvl7pPr algn="ctr">
              <a:defRPr sz="1425" b="1">
                <a:solidFill>
                  <a:srgbClr val="101D31"/>
                </a:solidFill>
                <a:latin typeface="DejaVu Sans"/>
                <a:ea typeface="DejaVu Sans"/>
                <a:cs typeface="DejaVu Sans"/>
              </a:defRPr>
            </a:lvl7pPr>
            <a:lvl8pPr algn="ctr">
              <a:defRPr sz="1425" b="1">
                <a:solidFill>
                  <a:srgbClr val="101D31"/>
                </a:solidFill>
                <a:latin typeface="DejaVu Sans"/>
                <a:ea typeface="DejaVu Sans"/>
                <a:cs typeface="DejaVu Sans"/>
              </a:defRPr>
            </a:lvl8pPr>
            <a:lvl9pPr algn="ctr">
              <a:defRPr sz="1425" b="1">
                <a:solidFill>
                  <a:srgbClr val="101D31"/>
                </a:solidFill>
                <a:latin typeface="DejaVu Sans"/>
                <a:ea typeface="DejaVu Sans"/>
                <a:cs typeface="DejaVu Sans"/>
              </a:defRPr>
            </a:lvl9pPr>
          </a:lstStyle>
          <a:p xmlns:a="http://schemas.openxmlformats.org/drawingml/2006/main">
            <a:pPr algn="ctr">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Vdiff = CAN-H − CAN-L  ≈  0 V</a:t>
            </a:r>
          </a:p>
        </p:txBody>
      </p:sp>
      <p:sp>
        <p:nvSpPr>
          <p:cNvPr id="15" name="s3-rec-caption">
            <a:extLst xmlns:a="http://schemas.openxmlformats.org/drawingml/2006/main">
              <a:ext uri="{FF2B5EF4-FFF2-40B4-BE49-F238E27FC236}">
                <a16:creationId xmlns:a16="http://schemas.microsoft.com/office/drawing/2014/main" id="{E1682DCC-C5E3-4F99-B295-CDFDFA09918C}"/>
              </a:ext>
            </a:extLst>
          </p:cNvPr>
          <p:cNvSpPr>
            <a:spLocks xmlns:a="http://schemas.openxmlformats.org/drawingml/2006/main" noGrp="1"/>
          </p:cNvSpPr>
          <p:nvPr/>
        </p:nvSpPr>
        <p:spPr>
          <a:xfrm xmlns:a="http://schemas.openxmlformats.org/drawingml/2006/main">
            <a:off x="895350" y="4762500"/>
            <a:ext cx="461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Οι δύο γραμμές βρίσκονται σχεδόν στην ίδια τάση.</a:t>
            </a:r>
          </a:p>
        </p:txBody>
      </p:sp>
      <p:sp>
        <p:nvSpPr>
          <p:cNvPr id="16" name="s3-dominant-card">
            <a:extLst xmlns:a="http://schemas.openxmlformats.org/drawingml/2006/main">
              <a:ext uri="{FF2B5EF4-FFF2-40B4-BE49-F238E27FC236}">
                <a16:creationId xmlns:a16="http://schemas.microsoft.com/office/drawing/2014/main" id="{CD2672DE-C4F8-47CA-95CE-39AF89E63BED}"/>
              </a:ext>
            </a:extLst>
          </p:cNvPr>
          <p:cNvSpPr>
            <a:spLocks xmlns:a="http://schemas.openxmlformats.org/drawingml/2006/main" noGrp="1"/>
          </p:cNvSpPr>
          <p:nvPr/>
        </p:nvSpPr>
        <p:spPr>
          <a:xfrm xmlns:a="http://schemas.openxmlformats.org/drawingml/2006/main">
            <a:off x="6362700" y="2209800"/>
            <a:ext cx="5219700" cy="3009900"/>
          </a:xfrm>
          <a:prstGeom xmlns:a="http://schemas.openxmlformats.org/drawingml/2006/main" prst="roundRect">
            <a:avLst>
              <a:gd name="adj" fmla="val 2532"/>
            </a:avLst>
          </a:prstGeom>
          <a:solidFill xmlns:a="http://schemas.openxmlformats.org/drawingml/2006/main">
            <a:srgbClr val="071426"/>
          </a:solidFill>
          <a:ln xmlns:a="http://schemas.openxmlformats.org/drawingml/2006/main" w="0">
            <a:noFill/>
            <a:prstDash val="solid"/>
          </a:ln>
        </p:spPr>
      </p:sp>
      <p:sp>
        <p:nvSpPr>
          <p:cNvPr id="17" name="s3-dominant-heading">
            <a:extLst xmlns:a="http://schemas.openxmlformats.org/drawingml/2006/main">
              <a:ext uri="{FF2B5EF4-FFF2-40B4-BE49-F238E27FC236}">
                <a16:creationId xmlns:a16="http://schemas.microsoft.com/office/drawing/2014/main" id="{0D45EA5B-1E07-485F-9E49-E63AE0F02D6B}"/>
              </a:ext>
            </a:extLst>
          </p:cNvPr>
          <p:cNvSpPr>
            <a:spLocks xmlns:a="http://schemas.openxmlformats.org/drawingml/2006/main" noGrp="1"/>
          </p:cNvSpPr>
          <p:nvPr/>
        </p:nvSpPr>
        <p:spPr>
          <a:xfrm xmlns:a="http://schemas.openxmlformats.org/drawingml/2006/main">
            <a:off x="6648450" y="2419350"/>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FFFFF"/>
                </a:solidFill>
                <a:latin typeface="DejaVu Sans"/>
                <a:ea typeface="DejaVu Sans"/>
                <a:cs typeface="DejaVu Sans"/>
              </a:defRPr>
            </a:defPPr>
            <a:lvl1pPr algn="l">
              <a:defRPr sz="1650" b="1">
                <a:solidFill>
                  <a:srgbClr val="FFFFFF"/>
                </a:solidFill>
                <a:latin typeface="DejaVu Sans"/>
                <a:ea typeface="DejaVu Sans"/>
                <a:cs typeface="DejaVu Sans"/>
              </a:defRPr>
            </a:lvl1pPr>
            <a:lvl2pPr algn="l">
              <a:defRPr sz="1650" b="1">
                <a:solidFill>
                  <a:srgbClr val="FFFFFF"/>
                </a:solidFill>
                <a:latin typeface="DejaVu Sans"/>
                <a:ea typeface="DejaVu Sans"/>
                <a:cs typeface="DejaVu Sans"/>
              </a:defRPr>
            </a:lvl2pPr>
            <a:lvl3pPr algn="l">
              <a:defRPr sz="1650" b="1">
                <a:solidFill>
                  <a:srgbClr val="FFFFFF"/>
                </a:solidFill>
                <a:latin typeface="DejaVu Sans"/>
                <a:ea typeface="DejaVu Sans"/>
                <a:cs typeface="DejaVu Sans"/>
              </a:defRPr>
            </a:lvl3pPr>
            <a:lvl4pPr algn="l">
              <a:defRPr sz="1650" b="1">
                <a:solidFill>
                  <a:srgbClr val="FFFFFF"/>
                </a:solidFill>
                <a:latin typeface="DejaVu Sans"/>
                <a:ea typeface="DejaVu Sans"/>
                <a:cs typeface="DejaVu Sans"/>
              </a:defRPr>
            </a:lvl4pPr>
            <a:lvl5pPr algn="l">
              <a:defRPr sz="1650" b="1">
                <a:solidFill>
                  <a:srgbClr val="FFFFFF"/>
                </a:solidFill>
                <a:latin typeface="DejaVu Sans"/>
                <a:ea typeface="DejaVu Sans"/>
                <a:cs typeface="DejaVu Sans"/>
              </a:defRPr>
            </a:lvl5pPr>
            <a:lvl6pPr algn="l">
              <a:defRPr sz="1650" b="1">
                <a:solidFill>
                  <a:srgbClr val="FFFFFF"/>
                </a:solidFill>
                <a:latin typeface="DejaVu Sans"/>
                <a:ea typeface="DejaVu Sans"/>
                <a:cs typeface="DejaVu Sans"/>
              </a:defRPr>
            </a:lvl6pPr>
            <a:lvl7pPr algn="l">
              <a:defRPr sz="1650" b="1">
                <a:solidFill>
                  <a:srgbClr val="FFFFFF"/>
                </a:solidFill>
                <a:latin typeface="DejaVu Sans"/>
                <a:ea typeface="DejaVu Sans"/>
                <a:cs typeface="DejaVu Sans"/>
              </a:defRPr>
            </a:lvl7pPr>
            <a:lvl8pPr algn="l">
              <a:defRPr sz="1650" b="1">
                <a:solidFill>
                  <a:srgbClr val="FFFFFF"/>
                </a:solidFill>
                <a:latin typeface="DejaVu Sans"/>
                <a:ea typeface="DejaVu Sans"/>
                <a:cs typeface="DejaVu Sans"/>
              </a:defRPr>
            </a:lvl8pPr>
            <a:lvl9pPr algn="l">
              <a:defRPr sz="1650" b="1">
                <a:solidFill>
                  <a:srgbClr val="FFFFFF"/>
                </a:solidFill>
                <a:latin typeface="DejaVu Sans"/>
                <a:ea typeface="DejaVu Sans"/>
                <a:cs typeface="DejaVu Sans"/>
              </a:defRPr>
            </a:lvl9pPr>
          </a:lstStyle>
          <a:p xmlns:a="http://schemas.openxmlformats.org/drawingml/2006/main">
            <a:pPr algn="l">
              <a:defRPr sz="1650" b="1">
                <a:solidFill>
                  <a:srgbClr val="FFFFFF"/>
                </a:solidFill>
                <a:latin typeface="DejaVu Sans"/>
                <a:ea typeface="DejaVu Sans"/>
                <a:cs typeface="DejaVu Sans"/>
              </a:defRPr>
            </a:pPr>
            <a:r>
              <a:rPr sz="1650" b="1">
                <a:solidFill>
                  <a:srgbClr val="FFFFFF"/>
                </a:solidFill>
                <a:latin typeface="DejaVu Sans"/>
                <a:ea typeface="DejaVu Sans"/>
                <a:cs typeface="DejaVu Sans"/>
              </a:rPr>
              <a:t>DOMINANT  ·  λογικό 0</a:t>
            </a:r>
          </a:p>
        </p:txBody>
      </p:sp>
      <p:sp>
        <p:nvSpPr>
          <p:cNvPr id="18" name="s3-dom-h-label">
            <a:extLst xmlns:a="http://schemas.openxmlformats.org/drawingml/2006/main">
              <a:ext uri="{FF2B5EF4-FFF2-40B4-BE49-F238E27FC236}">
                <a16:creationId xmlns:a16="http://schemas.microsoft.com/office/drawing/2014/main" id="{19AD3853-F3C8-4B95-B7FF-82D7984F023D}"/>
              </a:ext>
            </a:extLst>
          </p:cNvPr>
          <p:cNvSpPr>
            <a:spLocks xmlns:a="http://schemas.openxmlformats.org/drawingml/2006/main" noGrp="1"/>
          </p:cNvSpPr>
          <p:nvPr/>
        </p:nvSpPr>
        <p:spPr>
          <a:xfrm xmlns:a="http://schemas.openxmlformats.org/drawingml/2006/main">
            <a:off x="6667500" y="30670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CAN-H</a:t>
            </a:r>
          </a:p>
        </p:txBody>
      </p:sp>
      <p:sp>
        <p:nvSpPr>
          <p:cNvPr id="19" name="s3-dom-h-bar">
            <a:extLst xmlns:a="http://schemas.openxmlformats.org/drawingml/2006/main">
              <a:ext uri="{FF2B5EF4-FFF2-40B4-BE49-F238E27FC236}">
                <a16:creationId xmlns:a16="http://schemas.microsoft.com/office/drawing/2014/main" id="{8964FF49-D00F-418C-B0F2-3F746C757FE6}"/>
              </a:ext>
            </a:extLst>
          </p:cNvPr>
          <p:cNvSpPr>
            <a:spLocks xmlns:a="http://schemas.openxmlformats.org/drawingml/2006/main" noGrp="1"/>
          </p:cNvSpPr>
          <p:nvPr/>
        </p:nvSpPr>
        <p:spPr>
          <a:xfrm xmlns:a="http://schemas.openxmlformats.org/drawingml/2006/main">
            <a:off x="7734300" y="3143250"/>
            <a:ext cx="2333625" cy="152400"/>
          </a:xfrm>
          <a:prstGeom xmlns:a="http://schemas.openxmlformats.org/drawingml/2006/main" prst="roundRect">
            <a:avLst>
              <a:gd name="adj" fmla="val 50000"/>
            </a:avLst>
          </a:prstGeom>
          <a:solidFill xmlns:a="http://schemas.openxmlformats.org/drawingml/2006/main">
            <a:srgbClr val="10BFD9"/>
          </a:solidFill>
          <a:ln xmlns:a="http://schemas.openxmlformats.org/drawingml/2006/main" w="0">
            <a:noFill/>
            <a:prstDash val="solid"/>
          </a:ln>
        </p:spPr>
      </p:sp>
      <p:sp>
        <p:nvSpPr>
          <p:cNvPr id="20" name="s3-dom-h-value">
            <a:extLst xmlns:a="http://schemas.openxmlformats.org/drawingml/2006/main">
              <a:ext uri="{FF2B5EF4-FFF2-40B4-BE49-F238E27FC236}">
                <a16:creationId xmlns:a16="http://schemas.microsoft.com/office/drawing/2014/main" id="{A69EE943-88FE-4679-8231-726E7662370E}"/>
              </a:ext>
            </a:extLst>
          </p:cNvPr>
          <p:cNvSpPr>
            <a:spLocks xmlns:a="http://schemas.openxmlformats.org/drawingml/2006/main" noGrp="1"/>
          </p:cNvSpPr>
          <p:nvPr/>
        </p:nvSpPr>
        <p:spPr>
          <a:xfrm xmlns:a="http://schemas.openxmlformats.org/drawingml/2006/main">
            <a:off x="10496550" y="30670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FFFFFF"/>
                </a:solidFill>
                <a:latin typeface="DejaVu Sans"/>
                <a:ea typeface="DejaVu Sans"/>
                <a:cs typeface="DejaVu Sans"/>
              </a:defRPr>
            </a:defPPr>
            <a:lvl1pPr algn="r">
              <a:defRPr sz="1200" b="1">
                <a:solidFill>
                  <a:srgbClr val="FFFFFF"/>
                </a:solidFill>
                <a:latin typeface="DejaVu Sans"/>
                <a:ea typeface="DejaVu Sans"/>
                <a:cs typeface="DejaVu Sans"/>
              </a:defRPr>
            </a:lvl1pPr>
            <a:lvl2pPr algn="r">
              <a:defRPr sz="1200" b="1">
                <a:solidFill>
                  <a:srgbClr val="FFFFFF"/>
                </a:solidFill>
                <a:latin typeface="DejaVu Sans"/>
                <a:ea typeface="DejaVu Sans"/>
                <a:cs typeface="DejaVu Sans"/>
              </a:defRPr>
            </a:lvl2pPr>
            <a:lvl3pPr algn="r">
              <a:defRPr sz="1200" b="1">
                <a:solidFill>
                  <a:srgbClr val="FFFFFF"/>
                </a:solidFill>
                <a:latin typeface="DejaVu Sans"/>
                <a:ea typeface="DejaVu Sans"/>
                <a:cs typeface="DejaVu Sans"/>
              </a:defRPr>
            </a:lvl3pPr>
            <a:lvl4pPr algn="r">
              <a:defRPr sz="1200" b="1">
                <a:solidFill>
                  <a:srgbClr val="FFFFFF"/>
                </a:solidFill>
                <a:latin typeface="DejaVu Sans"/>
                <a:ea typeface="DejaVu Sans"/>
                <a:cs typeface="DejaVu Sans"/>
              </a:defRPr>
            </a:lvl4pPr>
            <a:lvl5pPr algn="r">
              <a:defRPr sz="1200" b="1">
                <a:solidFill>
                  <a:srgbClr val="FFFFFF"/>
                </a:solidFill>
                <a:latin typeface="DejaVu Sans"/>
                <a:ea typeface="DejaVu Sans"/>
                <a:cs typeface="DejaVu Sans"/>
              </a:defRPr>
            </a:lvl5pPr>
            <a:lvl6pPr algn="r">
              <a:defRPr sz="1200" b="1">
                <a:solidFill>
                  <a:srgbClr val="FFFFFF"/>
                </a:solidFill>
                <a:latin typeface="DejaVu Sans"/>
                <a:ea typeface="DejaVu Sans"/>
                <a:cs typeface="DejaVu Sans"/>
              </a:defRPr>
            </a:lvl6pPr>
            <a:lvl7pPr algn="r">
              <a:defRPr sz="1200" b="1">
                <a:solidFill>
                  <a:srgbClr val="FFFFFF"/>
                </a:solidFill>
                <a:latin typeface="DejaVu Sans"/>
                <a:ea typeface="DejaVu Sans"/>
                <a:cs typeface="DejaVu Sans"/>
              </a:defRPr>
            </a:lvl7pPr>
            <a:lvl8pPr algn="r">
              <a:defRPr sz="1200" b="1">
                <a:solidFill>
                  <a:srgbClr val="FFFFFF"/>
                </a:solidFill>
                <a:latin typeface="DejaVu Sans"/>
                <a:ea typeface="DejaVu Sans"/>
                <a:cs typeface="DejaVu Sans"/>
              </a:defRPr>
            </a:lvl8pPr>
            <a:lvl9pPr algn="r">
              <a:defRPr sz="1200" b="1">
                <a:solidFill>
                  <a:srgbClr val="FFFFFF"/>
                </a:solidFill>
                <a:latin typeface="DejaVu Sans"/>
                <a:ea typeface="DejaVu Sans"/>
                <a:cs typeface="DejaVu Sans"/>
              </a:defRPr>
            </a:lvl9pPr>
          </a:lstStyle>
          <a:p xmlns:a="http://schemas.openxmlformats.org/drawingml/2006/main">
            <a:pPr algn="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 3,5 V</a:t>
            </a:r>
          </a:p>
        </p:txBody>
      </p:sp>
      <p:sp>
        <p:nvSpPr>
          <p:cNvPr id="21" name="s3-dom-l-label">
            <a:extLst xmlns:a="http://schemas.openxmlformats.org/drawingml/2006/main">
              <a:ext uri="{FF2B5EF4-FFF2-40B4-BE49-F238E27FC236}">
                <a16:creationId xmlns:a16="http://schemas.microsoft.com/office/drawing/2014/main" id="{4AFEC996-C167-4F67-A219-3906A79F7584}"/>
              </a:ext>
            </a:extLst>
          </p:cNvPr>
          <p:cNvSpPr>
            <a:spLocks xmlns:a="http://schemas.openxmlformats.org/drawingml/2006/main" noGrp="1"/>
          </p:cNvSpPr>
          <p:nvPr/>
        </p:nvSpPr>
        <p:spPr>
          <a:xfrm xmlns:a="http://schemas.openxmlformats.org/drawingml/2006/main">
            <a:off x="6667500" y="36004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7B500"/>
                </a:solidFill>
                <a:latin typeface="DejaVu Sans"/>
                <a:ea typeface="DejaVu Sans"/>
                <a:cs typeface="DejaVu Sans"/>
              </a:defRPr>
            </a:defPPr>
            <a:lvl1pPr algn="l">
              <a:defRPr sz="1200" b="1">
                <a:solidFill>
                  <a:srgbClr val="F7B500"/>
                </a:solidFill>
                <a:latin typeface="DejaVu Sans"/>
                <a:ea typeface="DejaVu Sans"/>
                <a:cs typeface="DejaVu Sans"/>
              </a:defRPr>
            </a:lvl1pPr>
            <a:lvl2pPr algn="l">
              <a:defRPr sz="1200" b="1">
                <a:solidFill>
                  <a:srgbClr val="F7B500"/>
                </a:solidFill>
                <a:latin typeface="DejaVu Sans"/>
                <a:ea typeface="DejaVu Sans"/>
                <a:cs typeface="DejaVu Sans"/>
              </a:defRPr>
            </a:lvl2pPr>
            <a:lvl3pPr algn="l">
              <a:defRPr sz="1200" b="1">
                <a:solidFill>
                  <a:srgbClr val="F7B500"/>
                </a:solidFill>
                <a:latin typeface="DejaVu Sans"/>
                <a:ea typeface="DejaVu Sans"/>
                <a:cs typeface="DejaVu Sans"/>
              </a:defRPr>
            </a:lvl3pPr>
            <a:lvl4pPr algn="l">
              <a:defRPr sz="1200" b="1">
                <a:solidFill>
                  <a:srgbClr val="F7B500"/>
                </a:solidFill>
                <a:latin typeface="DejaVu Sans"/>
                <a:ea typeface="DejaVu Sans"/>
                <a:cs typeface="DejaVu Sans"/>
              </a:defRPr>
            </a:lvl4pPr>
            <a:lvl5pPr algn="l">
              <a:defRPr sz="1200" b="1">
                <a:solidFill>
                  <a:srgbClr val="F7B500"/>
                </a:solidFill>
                <a:latin typeface="DejaVu Sans"/>
                <a:ea typeface="DejaVu Sans"/>
                <a:cs typeface="DejaVu Sans"/>
              </a:defRPr>
            </a:lvl5pPr>
            <a:lvl6pPr algn="l">
              <a:defRPr sz="1200" b="1">
                <a:solidFill>
                  <a:srgbClr val="F7B500"/>
                </a:solidFill>
                <a:latin typeface="DejaVu Sans"/>
                <a:ea typeface="DejaVu Sans"/>
                <a:cs typeface="DejaVu Sans"/>
              </a:defRPr>
            </a:lvl6pPr>
            <a:lvl7pPr algn="l">
              <a:defRPr sz="1200" b="1">
                <a:solidFill>
                  <a:srgbClr val="F7B500"/>
                </a:solidFill>
                <a:latin typeface="DejaVu Sans"/>
                <a:ea typeface="DejaVu Sans"/>
                <a:cs typeface="DejaVu Sans"/>
              </a:defRPr>
            </a:lvl7pPr>
            <a:lvl8pPr algn="l">
              <a:defRPr sz="1200" b="1">
                <a:solidFill>
                  <a:srgbClr val="F7B500"/>
                </a:solidFill>
                <a:latin typeface="DejaVu Sans"/>
                <a:ea typeface="DejaVu Sans"/>
                <a:cs typeface="DejaVu Sans"/>
              </a:defRPr>
            </a:lvl8pPr>
            <a:lvl9pPr algn="l">
              <a:defRPr sz="1200" b="1">
                <a:solidFill>
                  <a:srgbClr val="F7B500"/>
                </a:solidFill>
                <a:latin typeface="DejaVu Sans"/>
                <a:ea typeface="DejaVu Sans"/>
                <a:cs typeface="DejaVu Sans"/>
              </a:defRPr>
            </a:lvl9pPr>
          </a:lstStyle>
          <a:p xmlns:a="http://schemas.openxmlformats.org/drawingml/2006/main">
            <a:pPr algn="l">
              <a:defRPr sz="1200" b="1">
                <a:solidFill>
                  <a:srgbClr val="F7B500"/>
                </a:solidFill>
                <a:latin typeface="DejaVu Sans"/>
                <a:ea typeface="DejaVu Sans"/>
                <a:cs typeface="DejaVu Sans"/>
              </a:defRPr>
            </a:pPr>
            <a:r>
              <a:rPr sz="1200" b="1">
                <a:solidFill>
                  <a:srgbClr val="F7B500"/>
                </a:solidFill>
                <a:latin typeface="DejaVu Sans"/>
                <a:ea typeface="DejaVu Sans"/>
                <a:cs typeface="DejaVu Sans"/>
              </a:rPr>
              <a:t>CAN-L</a:t>
            </a:r>
          </a:p>
        </p:txBody>
      </p:sp>
      <p:sp>
        <p:nvSpPr>
          <p:cNvPr id="22" name="s3-dom-l-bar">
            <a:extLst xmlns:a="http://schemas.openxmlformats.org/drawingml/2006/main">
              <a:ext uri="{FF2B5EF4-FFF2-40B4-BE49-F238E27FC236}">
                <a16:creationId xmlns:a16="http://schemas.microsoft.com/office/drawing/2014/main" id="{45DC8EE3-D016-4FB3-A798-A4F5EB99A9C3}"/>
              </a:ext>
            </a:extLst>
          </p:cNvPr>
          <p:cNvSpPr>
            <a:spLocks xmlns:a="http://schemas.openxmlformats.org/drawingml/2006/main" noGrp="1"/>
          </p:cNvSpPr>
          <p:nvPr/>
        </p:nvSpPr>
        <p:spPr>
          <a:xfrm xmlns:a="http://schemas.openxmlformats.org/drawingml/2006/main">
            <a:off x="7734300" y="3676650"/>
            <a:ext cx="1000125" cy="152400"/>
          </a:xfrm>
          <a:prstGeom xmlns:a="http://schemas.openxmlformats.org/drawingml/2006/main" prst="roundRect">
            <a:avLst>
              <a:gd name="adj" fmla="val 50000"/>
            </a:avLst>
          </a:prstGeom>
          <a:solidFill xmlns:a="http://schemas.openxmlformats.org/drawingml/2006/main">
            <a:srgbClr val="F7B500"/>
          </a:solidFill>
          <a:ln xmlns:a="http://schemas.openxmlformats.org/drawingml/2006/main" w="0">
            <a:noFill/>
            <a:prstDash val="solid"/>
          </a:ln>
        </p:spPr>
      </p:sp>
      <p:sp>
        <p:nvSpPr>
          <p:cNvPr id="23" name="s3-dom-l-value">
            <a:extLst xmlns:a="http://schemas.openxmlformats.org/drawingml/2006/main">
              <a:ext uri="{FF2B5EF4-FFF2-40B4-BE49-F238E27FC236}">
                <a16:creationId xmlns:a16="http://schemas.microsoft.com/office/drawing/2014/main" id="{DA18CC3F-ABFD-479E-AF64-4C6C71D28BFD}"/>
              </a:ext>
            </a:extLst>
          </p:cNvPr>
          <p:cNvSpPr>
            <a:spLocks xmlns:a="http://schemas.openxmlformats.org/drawingml/2006/main" noGrp="1"/>
          </p:cNvSpPr>
          <p:nvPr/>
        </p:nvSpPr>
        <p:spPr>
          <a:xfrm xmlns:a="http://schemas.openxmlformats.org/drawingml/2006/main">
            <a:off x="10496550" y="3600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FFFFFF"/>
                </a:solidFill>
                <a:latin typeface="DejaVu Sans"/>
                <a:ea typeface="DejaVu Sans"/>
                <a:cs typeface="DejaVu Sans"/>
              </a:defRPr>
            </a:defPPr>
            <a:lvl1pPr algn="r">
              <a:defRPr sz="1200" b="1">
                <a:solidFill>
                  <a:srgbClr val="FFFFFF"/>
                </a:solidFill>
                <a:latin typeface="DejaVu Sans"/>
                <a:ea typeface="DejaVu Sans"/>
                <a:cs typeface="DejaVu Sans"/>
              </a:defRPr>
            </a:lvl1pPr>
            <a:lvl2pPr algn="r">
              <a:defRPr sz="1200" b="1">
                <a:solidFill>
                  <a:srgbClr val="FFFFFF"/>
                </a:solidFill>
                <a:latin typeface="DejaVu Sans"/>
                <a:ea typeface="DejaVu Sans"/>
                <a:cs typeface="DejaVu Sans"/>
              </a:defRPr>
            </a:lvl2pPr>
            <a:lvl3pPr algn="r">
              <a:defRPr sz="1200" b="1">
                <a:solidFill>
                  <a:srgbClr val="FFFFFF"/>
                </a:solidFill>
                <a:latin typeface="DejaVu Sans"/>
                <a:ea typeface="DejaVu Sans"/>
                <a:cs typeface="DejaVu Sans"/>
              </a:defRPr>
            </a:lvl3pPr>
            <a:lvl4pPr algn="r">
              <a:defRPr sz="1200" b="1">
                <a:solidFill>
                  <a:srgbClr val="FFFFFF"/>
                </a:solidFill>
                <a:latin typeface="DejaVu Sans"/>
                <a:ea typeface="DejaVu Sans"/>
                <a:cs typeface="DejaVu Sans"/>
              </a:defRPr>
            </a:lvl4pPr>
            <a:lvl5pPr algn="r">
              <a:defRPr sz="1200" b="1">
                <a:solidFill>
                  <a:srgbClr val="FFFFFF"/>
                </a:solidFill>
                <a:latin typeface="DejaVu Sans"/>
                <a:ea typeface="DejaVu Sans"/>
                <a:cs typeface="DejaVu Sans"/>
              </a:defRPr>
            </a:lvl5pPr>
            <a:lvl6pPr algn="r">
              <a:defRPr sz="1200" b="1">
                <a:solidFill>
                  <a:srgbClr val="FFFFFF"/>
                </a:solidFill>
                <a:latin typeface="DejaVu Sans"/>
                <a:ea typeface="DejaVu Sans"/>
                <a:cs typeface="DejaVu Sans"/>
              </a:defRPr>
            </a:lvl6pPr>
            <a:lvl7pPr algn="r">
              <a:defRPr sz="1200" b="1">
                <a:solidFill>
                  <a:srgbClr val="FFFFFF"/>
                </a:solidFill>
                <a:latin typeface="DejaVu Sans"/>
                <a:ea typeface="DejaVu Sans"/>
                <a:cs typeface="DejaVu Sans"/>
              </a:defRPr>
            </a:lvl7pPr>
            <a:lvl8pPr algn="r">
              <a:defRPr sz="1200" b="1">
                <a:solidFill>
                  <a:srgbClr val="FFFFFF"/>
                </a:solidFill>
                <a:latin typeface="DejaVu Sans"/>
                <a:ea typeface="DejaVu Sans"/>
                <a:cs typeface="DejaVu Sans"/>
              </a:defRPr>
            </a:lvl8pPr>
            <a:lvl9pPr algn="r">
              <a:defRPr sz="1200" b="1">
                <a:solidFill>
                  <a:srgbClr val="FFFFFF"/>
                </a:solidFill>
                <a:latin typeface="DejaVu Sans"/>
                <a:ea typeface="DejaVu Sans"/>
                <a:cs typeface="DejaVu Sans"/>
              </a:defRPr>
            </a:lvl9pPr>
          </a:lstStyle>
          <a:p xmlns:a="http://schemas.openxmlformats.org/drawingml/2006/main">
            <a:pPr algn="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 1,5 V</a:t>
            </a:r>
          </a:p>
        </p:txBody>
      </p:sp>
      <p:sp>
        <p:nvSpPr>
          <p:cNvPr id="24" name="s3-dom-divider">
            <a:extLst xmlns:a="http://schemas.openxmlformats.org/drawingml/2006/main">
              <a:ext uri="{FF2B5EF4-FFF2-40B4-BE49-F238E27FC236}">
                <a16:creationId xmlns:a16="http://schemas.microsoft.com/office/drawing/2014/main" id="{BE5F1050-DE9D-4B98-9E36-D5B060AEEDD4}"/>
              </a:ext>
            </a:extLst>
          </p:cNvPr>
          <p:cNvSpPr>
            <a:spLocks xmlns:a="http://schemas.openxmlformats.org/drawingml/2006/main" noGrp="1"/>
          </p:cNvSpPr>
          <p:nvPr/>
        </p:nvSpPr>
        <p:spPr>
          <a:xfrm xmlns:a="http://schemas.openxmlformats.org/drawingml/2006/main">
            <a:off x="6648450" y="4152900"/>
            <a:ext cx="4610100" cy="9525"/>
          </a:xfrm>
          <a:prstGeom xmlns:a="http://schemas.openxmlformats.org/drawingml/2006/main" prst="rect">
            <a:avLst/>
          </a:prstGeom>
          <a:solidFill xmlns:a="http://schemas.openxmlformats.org/drawingml/2006/main">
            <a:srgbClr val="34465C"/>
          </a:solidFill>
          <a:ln xmlns:a="http://schemas.openxmlformats.org/drawingml/2006/main" w="0">
            <a:noFill/>
            <a:prstDash val="solid"/>
          </a:ln>
        </p:spPr>
      </p:sp>
      <p:sp>
        <p:nvSpPr>
          <p:cNvPr id="25" name="s3-dom-diff">
            <a:extLst xmlns:a="http://schemas.openxmlformats.org/drawingml/2006/main">
              <a:ext uri="{FF2B5EF4-FFF2-40B4-BE49-F238E27FC236}">
                <a16:creationId xmlns:a16="http://schemas.microsoft.com/office/drawing/2014/main" id="{EEB300E9-E8B8-47C4-8EAB-2FC6566F9091}"/>
              </a:ext>
            </a:extLst>
          </p:cNvPr>
          <p:cNvSpPr>
            <a:spLocks xmlns:a="http://schemas.openxmlformats.org/drawingml/2006/main" noGrp="1"/>
          </p:cNvSpPr>
          <p:nvPr/>
        </p:nvSpPr>
        <p:spPr>
          <a:xfrm xmlns:a="http://schemas.openxmlformats.org/drawingml/2006/main">
            <a:off x="6648450" y="4305300"/>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FFFFFF"/>
                </a:solidFill>
                <a:latin typeface="DejaVu Sans"/>
                <a:ea typeface="DejaVu Sans"/>
                <a:cs typeface="DejaVu Sans"/>
              </a:defRPr>
            </a:defPPr>
            <a:lvl1pPr algn="ctr">
              <a:defRPr sz="1425" b="1">
                <a:solidFill>
                  <a:srgbClr val="FFFFFF"/>
                </a:solidFill>
                <a:latin typeface="DejaVu Sans"/>
                <a:ea typeface="DejaVu Sans"/>
                <a:cs typeface="DejaVu Sans"/>
              </a:defRPr>
            </a:lvl1pPr>
            <a:lvl2pPr algn="ctr">
              <a:defRPr sz="1425" b="1">
                <a:solidFill>
                  <a:srgbClr val="FFFFFF"/>
                </a:solidFill>
                <a:latin typeface="DejaVu Sans"/>
                <a:ea typeface="DejaVu Sans"/>
                <a:cs typeface="DejaVu Sans"/>
              </a:defRPr>
            </a:lvl2pPr>
            <a:lvl3pPr algn="ctr">
              <a:defRPr sz="1425" b="1">
                <a:solidFill>
                  <a:srgbClr val="FFFFFF"/>
                </a:solidFill>
                <a:latin typeface="DejaVu Sans"/>
                <a:ea typeface="DejaVu Sans"/>
                <a:cs typeface="DejaVu Sans"/>
              </a:defRPr>
            </a:lvl3pPr>
            <a:lvl4pPr algn="ctr">
              <a:defRPr sz="1425" b="1">
                <a:solidFill>
                  <a:srgbClr val="FFFFFF"/>
                </a:solidFill>
                <a:latin typeface="DejaVu Sans"/>
                <a:ea typeface="DejaVu Sans"/>
                <a:cs typeface="DejaVu Sans"/>
              </a:defRPr>
            </a:lvl4pPr>
            <a:lvl5pPr algn="ctr">
              <a:defRPr sz="1425" b="1">
                <a:solidFill>
                  <a:srgbClr val="FFFFFF"/>
                </a:solidFill>
                <a:latin typeface="DejaVu Sans"/>
                <a:ea typeface="DejaVu Sans"/>
                <a:cs typeface="DejaVu Sans"/>
              </a:defRPr>
            </a:lvl5pPr>
            <a:lvl6pPr algn="ctr">
              <a:defRPr sz="1425" b="1">
                <a:solidFill>
                  <a:srgbClr val="FFFFFF"/>
                </a:solidFill>
                <a:latin typeface="DejaVu Sans"/>
                <a:ea typeface="DejaVu Sans"/>
                <a:cs typeface="DejaVu Sans"/>
              </a:defRPr>
            </a:lvl6pPr>
            <a:lvl7pPr algn="ctr">
              <a:defRPr sz="1425" b="1">
                <a:solidFill>
                  <a:srgbClr val="FFFFFF"/>
                </a:solidFill>
                <a:latin typeface="DejaVu Sans"/>
                <a:ea typeface="DejaVu Sans"/>
                <a:cs typeface="DejaVu Sans"/>
              </a:defRPr>
            </a:lvl7pPr>
            <a:lvl8pPr algn="ctr">
              <a:defRPr sz="1425" b="1">
                <a:solidFill>
                  <a:srgbClr val="FFFFFF"/>
                </a:solidFill>
                <a:latin typeface="DejaVu Sans"/>
                <a:ea typeface="DejaVu Sans"/>
                <a:cs typeface="DejaVu Sans"/>
              </a:defRPr>
            </a:lvl8pPr>
            <a:lvl9pPr algn="ctr">
              <a:defRPr sz="1425" b="1">
                <a:solidFill>
                  <a:srgbClr val="FFFFFF"/>
                </a:solidFill>
                <a:latin typeface="DejaVu Sans"/>
                <a:ea typeface="DejaVu Sans"/>
                <a:cs typeface="DejaVu Sans"/>
              </a:defRPr>
            </a:lvl9pPr>
          </a:lstStyle>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Vdiff = CAN-H − CAN-L  ≈  2 V</a:t>
            </a:r>
          </a:p>
        </p:txBody>
      </p:sp>
      <p:sp>
        <p:nvSpPr>
          <p:cNvPr id="26" name="s3-dom-caption">
            <a:extLst xmlns:a="http://schemas.openxmlformats.org/drawingml/2006/main">
              <a:ext uri="{FF2B5EF4-FFF2-40B4-BE49-F238E27FC236}">
                <a16:creationId xmlns:a16="http://schemas.microsoft.com/office/drawing/2014/main" id="{F2980B13-1796-4F1F-9276-923197E5C876}"/>
              </a:ext>
            </a:extLst>
          </p:cNvPr>
          <p:cNvSpPr>
            <a:spLocks xmlns:a="http://schemas.openxmlformats.org/drawingml/2006/main" noGrp="1"/>
          </p:cNvSpPr>
          <p:nvPr/>
        </p:nvSpPr>
        <p:spPr>
          <a:xfrm xmlns:a="http://schemas.openxmlformats.org/drawingml/2006/main">
            <a:off x="6648450" y="4762500"/>
            <a:ext cx="461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B8C8D8"/>
                </a:solidFill>
                <a:latin typeface="DejaVu Sans"/>
                <a:ea typeface="DejaVu Sans"/>
                <a:cs typeface="DejaVu Sans"/>
              </a:defRPr>
            </a:defPPr>
            <a:lvl1pPr algn="ctr">
              <a:defRPr sz="1050" b="0">
                <a:solidFill>
                  <a:srgbClr val="B8C8D8"/>
                </a:solidFill>
                <a:latin typeface="DejaVu Sans"/>
                <a:ea typeface="DejaVu Sans"/>
                <a:cs typeface="DejaVu Sans"/>
              </a:defRPr>
            </a:lvl1pPr>
            <a:lvl2pPr algn="ctr">
              <a:defRPr sz="1050" b="0">
                <a:solidFill>
                  <a:srgbClr val="B8C8D8"/>
                </a:solidFill>
                <a:latin typeface="DejaVu Sans"/>
                <a:ea typeface="DejaVu Sans"/>
                <a:cs typeface="DejaVu Sans"/>
              </a:defRPr>
            </a:lvl2pPr>
            <a:lvl3pPr algn="ctr">
              <a:defRPr sz="1050" b="0">
                <a:solidFill>
                  <a:srgbClr val="B8C8D8"/>
                </a:solidFill>
                <a:latin typeface="DejaVu Sans"/>
                <a:ea typeface="DejaVu Sans"/>
                <a:cs typeface="DejaVu Sans"/>
              </a:defRPr>
            </a:lvl3pPr>
            <a:lvl4pPr algn="ctr">
              <a:defRPr sz="1050" b="0">
                <a:solidFill>
                  <a:srgbClr val="B8C8D8"/>
                </a:solidFill>
                <a:latin typeface="DejaVu Sans"/>
                <a:ea typeface="DejaVu Sans"/>
                <a:cs typeface="DejaVu Sans"/>
              </a:defRPr>
            </a:lvl4pPr>
            <a:lvl5pPr algn="ctr">
              <a:defRPr sz="1050" b="0">
                <a:solidFill>
                  <a:srgbClr val="B8C8D8"/>
                </a:solidFill>
                <a:latin typeface="DejaVu Sans"/>
                <a:ea typeface="DejaVu Sans"/>
                <a:cs typeface="DejaVu Sans"/>
              </a:defRPr>
            </a:lvl5pPr>
            <a:lvl6pPr algn="ctr">
              <a:defRPr sz="1050" b="0">
                <a:solidFill>
                  <a:srgbClr val="B8C8D8"/>
                </a:solidFill>
                <a:latin typeface="DejaVu Sans"/>
                <a:ea typeface="DejaVu Sans"/>
                <a:cs typeface="DejaVu Sans"/>
              </a:defRPr>
            </a:lvl6pPr>
            <a:lvl7pPr algn="ctr">
              <a:defRPr sz="1050" b="0">
                <a:solidFill>
                  <a:srgbClr val="B8C8D8"/>
                </a:solidFill>
                <a:latin typeface="DejaVu Sans"/>
                <a:ea typeface="DejaVu Sans"/>
                <a:cs typeface="DejaVu Sans"/>
              </a:defRPr>
            </a:lvl7pPr>
            <a:lvl8pPr algn="ctr">
              <a:defRPr sz="1050" b="0">
                <a:solidFill>
                  <a:srgbClr val="B8C8D8"/>
                </a:solidFill>
                <a:latin typeface="DejaVu Sans"/>
                <a:ea typeface="DejaVu Sans"/>
                <a:cs typeface="DejaVu Sans"/>
              </a:defRPr>
            </a:lvl8pPr>
            <a:lvl9pPr algn="ctr">
              <a:defRPr sz="1050" b="0">
                <a:solidFill>
                  <a:srgbClr val="B8C8D8"/>
                </a:solidFill>
                <a:latin typeface="DejaVu Sans"/>
                <a:ea typeface="DejaVu Sans"/>
                <a:cs typeface="DejaVu Sans"/>
              </a:defRPr>
            </a:lvl9pPr>
          </a:lstStyle>
          <a:p xmlns:a="http://schemas.openxmlformats.org/drawingml/2006/main">
            <a:pPr algn="ctr">
              <a:defRPr sz="1050" b="0">
                <a:solidFill>
                  <a:srgbClr val="B8C8D8"/>
                </a:solidFill>
                <a:latin typeface="DejaVu Sans"/>
                <a:ea typeface="DejaVu Sans"/>
                <a:cs typeface="DejaVu Sans"/>
              </a:defRPr>
            </a:pPr>
            <a:r>
              <a:rPr sz="1050" b="0">
                <a:solidFill>
                  <a:srgbClr val="B8C8D8"/>
                </a:solidFill>
                <a:latin typeface="DejaVu Sans"/>
                <a:ea typeface="DejaVu Sans"/>
                <a:cs typeface="DejaVu Sans"/>
              </a:rPr>
              <a:t>Η διαφορά τάσης γίνεται καθαρά αντιληπτή.</a:t>
            </a:r>
          </a:p>
        </p:txBody>
      </p:sp>
      <p:sp>
        <p:nvSpPr>
          <p:cNvPr id="27" name="s3-takeaway">
            <a:extLst xmlns:a="http://schemas.openxmlformats.org/drawingml/2006/main">
              <a:ext uri="{FF2B5EF4-FFF2-40B4-BE49-F238E27FC236}">
                <a16:creationId xmlns:a16="http://schemas.microsoft.com/office/drawing/2014/main" id="{930A86B1-ADF1-4C94-9A20-AFA630B688BB}"/>
              </a:ext>
            </a:extLst>
          </p:cNvPr>
          <p:cNvSpPr>
            <a:spLocks xmlns:a="http://schemas.openxmlformats.org/drawingml/2006/main" noGrp="1"/>
          </p:cNvSpPr>
          <p:nvPr/>
        </p:nvSpPr>
        <p:spPr>
          <a:xfrm xmlns:a="http://schemas.openxmlformats.org/drawingml/2006/main">
            <a:off x="609600" y="5495925"/>
            <a:ext cx="10972800" cy="609600"/>
          </a:xfrm>
          <a:prstGeom xmlns:a="http://schemas.openxmlformats.org/drawingml/2006/main" prst="roundRect">
            <a:avLst>
              <a:gd name="adj" fmla="val 12500"/>
            </a:avLst>
          </a:prstGeom>
          <a:solidFill xmlns:a="http://schemas.openxmlformats.org/drawingml/2006/main">
            <a:srgbClr val="E4F7FA"/>
          </a:solidFill>
          <a:ln xmlns:a="http://schemas.openxmlformats.org/drawingml/2006/main" w="9525">
            <a:solidFill>
              <a:srgbClr val="C5E8ED"/>
            </a:solidFill>
            <a:prstDash val="solid"/>
          </a:ln>
        </p:spPr>
      </p:sp>
      <p:sp>
        <p:nvSpPr>
          <p:cNvPr id="28" name="s3-takeaway-text">
            <a:extLst xmlns:a="http://schemas.openxmlformats.org/drawingml/2006/main">
              <a:ext uri="{FF2B5EF4-FFF2-40B4-BE49-F238E27FC236}">
                <a16:creationId xmlns:a16="http://schemas.microsoft.com/office/drawing/2014/main" id="{15AF047E-F4BD-43E8-8591-086E23CFFCC5}"/>
              </a:ext>
            </a:extLst>
          </p:cNvPr>
          <p:cNvSpPr>
            <a:spLocks xmlns:a="http://schemas.openxmlformats.org/drawingml/2006/main" noGrp="1"/>
          </p:cNvSpPr>
          <p:nvPr/>
        </p:nvSpPr>
        <p:spPr>
          <a:xfrm xmlns:a="http://schemas.openxmlformats.org/drawingml/2006/main">
            <a:off x="838200" y="5591175"/>
            <a:ext cx="1051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Ίδιος θόρυβος και στους δύο αγωγούς; Η σύγκριση CAN-H με CAN-L βοηθά τον δέκτη να τον απορρίψει.</a:t>
            </a:r>
          </a:p>
        </p:txBody>
      </p:sp>
      <p:sp>
        <p:nvSpPr>
          <p:cNvPr id="29" name="s3-values-note">
            <a:extLst xmlns:a="http://schemas.openxmlformats.org/drawingml/2006/main">
              <a:ext uri="{FF2B5EF4-FFF2-40B4-BE49-F238E27FC236}">
                <a16:creationId xmlns:a16="http://schemas.microsoft.com/office/drawing/2014/main" id="{B32ADDB9-90C3-4314-B2AE-E3FCBDD0ED2B}"/>
              </a:ext>
            </a:extLst>
          </p:cNvPr>
          <p:cNvSpPr>
            <a:spLocks xmlns:a="http://schemas.openxmlformats.org/drawingml/2006/main" noGrp="1"/>
          </p:cNvSpPr>
          <p:nvPr/>
        </p:nvSpPr>
        <p:spPr>
          <a:xfrm xmlns:a="http://schemas.openxmlformats.org/drawingml/2006/main">
            <a:off x="609600" y="619125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Ενδεικτικές τυπικές τιμές για CAN υψηλής ταχύτητας· εξαρτώνται από το δίκτυο και τις συνθήκες μέτρησης.</a:t>
            </a:r>
          </a:p>
        </p:txBody>
      </p:sp>
      <p:sp>
        <p:nvSpPr>
          <p:cNvPr id="30" name="s3-footer">
            <a:extLst xmlns:a="http://schemas.openxmlformats.org/drawingml/2006/main">
              <a:ext uri="{FF2B5EF4-FFF2-40B4-BE49-F238E27FC236}">
                <a16:creationId xmlns:a16="http://schemas.microsoft.com/office/drawing/2014/main" id="{A533AB4B-8C47-4EE1-B862-5A7A469547CE}"/>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1" name="s3-page-number">
            <a:extLst xmlns:a="http://schemas.openxmlformats.org/drawingml/2006/main">
              <a:ext uri="{FF2B5EF4-FFF2-40B4-BE49-F238E27FC236}">
                <a16:creationId xmlns:a16="http://schemas.microsoft.com/office/drawing/2014/main" id="{4A8F28D7-9782-43C2-A899-5EB4258CA975}"/>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03</a:t>
            </a:r>
          </a:p>
        </p:txBody>
      </p:sp>
    </p:spTree>
    <p:extLst>
      <p:ext uri="{BB962C8B-B14F-4D97-AF65-F5344CB8AC3E}">
        <p14:creationId xmlns:p14="http://schemas.microsoft.com/office/powerpoint/2010/main" val="276574537"/>
      </p:ext>
    </p:extLst>
  </p:cSld>
</p:sld>
</file>

<file path=ppt/slides/slide4.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33" name="s4-kicker">
            <a:extLst xmlns:a="http://schemas.openxmlformats.org/drawingml/2006/main">
              <a:ext uri="{FF2B5EF4-FFF2-40B4-BE49-F238E27FC236}">
                <a16:creationId xmlns:a16="http://schemas.microsoft.com/office/drawing/2014/main" id="{FC3649C9-F785-4DCA-A444-A55F1A613DCD}"/>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35D8F1"/>
                </a:solidFill>
                <a:latin typeface="DejaVu Sans"/>
                <a:ea typeface="DejaVu Sans"/>
                <a:cs typeface="DejaVu Sans"/>
              </a:defRPr>
            </a:defPPr>
            <a:lvl1pPr algn="l">
              <a:defRPr sz="1050" b="1">
                <a:solidFill>
                  <a:srgbClr val="35D8F1"/>
                </a:solidFill>
                <a:latin typeface="DejaVu Sans"/>
                <a:ea typeface="DejaVu Sans"/>
                <a:cs typeface="DejaVu Sans"/>
              </a:defRPr>
            </a:lvl1pPr>
            <a:lvl2pPr algn="l">
              <a:defRPr sz="1050" b="1">
                <a:solidFill>
                  <a:srgbClr val="35D8F1"/>
                </a:solidFill>
                <a:latin typeface="DejaVu Sans"/>
                <a:ea typeface="DejaVu Sans"/>
                <a:cs typeface="DejaVu Sans"/>
              </a:defRPr>
            </a:lvl2pPr>
            <a:lvl3pPr algn="l">
              <a:defRPr sz="1050" b="1">
                <a:solidFill>
                  <a:srgbClr val="35D8F1"/>
                </a:solidFill>
                <a:latin typeface="DejaVu Sans"/>
                <a:ea typeface="DejaVu Sans"/>
                <a:cs typeface="DejaVu Sans"/>
              </a:defRPr>
            </a:lvl3pPr>
            <a:lvl4pPr algn="l">
              <a:defRPr sz="1050" b="1">
                <a:solidFill>
                  <a:srgbClr val="35D8F1"/>
                </a:solidFill>
                <a:latin typeface="DejaVu Sans"/>
                <a:ea typeface="DejaVu Sans"/>
                <a:cs typeface="DejaVu Sans"/>
              </a:defRPr>
            </a:lvl4pPr>
            <a:lvl5pPr algn="l">
              <a:defRPr sz="1050" b="1">
                <a:solidFill>
                  <a:srgbClr val="35D8F1"/>
                </a:solidFill>
                <a:latin typeface="DejaVu Sans"/>
                <a:ea typeface="DejaVu Sans"/>
                <a:cs typeface="DejaVu Sans"/>
              </a:defRPr>
            </a:lvl5pPr>
            <a:lvl6pPr algn="l">
              <a:defRPr sz="1050" b="1">
                <a:solidFill>
                  <a:srgbClr val="35D8F1"/>
                </a:solidFill>
                <a:latin typeface="DejaVu Sans"/>
                <a:ea typeface="DejaVu Sans"/>
                <a:cs typeface="DejaVu Sans"/>
              </a:defRPr>
            </a:lvl6pPr>
            <a:lvl7pPr algn="l">
              <a:defRPr sz="1050" b="1">
                <a:solidFill>
                  <a:srgbClr val="35D8F1"/>
                </a:solidFill>
                <a:latin typeface="DejaVu Sans"/>
                <a:ea typeface="DejaVu Sans"/>
                <a:cs typeface="DejaVu Sans"/>
              </a:defRPr>
            </a:lvl7pPr>
            <a:lvl8pPr algn="l">
              <a:defRPr sz="1050" b="1">
                <a:solidFill>
                  <a:srgbClr val="35D8F1"/>
                </a:solidFill>
                <a:latin typeface="DejaVu Sans"/>
                <a:ea typeface="DejaVu Sans"/>
                <a:cs typeface="DejaVu Sans"/>
              </a:defRPr>
            </a:lvl8pPr>
            <a:lvl9pPr algn="l">
              <a:defRPr sz="1050" b="1">
                <a:solidFill>
                  <a:srgbClr val="35D8F1"/>
                </a:solidFill>
                <a:latin typeface="DejaVu Sans"/>
                <a:ea typeface="DejaVu Sans"/>
                <a:cs typeface="DejaVu Sans"/>
              </a:defRPr>
            </a:lvl9pPr>
          </a:lstStyle>
          <a:p xmlns:a="http://schemas.openxmlformats.org/drawingml/2006/main">
            <a:pPr algn="l">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ΘΕΩΡΙΑ  ·  ΜΑΘΗΜΑ 05</a:t>
            </a:r>
          </a:p>
        </p:txBody>
      </p:sp>
      <p:sp>
        <p:nvSpPr>
          <p:cNvPr id="2" name="s4-title">
            <a:extLst xmlns:a="http://schemas.openxmlformats.org/drawingml/2006/main">
              <a:ext uri="{FF2B5EF4-FFF2-40B4-BE49-F238E27FC236}">
                <a16:creationId xmlns:a16="http://schemas.microsoft.com/office/drawing/2014/main" id="{21884CA7-40A6-4BC5-BEEF-F9414EC163CB}"/>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F4F8FC"/>
                </a:solidFill>
                <a:latin typeface="DejaVu Sans"/>
                <a:ea typeface="DejaVu Sans"/>
                <a:cs typeface="DejaVu Sans"/>
              </a:defRPr>
            </a:defPPr>
            <a:lvl1pPr algn="l">
              <a:defRPr sz="2700" b="1">
                <a:solidFill>
                  <a:srgbClr val="F4F8FC"/>
                </a:solidFill>
                <a:latin typeface="DejaVu Sans"/>
                <a:ea typeface="DejaVu Sans"/>
                <a:cs typeface="DejaVu Sans"/>
              </a:defRPr>
            </a:lvl1pPr>
            <a:lvl2pPr algn="l">
              <a:defRPr sz="2700" b="1">
                <a:solidFill>
                  <a:srgbClr val="F4F8FC"/>
                </a:solidFill>
                <a:latin typeface="DejaVu Sans"/>
                <a:ea typeface="DejaVu Sans"/>
                <a:cs typeface="DejaVu Sans"/>
              </a:defRPr>
            </a:lvl2pPr>
            <a:lvl3pPr algn="l">
              <a:defRPr sz="2700" b="1">
                <a:solidFill>
                  <a:srgbClr val="F4F8FC"/>
                </a:solidFill>
                <a:latin typeface="DejaVu Sans"/>
                <a:ea typeface="DejaVu Sans"/>
                <a:cs typeface="DejaVu Sans"/>
              </a:defRPr>
            </a:lvl3pPr>
            <a:lvl4pPr algn="l">
              <a:defRPr sz="2700" b="1">
                <a:solidFill>
                  <a:srgbClr val="F4F8FC"/>
                </a:solidFill>
                <a:latin typeface="DejaVu Sans"/>
                <a:ea typeface="DejaVu Sans"/>
                <a:cs typeface="DejaVu Sans"/>
              </a:defRPr>
            </a:lvl4pPr>
            <a:lvl5pPr algn="l">
              <a:defRPr sz="2700" b="1">
                <a:solidFill>
                  <a:srgbClr val="F4F8FC"/>
                </a:solidFill>
                <a:latin typeface="DejaVu Sans"/>
                <a:ea typeface="DejaVu Sans"/>
                <a:cs typeface="DejaVu Sans"/>
              </a:defRPr>
            </a:lvl5pPr>
            <a:lvl6pPr algn="l">
              <a:defRPr sz="2700" b="1">
                <a:solidFill>
                  <a:srgbClr val="F4F8FC"/>
                </a:solidFill>
                <a:latin typeface="DejaVu Sans"/>
                <a:ea typeface="DejaVu Sans"/>
                <a:cs typeface="DejaVu Sans"/>
              </a:defRPr>
            </a:lvl6pPr>
            <a:lvl7pPr algn="l">
              <a:defRPr sz="2700" b="1">
                <a:solidFill>
                  <a:srgbClr val="F4F8FC"/>
                </a:solidFill>
                <a:latin typeface="DejaVu Sans"/>
                <a:ea typeface="DejaVu Sans"/>
                <a:cs typeface="DejaVu Sans"/>
              </a:defRPr>
            </a:lvl7pPr>
            <a:lvl8pPr algn="l">
              <a:defRPr sz="2700" b="1">
                <a:solidFill>
                  <a:srgbClr val="F4F8FC"/>
                </a:solidFill>
                <a:latin typeface="DejaVu Sans"/>
                <a:ea typeface="DejaVu Sans"/>
                <a:cs typeface="DejaVu Sans"/>
              </a:defRPr>
            </a:lvl8pPr>
            <a:lvl9pPr algn="l">
              <a:defRPr sz="2700" b="1">
                <a:solidFill>
                  <a:srgbClr val="F4F8FC"/>
                </a:solidFill>
                <a:latin typeface="DejaVu Sans"/>
                <a:ea typeface="DejaVu Sans"/>
                <a:cs typeface="DejaVu Sans"/>
              </a:defRPr>
            </a:lvl9pPr>
          </a:lstStyle>
          <a:p xmlns:a="http://schemas.openxmlformats.org/drawingml/2006/main">
            <a:pPr algn="l">
              <a:defRPr sz="2700" b="1">
                <a:solidFill>
                  <a:srgbClr val="F4F8FC"/>
                </a:solidFill>
                <a:latin typeface="DejaVu Sans"/>
                <a:ea typeface="DejaVu Sans"/>
                <a:cs typeface="DejaVu Sans"/>
              </a:defRPr>
            </a:pPr>
            <a:r>
              <a:rPr sz="2700" b="1">
                <a:solidFill>
                  <a:srgbClr val="F4F8FC"/>
                </a:solidFill>
                <a:latin typeface="DejaVu Sans"/>
                <a:ea typeface="DejaVu Sans"/>
                <a:cs typeface="DejaVu Sans"/>
              </a:rPr>
              <a:t>Γιατί είναι στριμμένα τα CAN-H και CAN-L;</a:t>
            </a:r>
          </a:p>
        </p:txBody>
      </p:sp>
      <p:sp>
        <p:nvSpPr>
          <p:cNvPr id="3" name="s4-title-rule">
            <a:extLst xmlns:a="http://schemas.openxmlformats.org/drawingml/2006/main">
              <a:ext uri="{FF2B5EF4-FFF2-40B4-BE49-F238E27FC236}">
                <a16:creationId xmlns:a16="http://schemas.microsoft.com/office/drawing/2014/main" id="{20BB132A-085A-4538-91BD-749736727285}"/>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4" name="s4-subtitle">
            <a:extLst xmlns:a="http://schemas.openxmlformats.org/drawingml/2006/main">
              <a:ext uri="{FF2B5EF4-FFF2-40B4-BE49-F238E27FC236}">
                <a16:creationId xmlns:a16="http://schemas.microsoft.com/office/drawing/2014/main" id="{D6523793-4DB9-4AC7-B2D0-E3ED0D2B1F9D}"/>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FC0D1"/>
                </a:solidFill>
                <a:latin typeface="DejaVu Sans"/>
                <a:ea typeface="DejaVu Sans"/>
                <a:cs typeface="DejaVu Sans"/>
              </a:defRPr>
            </a:defPPr>
            <a:lvl1pPr algn="l">
              <a:defRPr sz="1500" b="0">
                <a:solidFill>
                  <a:srgbClr val="AFC0D1"/>
                </a:solidFill>
                <a:latin typeface="DejaVu Sans"/>
                <a:ea typeface="DejaVu Sans"/>
                <a:cs typeface="DejaVu Sans"/>
              </a:defRPr>
            </a:lvl1pPr>
            <a:lvl2pPr algn="l">
              <a:defRPr sz="1500" b="0">
                <a:solidFill>
                  <a:srgbClr val="AFC0D1"/>
                </a:solidFill>
                <a:latin typeface="DejaVu Sans"/>
                <a:ea typeface="DejaVu Sans"/>
                <a:cs typeface="DejaVu Sans"/>
              </a:defRPr>
            </a:lvl2pPr>
            <a:lvl3pPr algn="l">
              <a:defRPr sz="1500" b="0">
                <a:solidFill>
                  <a:srgbClr val="AFC0D1"/>
                </a:solidFill>
                <a:latin typeface="DejaVu Sans"/>
                <a:ea typeface="DejaVu Sans"/>
                <a:cs typeface="DejaVu Sans"/>
              </a:defRPr>
            </a:lvl3pPr>
            <a:lvl4pPr algn="l">
              <a:defRPr sz="1500" b="0">
                <a:solidFill>
                  <a:srgbClr val="AFC0D1"/>
                </a:solidFill>
                <a:latin typeface="DejaVu Sans"/>
                <a:ea typeface="DejaVu Sans"/>
                <a:cs typeface="DejaVu Sans"/>
              </a:defRPr>
            </a:lvl4pPr>
            <a:lvl5pPr algn="l">
              <a:defRPr sz="1500" b="0">
                <a:solidFill>
                  <a:srgbClr val="AFC0D1"/>
                </a:solidFill>
                <a:latin typeface="DejaVu Sans"/>
                <a:ea typeface="DejaVu Sans"/>
                <a:cs typeface="DejaVu Sans"/>
              </a:defRPr>
            </a:lvl5pPr>
            <a:lvl6pPr algn="l">
              <a:defRPr sz="1500" b="0">
                <a:solidFill>
                  <a:srgbClr val="AFC0D1"/>
                </a:solidFill>
                <a:latin typeface="DejaVu Sans"/>
                <a:ea typeface="DejaVu Sans"/>
                <a:cs typeface="DejaVu Sans"/>
              </a:defRPr>
            </a:lvl6pPr>
            <a:lvl7pPr algn="l">
              <a:defRPr sz="1500" b="0">
                <a:solidFill>
                  <a:srgbClr val="AFC0D1"/>
                </a:solidFill>
                <a:latin typeface="DejaVu Sans"/>
                <a:ea typeface="DejaVu Sans"/>
                <a:cs typeface="DejaVu Sans"/>
              </a:defRPr>
            </a:lvl7pPr>
            <a:lvl8pPr algn="l">
              <a:defRPr sz="1500" b="0">
                <a:solidFill>
                  <a:srgbClr val="AFC0D1"/>
                </a:solidFill>
                <a:latin typeface="DejaVu Sans"/>
                <a:ea typeface="DejaVu Sans"/>
                <a:cs typeface="DejaVu Sans"/>
              </a:defRPr>
            </a:lvl8pPr>
            <a:lvl9pPr algn="l">
              <a:defRPr sz="1500" b="0">
                <a:solidFill>
                  <a:srgbClr val="AFC0D1"/>
                </a:solidFill>
                <a:latin typeface="DejaVu Sans"/>
                <a:ea typeface="DejaVu Sans"/>
                <a:cs typeface="DejaVu Sans"/>
              </a:defRPr>
            </a:lvl9pPr>
          </a:lstStyle>
          <a:p xmlns:a="http://schemas.openxmlformats.org/drawingml/2006/main">
            <a:pPr algn="l">
              <a:defRPr sz="1500" b="0">
                <a:solidFill>
                  <a:srgbClr val="AFC0D1"/>
                </a:solidFill>
                <a:latin typeface="DejaVu Sans"/>
                <a:ea typeface="DejaVu Sans"/>
                <a:cs typeface="DejaVu Sans"/>
              </a:defRPr>
            </a:pPr>
            <a:r>
              <a:rPr sz="1500" b="0">
                <a:solidFill>
                  <a:srgbClr val="AFC0D1"/>
                </a:solidFill>
                <a:latin typeface="DejaVu Sans"/>
                <a:ea typeface="DejaVu Sans"/>
                <a:cs typeface="DejaVu Sans"/>
              </a:rPr>
              <a:t>Η συστροφή βοηθά τους δύο αγωγούς να επηρεάζονται πιο παρόμοια από τον εξωτερικό θόρυβο.</a:t>
            </a:r>
          </a:p>
        </p:txBody>
      </p:sp>
      <p:sp>
        <p:nvSpPr>
          <p:cNvPr id="5" name="s4-parallel-panel">
            <a:extLst xmlns:a="http://schemas.openxmlformats.org/drawingml/2006/main">
              <a:ext uri="{FF2B5EF4-FFF2-40B4-BE49-F238E27FC236}">
                <a16:creationId xmlns:a16="http://schemas.microsoft.com/office/drawing/2014/main" id="{675BA490-6B16-4F65-A25B-E3EFAF88A542}"/>
              </a:ext>
            </a:extLst>
          </p:cNvPr>
          <p:cNvSpPr>
            <a:spLocks xmlns:a="http://schemas.openxmlformats.org/drawingml/2006/main" noGrp="1"/>
          </p:cNvSpPr>
          <p:nvPr/>
        </p:nvSpPr>
        <p:spPr>
          <a:xfrm xmlns:a="http://schemas.openxmlformats.org/drawingml/2006/main">
            <a:off x="609600" y="2209800"/>
            <a:ext cx="5219700" cy="3124200"/>
          </a:xfrm>
          <a:prstGeom xmlns:a="http://schemas.openxmlformats.org/drawingml/2006/main" prst="roundRect">
            <a:avLst>
              <a:gd name="adj" fmla="val 2439"/>
            </a:avLst>
          </a:prstGeom>
          <a:solidFill xmlns:a="http://schemas.openxmlformats.org/drawingml/2006/main">
            <a:srgbClr val="10243A"/>
          </a:solidFill>
          <a:ln xmlns:a="http://schemas.openxmlformats.org/drawingml/2006/main" w="14288">
            <a:solidFill>
              <a:srgbClr val="274057"/>
            </a:solidFill>
            <a:prstDash val="solid"/>
          </a:ln>
        </p:spPr>
      </p:sp>
      <p:sp>
        <p:nvSpPr>
          <p:cNvPr id="6" name="s4-parallel-title">
            <a:extLst xmlns:a="http://schemas.openxmlformats.org/drawingml/2006/main">
              <a:ext uri="{FF2B5EF4-FFF2-40B4-BE49-F238E27FC236}">
                <a16:creationId xmlns:a16="http://schemas.microsoft.com/office/drawing/2014/main" id="{D9F19E96-4C85-48C6-BF1F-462AC0D2704E}"/>
              </a:ext>
            </a:extLst>
          </p:cNvPr>
          <p:cNvSpPr>
            <a:spLocks xmlns:a="http://schemas.openxmlformats.org/drawingml/2006/main" noGrp="1"/>
          </p:cNvSpPr>
          <p:nvPr/>
        </p:nvSpPr>
        <p:spPr>
          <a:xfrm xmlns:a="http://schemas.openxmlformats.org/drawingml/2006/main">
            <a:off x="895350" y="240982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4F8FC"/>
                </a:solidFill>
                <a:latin typeface="DejaVu Sans"/>
                <a:ea typeface="DejaVu Sans"/>
                <a:cs typeface="DejaVu Sans"/>
              </a:defRPr>
            </a:defPPr>
            <a:lvl1pPr algn="l">
              <a:defRPr sz="1500" b="1">
                <a:solidFill>
                  <a:srgbClr val="F4F8FC"/>
                </a:solidFill>
                <a:latin typeface="DejaVu Sans"/>
                <a:ea typeface="DejaVu Sans"/>
                <a:cs typeface="DejaVu Sans"/>
              </a:defRPr>
            </a:lvl1pPr>
            <a:lvl2pPr algn="l">
              <a:defRPr sz="1500" b="1">
                <a:solidFill>
                  <a:srgbClr val="F4F8FC"/>
                </a:solidFill>
                <a:latin typeface="DejaVu Sans"/>
                <a:ea typeface="DejaVu Sans"/>
                <a:cs typeface="DejaVu Sans"/>
              </a:defRPr>
            </a:lvl2pPr>
            <a:lvl3pPr algn="l">
              <a:defRPr sz="1500" b="1">
                <a:solidFill>
                  <a:srgbClr val="F4F8FC"/>
                </a:solidFill>
                <a:latin typeface="DejaVu Sans"/>
                <a:ea typeface="DejaVu Sans"/>
                <a:cs typeface="DejaVu Sans"/>
              </a:defRPr>
            </a:lvl3pPr>
            <a:lvl4pPr algn="l">
              <a:defRPr sz="1500" b="1">
                <a:solidFill>
                  <a:srgbClr val="F4F8FC"/>
                </a:solidFill>
                <a:latin typeface="DejaVu Sans"/>
                <a:ea typeface="DejaVu Sans"/>
                <a:cs typeface="DejaVu Sans"/>
              </a:defRPr>
            </a:lvl4pPr>
            <a:lvl5pPr algn="l">
              <a:defRPr sz="1500" b="1">
                <a:solidFill>
                  <a:srgbClr val="F4F8FC"/>
                </a:solidFill>
                <a:latin typeface="DejaVu Sans"/>
                <a:ea typeface="DejaVu Sans"/>
                <a:cs typeface="DejaVu Sans"/>
              </a:defRPr>
            </a:lvl5pPr>
            <a:lvl6pPr algn="l">
              <a:defRPr sz="1500" b="1">
                <a:solidFill>
                  <a:srgbClr val="F4F8FC"/>
                </a:solidFill>
                <a:latin typeface="DejaVu Sans"/>
                <a:ea typeface="DejaVu Sans"/>
                <a:cs typeface="DejaVu Sans"/>
              </a:defRPr>
            </a:lvl6pPr>
            <a:lvl7pPr algn="l">
              <a:defRPr sz="1500" b="1">
                <a:solidFill>
                  <a:srgbClr val="F4F8FC"/>
                </a:solidFill>
                <a:latin typeface="DejaVu Sans"/>
                <a:ea typeface="DejaVu Sans"/>
                <a:cs typeface="DejaVu Sans"/>
              </a:defRPr>
            </a:lvl7pPr>
            <a:lvl8pPr algn="l">
              <a:defRPr sz="1500" b="1">
                <a:solidFill>
                  <a:srgbClr val="F4F8FC"/>
                </a:solidFill>
                <a:latin typeface="DejaVu Sans"/>
                <a:ea typeface="DejaVu Sans"/>
                <a:cs typeface="DejaVu Sans"/>
              </a:defRPr>
            </a:lvl8pPr>
            <a:lvl9pPr algn="l">
              <a:defRPr sz="1500" b="1">
                <a:solidFill>
                  <a:srgbClr val="F4F8FC"/>
                </a:solidFill>
                <a:latin typeface="DejaVu Sans"/>
                <a:ea typeface="DejaVu Sans"/>
                <a:cs typeface="DejaVu Sans"/>
              </a:defRPr>
            </a:lvl9pPr>
          </a:lstStyle>
          <a:p xmlns:a="http://schemas.openxmlformats.org/drawingml/2006/main">
            <a:pPr algn="l">
              <a:defRPr sz="1500" b="1">
                <a:solidFill>
                  <a:srgbClr val="F4F8FC"/>
                </a:solidFill>
                <a:latin typeface="DejaVu Sans"/>
                <a:ea typeface="DejaVu Sans"/>
                <a:cs typeface="DejaVu Sans"/>
              </a:defRPr>
            </a:pPr>
            <a:r>
              <a:rPr sz="1500" b="1">
                <a:solidFill>
                  <a:srgbClr val="F4F8FC"/>
                </a:solidFill>
                <a:latin typeface="DejaVu Sans"/>
                <a:ea typeface="DejaVu Sans"/>
                <a:cs typeface="DejaVu Sans"/>
              </a:rPr>
              <a:t>ΠΑΡΑΛΛΗΛΟΙ ΑΓΩΓΟΙ</a:t>
            </a:r>
          </a:p>
        </p:txBody>
      </p:sp>
      <p:sp>
        <p:nvSpPr>
          <p:cNvPr id="7" name="s4-interference-label-a">
            <a:extLst xmlns:a="http://schemas.openxmlformats.org/drawingml/2006/main">
              <a:ext uri="{FF2B5EF4-FFF2-40B4-BE49-F238E27FC236}">
                <a16:creationId xmlns:a16="http://schemas.microsoft.com/office/drawing/2014/main" id="{00958BFA-9BF4-4154-BC42-238032D73641}"/>
              </a:ext>
            </a:extLst>
          </p:cNvPr>
          <p:cNvSpPr>
            <a:spLocks xmlns:a="http://schemas.openxmlformats.org/drawingml/2006/main" noGrp="1"/>
          </p:cNvSpPr>
          <p:nvPr/>
        </p:nvSpPr>
        <p:spPr>
          <a:xfrm xmlns:a="http://schemas.openxmlformats.org/drawingml/2006/main">
            <a:off x="1066800" y="3000375"/>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FF9B54"/>
                </a:solidFill>
                <a:latin typeface="DejaVu Sans"/>
                <a:ea typeface="DejaVu Sans"/>
                <a:cs typeface="DejaVu Sans"/>
              </a:defRPr>
            </a:defPPr>
            <a:lvl1pPr algn="ctr">
              <a:defRPr sz="975" b="1">
                <a:solidFill>
                  <a:srgbClr val="FF9B54"/>
                </a:solidFill>
                <a:latin typeface="DejaVu Sans"/>
                <a:ea typeface="DejaVu Sans"/>
                <a:cs typeface="DejaVu Sans"/>
              </a:defRPr>
            </a:lvl1pPr>
            <a:lvl2pPr algn="ctr">
              <a:defRPr sz="975" b="1">
                <a:solidFill>
                  <a:srgbClr val="FF9B54"/>
                </a:solidFill>
                <a:latin typeface="DejaVu Sans"/>
                <a:ea typeface="DejaVu Sans"/>
                <a:cs typeface="DejaVu Sans"/>
              </a:defRPr>
            </a:lvl2pPr>
            <a:lvl3pPr algn="ctr">
              <a:defRPr sz="975" b="1">
                <a:solidFill>
                  <a:srgbClr val="FF9B54"/>
                </a:solidFill>
                <a:latin typeface="DejaVu Sans"/>
                <a:ea typeface="DejaVu Sans"/>
                <a:cs typeface="DejaVu Sans"/>
              </a:defRPr>
            </a:lvl3pPr>
            <a:lvl4pPr algn="ctr">
              <a:defRPr sz="975" b="1">
                <a:solidFill>
                  <a:srgbClr val="FF9B54"/>
                </a:solidFill>
                <a:latin typeface="DejaVu Sans"/>
                <a:ea typeface="DejaVu Sans"/>
                <a:cs typeface="DejaVu Sans"/>
              </a:defRPr>
            </a:lvl4pPr>
            <a:lvl5pPr algn="ctr">
              <a:defRPr sz="975" b="1">
                <a:solidFill>
                  <a:srgbClr val="FF9B54"/>
                </a:solidFill>
                <a:latin typeface="DejaVu Sans"/>
                <a:ea typeface="DejaVu Sans"/>
                <a:cs typeface="DejaVu Sans"/>
              </a:defRPr>
            </a:lvl5pPr>
            <a:lvl6pPr algn="ctr">
              <a:defRPr sz="975" b="1">
                <a:solidFill>
                  <a:srgbClr val="FF9B54"/>
                </a:solidFill>
                <a:latin typeface="DejaVu Sans"/>
                <a:ea typeface="DejaVu Sans"/>
                <a:cs typeface="DejaVu Sans"/>
              </a:defRPr>
            </a:lvl6pPr>
            <a:lvl7pPr algn="ctr">
              <a:defRPr sz="975" b="1">
                <a:solidFill>
                  <a:srgbClr val="FF9B54"/>
                </a:solidFill>
                <a:latin typeface="DejaVu Sans"/>
                <a:ea typeface="DejaVu Sans"/>
                <a:cs typeface="DejaVu Sans"/>
              </a:defRPr>
            </a:lvl7pPr>
            <a:lvl8pPr algn="ctr">
              <a:defRPr sz="975" b="1">
                <a:solidFill>
                  <a:srgbClr val="FF9B54"/>
                </a:solidFill>
                <a:latin typeface="DejaVu Sans"/>
                <a:ea typeface="DejaVu Sans"/>
                <a:cs typeface="DejaVu Sans"/>
              </a:defRPr>
            </a:lvl8pPr>
            <a:lvl9pPr algn="ctr">
              <a:defRPr sz="975" b="1">
                <a:solidFill>
                  <a:srgbClr val="FF9B54"/>
                </a:solidFill>
                <a:latin typeface="DejaVu Sans"/>
                <a:ea typeface="DejaVu Sans"/>
                <a:cs typeface="DejaVu Sans"/>
              </a:defRPr>
            </a:lvl9pPr>
          </a:lstStyle>
          <a:p xmlns:a="http://schemas.openxmlformats.org/drawingml/2006/main">
            <a:pPr algn="ctr">
              <a:defRPr sz="975" b="1">
                <a:solidFill>
                  <a:srgbClr val="FF9B54"/>
                </a:solidFill>
                <a:latin typeface="DejaVu Sans"/>
                <a:ea typeface="DejaVu Sans"/>
                <a:cs typeface="DejaVu Sans"/>
              </a:defRPr>
            </a:pPr>
            <a:r>
              <a:rPr sz="975" b="1">
                <a:solidFill>
                  <a:srgbClr val="FF9B54"/>
                </a:solidFill>
                <a:latin typeface="DejaVu Sans"/>
                <a:ea typeface="DejaVu Sans"/>
                <a:cs typeface="DejaVu Sans"/>
              </a:rPr>
              <a:t>ΕΞΩΤΕΡΙΚΟΣ ΘΟΡΥΒΟΣ</a:t>
            </a:r>
          </a:p>
        </p:txBody>
      </p:sp>
      <p:sp>
        <p:nvSpPr>
          <p:cNvPr id="8" name="s4-noise-a-0">
            <a:extLst xmlns:a="http://schemas.openxmlformats.org/drawingml/2006/main">
              <a:ext uri="{FF2B5EF4-FFF2-40B4-BE49-F238E27FC236}">
                <a16:creationId xmlns:a16="http://schemas.microsoft.com/office/drawing/2014/main" id="{1334438B-35C4-4AF8-81CB-D697509E0A8A}"/>
              </a:ext>
            </a:extLst>
          </p:cNvPr>
          <p:cNvSpPr>
            <a:spLocks xmlns:a="http://schemas.openxmlformats.org/drawingml/2006/main" noGrp="1"/>
          </p:cNvSpPr>
          <p:nvPr/>
        </p:nvSpPr>
        <p:spPr>
          <a:xfrm xmlns:a="http://schemas.openxmlformats.org/drawingml/2006/main">
            <a:off x="14287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9" name="s4-noise-a-1">
            <a:extLst xmlns:a="http://schemas.openxmlformats.org/drawingml/2006/main">
              <a:ext uri="{FF2B5EF4-FFF2-40B4-BE49-F238E27FC236}">
                <a16:creationId xmlns:a16="http://schemas.microsoft.com/office/drawing/2014/main" id="{65534F78-047F-4146-9522-7C4D450745FA}"/>
              </a:ext>
            </a:extLst>
          </p:cNvPr>
          <p:cNvSpPr>
            <a:spLocks xmlns:a="http://schemas.openxmlformats.org/drawingml/2006/main" noGrp="1"/>
          </p:cNvSpPr>
          <p:nvPr/>
        </p:nvSpPr>
        <p:spPr>
          <a:xfrm xmlns:a="http://schemas.openxmlformats.org/drawingml/2006/main">
            <a:off x="23050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10" name="s4-noise-a-2">
            <a:extLst xmlns:a="http://schemas.openxmlformats.org/drawingml/2006/main">
              <a:ext uri="{FF2B5EF4-FFF2-40B4-BE49-F238E27FC236}">
                <a16:creationId xmlns:a16="http://schemas.microsoft.com/office/drawing/2014/main" id="{2B0BF13D-CA82-44F2-9DB3-854979D73BC3}"/>
              </a:ext>
            </a:extLst>
          </p:cNvPr>
          <p:cNvSpPr>
            <a:spLocks xmlns:a="http://schemas.openxmlformats.org/drawingml/2006/main" noGrp="1"/>
          </p:cNvSpPr>
          <p:nvPr/>
        </p:nvSpPr>
        <p:spPr>
          <a:xfrm xmlns:a="http://schemas.openxmlformats.org/drawingml/2006/main">
            <a:off x="31813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11" name="s4-noise-a-3">
            <a:extLst xmlns:a="http://schemas.openxmlformats.org/drawingml/2006/main">
              <a:ext uri="{FF2B5EF4-FFF2-40B4-BE49-F238E27FC236}">
                <a16:creationId xmlns:a16="http://schemas.microsoft.com/office/drawing/2014/main" id="{F72823BC-D864-4233-BC47-762C86CEE851}"/>
              </a:ext>
            </a:extLst>
          </p:cNvPr>
          <p:cNvSpPr>
            <a:spLocks xmlns:a="http://schemas.openxmlformats.org/drawingml/2006/main" noGrp="1"/>
          </p:cNvSpPr>
          <p:nvPr/>
        </p:nvSpPr>
        <p:spPr>
          <a:xfrm xmlns:a="http://schemas.openxmlformats.org/drawingml/2006/main">
            <a:off x="40576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12" name="s4-parallel-h">
            <a:extLst xmlns:a="http://schemas.openxmlformats.org/drawingml/2006/main">
              <a:ext uri="{FF2B5EF4-FFF2-40B4-BE49-F238E27FC236}">
                <a16:creationId xmlns:a16="http://schemas.microsoft.com/office/drawing/2014/main" id="{62E53A6C-E098-467A-B219-4845C83E4A22}"/>
              </a:ext>
            </a:extLst>
          </p:cNvPr>
          <p:cNvSpPr>
            <a:spLocks xmlns:a="http://schemas.openxmlformats.org/drawingml/2006/main" noGrp="1"/>
          </p:cNvSpPr>
          <p:nvPr/>
        </p:nvSpPr>
        <p:spPr>
          <a:xfrm xmlns:a="http://schemas.openxmlformats.org/drawingml/2006/main">
            <a:off x="1047750" y="3914775"/>
            <a:ext cx="4238625" cy="762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13" name="s4-parallel-l">
            <a:extLst xmlns:a="http://schemas.openxmlformats.org/drawingml/2006/main">
              <a:ext uri="{FF2B5EF4-FFF2-40B4-BE49-F238E27FC236}">
                <a16:creationId xmlns:a16="http://schemas.microsoft.com/office/drawing/2014/main" id="{C44B3BD1-BE1B-4B72-8486-DC5043990C6B}"/>
              </a:ext>
            </a:extLst>
          </p:cNvPr>
          <p:cNvSpPr>
            <a:spLocks xmlns:a="http://schemas.openxmlformats.org/drawingml/2006/main" noGrp="1"/>
          </p:cNvSpPr>
          <p:nvPr/>
        </p:nvSpPr>
        <p:spPr>
          <a:xfrm xmlns:a="http://schemas.openxmlformats.org/drawingml/2006/main">
            <a:off x="1047750" y="4429125"/>
            <a:ext cx="4238625" cy="762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4" name="s4-parallel-h-label">
            <a:extLst xmlns:a="http://schemas.openxmlformats.org/drawingml/2006/main">
              <a:ext uri="{FF2B5EF4-FFF2-40B4-BE49-F238E27FC236}">
                <a16:creationId xmlns:a16="http://schemas.microsoft.com/office/drawing/2014/main" id="{8B6665F8-768F-4BEA-BF5E-E4A07DE188AF}"/>
              </a:ext>
            </a:extLst>
          </p:cNvPr>
          <p:cNvSpPr>
            <a:spLocks xmlns:a="http://schemas.openxmlformats.org/drawingml/2006/main" noGrp="1"/>
          </p:cNvSpPr>
          <p:nvPr/>
        </p:nvSpPr>
        <p:spPr>
          <a:xfrm xmlns:a="http://schemas.openxmlformats.org/drawingml/2006/main">
            <a:off x="1066800" y="36861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35D8F1"/>
                </a:solidFill>
                <a:latin typeface="DejaVu Sans"/>
                <a:ea typeface="DejaVu Sans"/>
                <a:cs typeface="DejaVu Sans"/>
              </a:defRPr>
            </a:defPPr>
            <a:lvl1pPr algn="l">
              <a:defRPr sz="1050" b="1">
                <a:solidFill>
                  <a:srgbClr val="35D8F1"/>
                </a:solidFill>
                <a:latin typeface="DejaVu Sans"/>
                <a:ea typeface="DejaVu Sans"/>
                <a:cs typeface="DejaVu Sans"/>
              </a:defRPr>
            </a:lvl1pPr>
            <a:lvl2pPr algn="l">
              <a:defRPr sz="1050" b="1">
                <a:solidFill>
                  <a:srgbClr val="35D8F1"/>
                </a:solidFill>
                <a:latin typeface="DejaVu Sans"/>
                <a:ea typeface="DejaVu Sans"/>
                <a:cs typeface="DejaVu Sans"/>
              </a:defRPr>
            </a:lvl2pPr>
            <a:lvl3pPr algn="l">
              <a:defRPr sz="1050" b="1">
                <a:solidFill>
                  <a:srgbClr val="35D8F1"/>
                </a:solidFill>
                <a:latin typeface="DejaVu Sans"/>
                <a:ea typeface="DejaVu Sans"/>
                <a:cs typeface="DejaVu Sans"/>
              </a:defRPr>
            </a:lvl3pPr>
            <a:lvl4pPr algn="l">
              <a:defRPr sz="1050" b="1">
                <a:solidFill>
                  <a:srgbClr val="35D8F1"/>
                </a:solidFill>
                <a:latin typeface="DejaVu Sans"/>
                <a:ea typeface="DejaVu Sans"/>
                <a:cs typeface="DejaVu Sans"/>
              </a:defRPr>
            </a:lvl4pPr>
            <a:lvl5pPr algn="l">
              <a:defRPr sz="1050" b="1">
                <a:solidFill>
                  <a:srgbClr val="35D8F1"/>
                </a:solidFill>
                <a:latin typeface="DejaVu Sans"/>
                <a:ea typeface="DejaVu Sans"/>
                <a:cs typeface="DejaVu Sans"/>
              </a:defRPr>
            </a:lvl5pPr>
            <a:lvl6pPr algn="l">
              <a:defRPr sz="1050" b="1">
                <a:solidFill>
                  <a:srgbClr val="35D8F1"/>
                </a:solidFill>
                <a:latin typeface="DejaVu Sans"/>
                <a:ea typeface="DejaVu Sans"/>
                <a:cs typeface="DejaVu Sans"/>
              </a:defRPr>
            </a:lvl6pPr>
            <a:lvl7pPr algn="l">
              <a:defRPr sz="1050" b="1">
                <a:solidFill>
                  <a:srgbClr val="35D8F1"/>
                </a:solidFill>
                <a:latin typeface="DejaVu Sans"/>
                <a:ea typeface="DejaVu Sans"/>
                <a:cs typeface="DejaVu Sans"/>
              </a:defRPr>
            </a:lvl7pPr>
            <a:lvl8pPr algn="l">
              <a:defRPr sz="1050" b="1">
                <a:solidFill>
                  <a:srgbClr val="35D8F1"/>
                </a:solidFill>
                <a:latin typeface="DejaVu Sans"/>
                <a:ea typeface="DejaVu Sans"/>
                <a:cs typeface="DejaVu Sans"/>
              </a:defRPr>
            </a:lvl8pPr>
            <a:lvl9pPr algn="l">
              <a:defRPr sz="1050" b="1">
                <a:solidFill>
                  <a:srgbClr val="35D8F1"/>
                </a:solidFill>
                <a:latin typeface="DejaVu Sans"/>
                <a:ea typeface="DejaVu Sans"/>
                <a:cs typeface="DejaVu Sans"/>
              </a:defRPr>
            </a:lvl9pPr>
          </a:lstStyle>
          <a:p xmlns:a="http://schemas.openxmlformats.org/drawingml/2006/main">
            <a:pPr algn="l">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CAN-H</a:t>
            </a:r>
          </a:p>
        </p:txBody>
      </p:sp>
      <p:sp>
        <p:nvSpPr>
          <p:cNvPr id="15" name="s4-parallel-l-label">
            <a:extLst xmlns:a="http://schemas.openxmlformats.org/drawingml/2006/main">
              <a:ext uri="{FF2B5EF4-FFF2-40B4-BE49-F238E27FC236}">
                <a16:creationId xmlns:a16="http://schemas.microsoft.com/office/drawing/2014/main" id="{17B21D4D-D0E6-40EC-B604-051B22B0525B}"/>
              </a:ext>
            </a:extLst>
          </p:cNvPr>
          <p:cNvSpPr>
            <a:spLocks xmlns:a="http://schemas.openxmlformats.org/drawingml/2006/main" noGrp="1"/>
          </p:cNvSpPr>
          <p:nvPr/>
        </p:nvSpPr>
        <p:spPr>
          <a:xfrm xmlns:a="http://schemas.openxmlformats.org/drawingml/2006/main">
            <a:off x="1066800" y="45243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7B500"/>
                </a:solidFill>
                <a:latin typeface="DejaVu Sans"/>
                <a:ea typeface="DejaVu Sans"/>
                <a:cs typeface="DejaVu Sans"/>
              </a:defRPr>
            </a:defPPr>
            <a:lvl1pPr algn="l">
              <a:defRPr sz="1050" b="1">
                <a:solidFill>
                  <a:srgbClr val="F7B500"/>
                </a:solidFill>
                <a:latin typeface="DejaVu Sans"/>
                <a:ea typeface="DejaVu Sans"/>
                <a:cs typeface="DejaVu Sans"/>
              </a:defRPr>
            </a:lvl1pPr>
            <a:lvl2pPr algn="l">
              <a:defRPr sz="1050" b="1">
                <a:solidFill>
                  <a:srgbClr val="F7B500"/>
                </a:solidFill>
                <a:latin typeface="DejaVu Sans"/>
                <a:ea typeface="DejaVu Sans"/>
                <a:cs typeface="DejaVu Sans"/>
              </a:defRPr>
            </a:lvl2pPr>
            <a:lvl3pPr algn="l">
              <a:defRPr sz="1050" b="1">
                <a:solidFill>
                  <a:srgbClr val="F7B500"/>
                </a:solidFill>
                <a:latin typeface="DejaVu Sans"/>
                <a:ea typeface="DejaVu Sans"/>
                <a:cs typeface="DejaVu Sans"/>
              </a:defRPr>
            </a:lvl3pPr>
            <a:lvl4pPr algn="l">
              <a:defRPr sz="1050" b="1">
                <a:solidFill>
                  <a:srgbClr val="F7B500"/>
                </a:solidFill>
                <a:latin typeface="DejaVu Sans"/>
                <a:ea typeface="DejaVu Sans"/>
                <a:cs typeface="DejaVu Sans"/>
              </a:defRPr>
            </a:lvl4pPr>
            <a:lvl5pPr algn="l">
              <a:defRPr sz="1050" b="1">
                <a:solidFill>
                  <a:srgbClr val="F7B500"/>
                </a:solidFill>
                <a:latin typeface="DejaVu Sans"/>
                <a:ea typeface="DejaVu Sans"/>
                <a:cs typeface="DejaVu Sans"/>
              </a:defRPr>
            </a:lvl5pPr>
            <a:lvl6pPr algn="l">
              <a:defRPr sz="1050" b="1">
                <a:solidFill>
                  <a:srgbClr val="F7B500"/>
                </a:solidFill>
                <a:latin typeface="DejaVu Sans"/>
                <a:ea typeface="DejaVu Sans"/>
                <a:cs typeface="DejaVu Sans"/>
              </a:defRPr>
            </a:lvl6pPr>
            <a:lvl7pPr algn="l">
              <a:defRPr sz="1050" b="1">
                <a:solidFill>
                  <a:srgbClr val="F7B500"/>
                </a:solidFill>
                <a:latin typeface="DejaVu Sans"/>
                <a:ea typeface="DejaVu Sans"/>
                <a:cs typeface="DejaVu Sans"/>
              </a:defRPr>
            </a:lvl7pPr>
            <a:lvl8pPr algn="l">
              <a:defRPr sz="1050" b="1">
                <a:solidFill>
                  <a:srgbClr val="F7B500"/>
                </a:solidFill>
                <a:latin typeface="DejaVu Sans"/>
                <a:ea typeface="DejaVu Sans"/>
                <a:cs typeface="DejaVu Sans"/>
              </a:defRPr>
            </a:lvl8pPr>
            <a:lvl9pPr algn="l">
              <a:defRPr sz="1050" b="1">
                <a:solidFill>
                  <a:srgbClr val="F7B500"/>
                </a:solidFill>
                <a:latin typeface="DejaVu Sans"/>
                <a:ea typeface="DejaVu Sans"/>
                <a:cs typeface="DejaVu Sans"/>
              </a:defRPr>
            </a:lvl9pPr>
          </a:lstStyle>
          <a:p xmlns:a="http://schemas.openxmlformats.org/drawingml/2006/main">
            <a:pPr algn="l">
              <a:defRPr sz="1050" b="1">
                <a:solidFill>
                  <a:srgbClr val="F7B500"/>
                </a:solidFill>
                <a:latin typeface="DejaVu Sans"/>
                <a:ea typeface="DejaVu Sans"/>
                <a:cs typeface="DejaVu Sans"/>
              </a:defRPr>
            </a:pPr>
            <a:r>
              <a:rPr sz="1050" b="1">
                <a:solidFill>
                  <a:srgbClr val="F7B500"/>
                </a:solidFill>
                <a:latin typeface="DejaVu Sans"/>
                <a:ea typeface="DejaVu Sans"/>
                <a:cs typeface="DejaVu Sans"/>
              </a:rPr>
              <a:t>CAN-L</a:t>
            </a:r>
          </a:p>
        </p:txBody>
      </p:sp>
      <p:sp>
        <p:nvSpPr>
          <p:cNvPr id="16" name="s4-parallel-note">
            <a:extLst xmlns:a="http://schemas.openxmlformats.org/drawingml/2006/main">
              <a:ext uri="{FF2B5EF4-FFF2-40B4-BE49-F238E27FC236}">
                <a16:creationId xmlns:a16="http://schemas.microsoft.com/office/drawing/2014/main" id="{6D4D85C2-0CCC-45C7-8C75-9F0623A367AE}"/>
              </a:ext>
            </a:extLst>
          </p:cNvPr>
          <p:cNvSpPr>
            <a:spLocks xmlns:a="http://schemas.openxmlformats.org/drawingml/2006/main" noGrp="1"/>
          </p:cNvSpPr>
          <p:nvPr/>
        </p:nvSpPr>
        <p:spPr>
          <a:xfrm xmlns:a="http://schemas.openxmlformats.org/drawingml/2006/main">
            <a:off x="895350" y="4953000"/>
            <a:ext cx="464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AFC0D1"/>
                </a:solidFill>
                <a:latin typeface="DejaVu Sans"/>
                <a:ea typeface="DejaVu Sans"/>
                <a:cs typeface="DejaVu Sans"/>
              </a:defRPr>
            </a:defPPr>
            <a:lvl1pPr algn="ctr">
              <a:defRPr sz="1125" b="0">
                <a:solidFill>
                  <a:srgbClr val="AFC0D1"/>
                </a:solidFill>
                <a:latin typeface="DejaVu Sans"/>
                <a:ea typeface="DejaVu Sans"/>
                <a:cs typeface="DejaVu Sans"/>
              </a:defRPr>
            </a:lvl1pPr>
            <a:lvl2pPr algn="ctr">
              <a:defRPr sz="1125" b="0">
                <a:solidFill>
                  <a:srgbClr val="AFC0D1"/>
                </a:solidFill>
                <a:latin typeface="DejaVu Sans"/>
                <a:ea typeface="DejaVu Sans"/>
                <a:cs typeface="DejaVu Sans"/>
              </a:defRPr>
            </a:lvl2pPr>
            <a:lvl3pPr algn="ctr">
              <a:defRPr sz="1125" b="0">
                <a:solidFill>
                  <a:srgbClr val="AFC0D1"/>
                </a:solidFill>
                <a:latin typeface="DejaVu Sans"/>
                <a:ea typeface="DejaVu Sans"/>
                <a:cs typeface="DejaVu Sans"/>
              </a:defRPr>
            </a:lvl3pPr>
            <a:lvl4pPr algn="ctr">
              <a:defRPr sz="1125" b="0">
                <a:solidFill>
                  <a:srgbClr val="AFC0D1"/>
                </a:solidFill>
                <a:latin typeface="DejaVu Sans"/>
                <a:ea typeface="DejaVu Sans"/>
                <a:cs typeface="DejaVu Sans"/>
              </a:defRPr>
            </a:lvl4pPr>
            <a:lvl5pPr algn="ctr">
              <a:defRPr sz="1125" b="0">
                <a:solidFill>
                  <a:srgbClr val="AFC0D1"/>
                </a:solidFill>
                <a:latin typeface="DejaVu Sans"/>
                <a:ea typeface="DejaVu Sans"/>
                <a:cs typeface="DejaVu Sans"/>
              </a:defRPr>
            </a:lvl5pPr>
            <a:lvl6pPr algn="ctr">
              <a:defRPr sz="1125" b="0">
                <a:solidFill>
                  <a:srgbClr val="AFC0D1"/>
                </a:solidFill>
                <a:latin typeface="DejaVu Sans"/>
                <a:ea typeface="DejaVu Sans"/>
                <a:cs typeface="DejaVu Sans"/>
              </a:defRPr>
            </a:lvl6pPr>
            <a:lvl7pPr algn="ctr">
              <a:defRPr sz="1125" b="0">
                <a:solidFill>
                  <a:srgbClr val="AFC0D1"/>
                </a:solidFill>
                <a:latin typeface="DejaVu Sans"/>
                <a:ea typeface="DejaVu Sans"/>
                <a:cs typeface="DejaVu Sans"/>
              </a:defRPr>
            </a:lvl7pPr>
            <a:lvl8pPr algn="ctr">
              <a:defRPr sz="1125" b="0">
                <a:solidFill>
                  <a:srgbClr val="AFC0D1"/>
                </a:solidFill>
                <a:latin typeface="DejaVu Sans"/>
                <a:ea typeface="DejaVu Sans"/>
                <a:cs typeface="DejaVu Sans"/>
              </a:defRPr>
            </a:lvl8pPr>
            <a:lvl9pPr algn="ctr">
              <a:defRPr sz="1125" b="0">
                <a:solidFill>
                  <a:srgbClr val="AFC0D1"/>
                </a:solidFill>
                <a:latin typeface="DejaVu Sans"/>
                <a:ea typeface="DejaVu Sans"/>
                <a:cs typeface="DejaVu Sans"/>
              </a:defRPr>
            </a:lvl9pPr>
          </a:lstStyle>
          <a:p xmlns:a="http://schemas.openxmlformats.org/drawingml/2006/main">
            <a:pPr algn="ctr">
              <a:defRPr sz="1125" b="0">
                <a:solidFill>
                  <a:srgbClr val="AFC0D1"/>
                </a:solidFill>
                <a:latin typeface="DejaVu Sans"/>
                <a:ea typeface="DejaVu Sans"/>
                <a:cs typeface="DejaVu Sans"/>
              </a:defRPr>
            </a:pPr>
            <a:r>
              <a:rPr sz="1125" b="0">
                <a:solidFill>
                  <a:srgbClr val="AFC0D1"/>
                </a:solidFill>
                <a:latin typeface="DejaVu Sans"/>
                <a:ea typeface="DejaVu Sans"/>
                <a:cs typeface="DejaVu Sans"/>
              </a:rPr>
              <a:t>Μεγαλύτερη επιφάνεια βρόχου</a:t>
            </a:r>
          </a:p>
        </p:txBody>
      </p:sp>
      <p:sp>
        <p:nvSpPr>
          <p:cNvPr id="17" name="s4-twisted-panel">
            <a:extLst xmlns:a="http://schemas.openxmlformats.org/drawingml/2006/main">
              <a:ext uri="{FF2B5EF4-FFF2-40B4-BE49-F238E27FC236}">
                <a16:creationId xmlns:a16="http://schemas.microsoft.com/office/drawing/2014/main" id="{76FA1A50-77C8-41DE-B5F3-2E861C5D829D}"/>
              </a:ext>
            </a:extLst>
          </p:cNvPr>
          <p:cNvSpPr>
            <a:spLocks xmlns:a="http://schemas.openxmlformats.org/drawingml/2006/main" noGrp="1"/>
          </p:cNvSpPr>
          <p:nvPr/>
        </p:nvSpPr>
        <p:spPr>
          <a:xfrm xmlns:a="http://schemas.openxmlformats.org/drawingml/2006/main">
            <a:off x="6362700" y="2209800"/>
            <a:ext cx="5219700" cy="3124200"/>
          </a:xfrm>
          <a:prstGeom xmlns:a="http://schemas.openxmlformats.org/drawingml/2006/main" prst="roundRect">
            <a:avLst>
              <a:gd name="adj" fmla="val 2439"/>
            </a:avLst>
          </a:prstGeom>
          <a:solidFill xmlns:a="http://schemas.openxmlformats.org/drawingml/2006/main">
            <a:srgbClr val="F4F8FC"/>
          </a:solidFill>
          <a:ln xmlns:a="http://schemas.openxmlformats.org/drawingml/2006/main" w="0">
            <a:noFill/>
            <a:prstDash val="solid"/>
          </a:ln>
        </p:spPr>
      </p:sp>
      <p:sp>
        <p:nvSpPr>
          <p:cNvPr id="18" name="s4-twisted-title">
            <a:extLst xmlns:a="http://schemas.openxmlformats.org/drawingml/2006/main">
              <a:ext uri="{FF2B5EF4-FFF2-40B4-BE49-F238E27FC236}">
                <a16:creationId xmlns:a16="http://schemas.microsoft.com/office/drawing/2014/main" id="{52AD8C3B-EFC3-44ED-AD0D-C71045FD85F1}"/>
              </a:ext>
            </a:extLst>
          </p:cNvPr>
          <p:cNvSpPr>
            <a:spLocks xmlns:a="http://schemas.openxmlformats.org/drawingml/2006/main" noGrp="1"/>
          </p:cNvSpPr>
          <p:nvPr/>
        </p:nvSpPr>
        <p:spPr>
          <a:xfrm xmlns:a="http://schemas.openxmlformats.org/drawingml/2006/main">
            <a:off x="6648450" y="2409825"/>
            <a:ext cx="4648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1D31"/>
                </a:solidFill>
                <a:latin typeface="DejaVu Sans"/>
                <a:ea typeface="DejaVu Sans"/>
                <a:cs typeface="DejaVu Sans"/>
              </a:defRPr>
            </a:defPPr>
            <a:lvl1pPr algn="l">
              <a:defRPr sz="1500" b="1">
                <a:solidFill>
                  <a:srgbClr val="101D31"/>
                </a:solidFill>
                <a:latin typeface="DejaVu Sans"/>
                <a:ea typeface="DejaVu Sans"/>
                <a:cs typeface="DejaVu Sans"/>
              </a:defRPr>
            </a:lvl1pPr>
            <a:lvl2pPr algn="l">
              <a:defRPr sz="1500" b="1">
                <a:solidFill>
                  <a:srgbClr val="101D31"/>
                </a:solidFill>
                <a:latin typeface="DejaVu Sans"/>
                <a:ea typeface="DejaVu Sans"/>
                <a:cs typeface="DejaVu Sans"/>
              </a:defRPr>
            </a:lvl2pPr>
            <a:lvl3pPr algn="l">
              <a:defRPr sz="1500" b="1">
                <a:solidFill>
                  <a:srgbClr val="101D31"/>
                </a:solidFill>
                <a:latin typeface="DejaVu Sans"/>
                <a:ea typeface="DejaVu Sans"/>
                <a:cs typeface="DejaVu Sans"/>
              </a:defRPr>
            </a:lvl3pPr>
            <a:lvl4pPr algn="l">
              <a:defRPr sz="1500" b="1">
                <a:solidFill>
                  <a:srgbClr val="101D31"/>
                </a:solidFill>
                <a:latin typeface="DejaVu Sans"/>
                <a:ea typeface="DejaVu Sans"/>
                <a:cs typeface="DejaVu Sans"/>
              </a:defRPr>
            </a:lvl4pPr>
            <a:lvl5pPr algn="l">
              <a:defRPr sz="1500" b="1">
                <a:solidFill>
                  <a:srgbClr val="101D31"/>
                </a:solidFill>
                <a:latin typeface="DejaVu Sans"/>
                <a:ea typeface="DejaVu Sans"/>
                <a:cs typeface="DejaVu Sans"/>
              </a:defRPr>
            </a:lvl5pPr>
            <a:lvl6pPr algn="l">
              <a:defRPr sz="1500" b="1">
                <a:solidFill>
                  <a:srgbClr val="101D31"/>
                </a:solidFill>
                <a:latin typeface="DejaVu Sans"/>
                <a:ea typeface="DejaVu Sans"/>
                <a:cs typeface="DejaVu Sans"/>
              </a:defRPr>
            </a:lvl6pPr>
            <a:lvl7pPr algn="l">
              <a:defRPr sz="1500" b="1">
                <a:solidFill>
                  <a:srgbClr val="101D31"/>
                </a:solidFill>
                <a:latin typeface="DejaVu Sans"/>
                <a:ea typeface="DejaVu Sans"/>
                <a:cs typeface="DejaVu Sans"/>
              </a:defRPr>
            </a:lvl7pPr>
            <a:lvl8pPr algn="l">
              <a:defRPr sz="1500" b="1">
                <a:solidFill>
                  <a:srgbClr val="101D31"/>
                </a:solidFill>
                <a:latin typeface="DejaVu Sans"/>
                <a:ea typeface="DejaVu Sans"/>
                <a:cs typeface="DejaVu Sans"/>
              </a:defRPr>
            </a:lvl8pPr>
            <a:lvl9pPr algn="l">
              <a:defRPr sz="1500" b="1">
                <a:solidFill>
                  <a:srgbClr val="101D31"/>
                </a:solidFill>
                <a:latin typeface="DejaVu Sans"/>
                <a:ea typeface="DejaVu Sans"/>
                <a:cs typeface="DejaVu Sans"/>
              </a:defRPr>
            </a:lvl9pPr>
          </a:lstStyle>
          <a:p xmlns:a="http://schemas.openxmlformats.org/drawingml/2006/main">
            <a:pPr algn="l">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ΣΥΝΕΣΤΡΑΜΜΕΝΟ ΖΕΥΓΟΣ</a:t>
            </a:r>
          </a:p>
        </p:txBody>
      </p:sp>
      <p:sp>
        <p:nvSpPr>
          <p:cNvPr id="19" name="s4-interference-label-b">
            <a:extLst xmlns:a="http://schemas.openxmlformats.org/drawingml/2006/main">
              <a:ext uri="{FF2B5EF4-FFF2-40B4-BE49-F238E27FC236}">
                <a16:creationId xmlns:a16="http://schemas.microsoft.com/office/drawing/2014/main" id="{B8D86DA5-57A2-4875-BD43-907CC8801ABB}"/>
              </a:ext>
            </a:extLst>
          </p:cNvPr>
          <p:cNvSpPr>
            <a:spLocks xmlns:a="http://schemas.openxmlformats.org/drawingml/2006/main" noGrp="1"/>
          </p:cNvSpPr>
          <p:nvPr/>
        </p:nvSpPr>
        <p:spPr>
          <a:xfrm xmlns:a="http://schemas.openxmlformats.org/drawingml/2006/main">
            <a:off x="6800850" y="3000375"/>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C96B27"/>
                </a:solidFill>
                <a:latin typeface="DejaVu Sans"/>
                <a:ea typeface="DejaVu Sans"/>
                <a:cs typeface="DejaVu Sans"/>
              </a:defRPr>
            </a:defPPr>
            <a:lvl1pPr algn="ctr">
              <a:defRPr sz="975" b="1">
                <a:solidFill>
                  <a:srgbClr val="C96B27"/>
                </a:solidFill>
                <a:latin typeface="DejaVu Sans"/>
                <a:ea typeface="DejaVu Sans"/>
                <a:cs typeface="DejaVu Sans"/>
              </a:defRPr>
            </a:lvl1pPr>
            <a:lvl2pPr algn="ctr">
              <a:defRPr sz="975" b="1">
                <a:solidFill>
                  <a:srgbClr val="C96B27"/>
                </a:solidFill>
                <a:latin typeface="DejaVu Sans"/>
                <a:ea typeface="DejaVu Sans"/>
                <a:cs typeface="DejaVu Sans"/>
              </a:defRPr>
            </a:lvl2pPr>
            <a:lvl3pPr algn="ctr">
              <a:defRPr sz="975" b="1">
                <a:solidFill>
                  <a:srgbClr val="C96B27"/>
                </a:solidFill>
                <a:latin typeface="DejaVu Sans"/>
                <a:ea typeface="DejaVu Sans"/>
                <a:cs typeface="DejaVu Sans"/>
              </a:defRPr>
            </a:lvl3pPr>
            <a:lvl4pPr algn="ctr">
              <a:defRPr sz="975" b="1">
                <a:solidFill>
                  <a:srgbClr val="C96B27"/>
                </a:solidFill>
                <a:latin typeface="DejaVu Sans"/>
                <a:ea typeface="DejaVu Sans"/>
                <a:cs typeface="DejaVu Sans"/>
              </a:defRPr>
            </a:lvl4pPr>
            <a:lvl5pPr algn="ctr">
              <a:defRPr sz="975" b="1">
                <a:solidFill>
                  <a:srgbClr val="C96B27"/>
                </a:solidFill>
                <a:latin typeface="DejaVu Sans"/>
                <a:ea typeface="DejaVu Sans"/>
                <a:cs typeface="DejaVu Sans"/>
              </a:defRPr>
            </a:lvl5pPr>
            <a:lvl6pPr algn="ctr">
              <a:defRPr sz="975" b="1">
                <a:solidFill>
                  <a:srgbClr val="C96B27"/>
                </a:solidFill>
                <a:latin typeface="DejaVu Sans"/>
                <a:ea typeface="DejaVu Sans"/>
                <a:cs typeface="DejaVu Sans"/>
              </a:defRPr>
            </a:lvl6pPr>
            <a:lvl7pPr algn="ctr">
              <a:defRPr sz="975" b="1">
                <a:solidFill>
                  <a:srgbClr val="C96B27"/>
                </a:solidFill>
                <a:latin typeface="DejaVu Sans"/>
                <a:ea typeface="DejaVu Sans"/>
                <a:cs typeface="DejaVu Sans"/>
              </a:defRPr>
            </a:lvl7pPr>
            <a:lvl8pPr algn="ctr">
              <a:defRPr sz="975" b="1">
                <a:solidFill>
                  <a:srgbClr val="C96B27"/>
                </a:solidFill>
                <a:latin typeface="DejaVu Sans"/>
                <a:ea typeface="DejaVu Sans"/>
                <a:cs typeface="DejaVu Sans"/>
              </a:defRPr>
            </a:lvl8pPr>
            <a:lvl9pPr algn="ctr">
              <a:defRPr sz="975" b="1">
                <a:solidFill>
                  <a:srgbClr val="C96B27"/>
                </a:solidFill>
                <a:latin typeface="DejaVu Sans"/>
                <a:ea typeface="DejaVu Sans"/>
                <a:cs typeface="DejaVu Sans"/>
              </a:defRPr>
            </a:lvl9pPr>
          </a:lstStyle>
          <a:p xmlns:a="http://schemas.openxmlformats.org/drawingml/2006/main">
            <a:pPr algn="ctr">
              <a:defRPr sz="975" b="1">
                <a:solidFill>
                  <a:srgbClr val="C96B27"/>
                </a:solidFill>
                <a:latin typeface="DejaVu Sans"/>
                <a:ea typeface="DejaVu Sans"/>
                <a:cs typeface="DejaVu Sans"/>
              </a:defRPr>
            </a:pPr>
            <a:r>
              <a:rPr sz="975" b="1">
                <a:solidFill>
                  <a:srgbClr val="C96B27"/>
                </a:solidFill>
                <a:latin typeface="DejaVu Sans"/>
                <a:ea typeface="DejaVu Sans"/>
                <a:cs typeface="DejaVu Sans"/>
              </a:rPr>
              <a:t>ΙΔΙΟ ΠΕΔΙΟ ΘΟΡΥΒΟΥ</a:t>
            </a:r>
          </a:p>
        </p:txBody>
      </p:sp>
      <p:sp>
        <p:nvSpPr>
          <p:cNvPr id="20" name="s4-noise-b-0">
            <a:extLst xmlns:a="http://schemas.openxmlformats.org/drawingml/2006/main">
              <a:ext uri="{FF2B5EF4-FFF2-40B4-BE49-F238E27FC236}">
                <a16:creationId xmlns:a16="http://schemas.microsoft.com/office/drawing/2014/main" id="{6D98A7F7-DB21-4EDA-A833-C0854DE9B37E}"/>
              </a:ext>
            </a:extLst>
          </p:cNvPr>
          <p:cNvSpPr>
            <a:spLocks xmlns:a="http://schemas.openxmlformats.org/drawingml/2006/main" noGrp="1"/>
          </p:cNvSpPr>
          <p:nvPr/>
        </p:nvSpPr>
        <p:spPr>
          <a:xfrm xmlns:a="http://schemas.openxmlformats.org/drawingml/2006/main">
            <a:off x="71437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21" name="s4-noise-b-1">
            <a:extLst xmlns:a="http://schemas.openxmlformats.org/drawingml/2006/main">
              <a:ext uri="{FF2B5EF4-FFF2-40B4-BE49-F238E27FC236}">
                <a16:creationId xmlns:a16="http://schemas.microsoft.com/office/drawing/2014/main" id="{2504FF97-A681-4517-B604-8034FFAC0D29}"/>
              </a:ext>
            </a:extLst>
          </p:cNvPr>
          <p:cNvSpPr>
            <a:spLocks xmlns:a="http://schemas.openxmlformats.org/drawingml/2006/main" noGrp="1"/>
          </p:cNvSpPr>
          <p:nvPr/>
        </p:nvSpPr>
        <p:spPr>
          <a:xfrm xmlns:a="http://schemas.openxmlformats.org/drawingml/2006/main">
            <a:off x="80200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22" name="s4-noise-b-2">
            <a:extLst xmlns:a="http://schemas.openxmlformats.org/drawingml/2006/main">
              <a:ext uri="{FF2B5EF4-FFF2-40B4-BE49-F238E27FC236}">
                <a16:creationId xmlns:a16="http://schemas.microsoft.com/office/drawing/2014/main" id="{18C811FB-1839-4399-96B6-17401E8B5F42}"/>
              </a:ext>
            </a:extLst>
          </p:cNvPr>
          <p:cNvSpPr>
            <a:spLocks xmlns:a="http://schemas.openxmlformats.org/drawingml/2006/main" noGrp="1"/>
          </p:cNvSpPr>
          <p:nvPr/>
        </p:nvSpPr>
        <p:spPr>
          <a:xfrm xmlns:a="http://schemas.openxmlformats.org/drawingml/2006/main">
            <a:off x="88963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sp>
        <p:nvSpPr>
          <p:cNvPr id="23" name="s4-noise-b-3">
            <a:extLst xmlns:a="http://schemas.openxmlformats.org/drawingml/2006/main">
              <a:ext uri="{FF2B5EF4-FFF2-40B4-BE49-F238E27FC236}">
                <a16:creationId xmlns:a16="http://schemas.microsoft.com/office/drawing/2014/main" id="{26E71AF7-6EA3-4FAC-B686-8FF0A92D266E}"/>
              </a:ext>
            </a:extLst>
          </p:cNvPr>
          <p:cNvSpPr>
            <a:spLocks xmlns:a="http://schemas.openxmlformats.org/drawingml/2006/main" noGrp="1"/>
          </p:cNvSpPr>
          <p:nvPr/>
        </p:nvSpPr>
        <p:spPr>
          <a:xfrm xmlns:a="http://schemas.openxmlformats.org/drawingml/2006/main">
            <a:off x="9772650" y="3276600"/>
            <a:ext cx="228600" cy="361950"/>
          </a:xfrm>
          <a:prstGeom xmlns:a="http://schemas.openxmlformats.org/drawingml/2006/main" prst="downArrow">
            <a:avLst/>
          </a:prstGeom>
          <a:solidFill xmlns:a="http://schemas.openxmlformats.org/drawingml/2006/main">
            <a:srgbClr val="FF9B54"/>
          </a:solidFill>
          <a:ln xmlns:a="http://schemas.openxmlformats.org/drawingml/2006/main" w="0">
            <a:noFill/>
            <a:prstDash val="solid"/>
          </a:ln>
        </p:spPr>
      </p:sp>
      <p:pic>
        <p:nvPicPr>
          <p:cNvPr id="24" name="">
            <a:extLst xmlns:a="http://schemas.openxmlformats.org/drawingml/2006/main">
              <a:ext uri="{FF2B5EF4-FFF2-40B4-BE49-F238E27FC236}">
                <a16:creationId xmlns:a16="http://schemas.microsoft.com/office/drawing/2014/main" id="{21166B6D-0DBC-47A0-8DD6-61432158BB54}"/>
              </a:ext>
            </a:extLst>
          </p:cNvPr>
          <p:cNvPicPr>
            <a:picLocks xmlns:a="http://schemas.openxmlformats.org/drawingml/2006/main" noChangeAspect="1"/>
          </p:cNvPicPr>
          <p:nvPr/>
        </p:nvPicPr>
        <p:blipFill>
          <a:blip xmlns:r="http://schemas.openxmlformats.org/officeDocument/2006/relationships" xmlns:a="http://schemas.openxmlformats.org/drawingml/2006/main" r:embed="R3a7c4948884a47d0"/>
          <a:stretch xmlns:a="http://schemas.openxmlformats.org/drawingml/2006/main"/>
        </p:blipFill>
        <p:spPr>
          <a:xfrm xmlns:a="http://schemas.openxmlformats.org/drawingml/2006/main">
            <a:off x="6858000" y="3733800"/>
            <a:ext cx="4572000" cy="1066800"/>
          </a:xfrm>
          <a:prstGeom xmlns:a="http://schemas.openxmlformats.org/drawingml/2006/main" prst="rect">
            <a:avLst/>
          </a:prstGeom>
        </p:spPr>
      </p:pic>
      <p:sp>
        <p:nvSpPr>
          <p:cNvPr id="25" name="s4-twist-h-label">
            <a:extLst xmlns:a="http://schemas.openxmlformats.org/drawingml/2006/main">
              <a:ext uri="{FF2B5EF4-FFF2-40B4-BE49-F238E27FC236}">
                <a16:creationId xmlns:a16="http://schemas.microsoft.com/office/drawing/2014/main" id="{6751BC8B-C403-48AD-A5FF-3692E00EA7CA}"/>
              </a:ext>
            </a:extLst>
          </p:cNvPr>
          <p:cNvSpPr>
            <a:spLocks xmlns:a="http://schemas.openxmlformats.org/drawingml/2006/main" noGrp="1"/>
          </p:cNvSpPr>
          <p:nvPr/>
        </p:nvSpPr>
        <p:spPr>
          <a:xfrm xmlns:a="http://schemas.openxmlformats.org/drawingml/2006/main">
            <a:off x="6781800" y="45910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079DB3"/>
                </a:solidFill>
                <a:latin typeface="DejaVu Sans"/>
                <a:ea typeface="DejaVu Sans"/>
                <a:cs typeface="DejaVu Sans"/>
              </a:defRPr>
            </a:defPPr>
            <a:lvl1pPr algn="l">
              <a:defRPr sz="1050" b="1">
                <a:solidFill>
                  <a:srgbClr val="079DB3"/>
                </a:solidFill>
                <a:latin typeface="DejaVu Sans"/>
                <a:ea typeface="DejaVu Sans"/>
                <a:cs typeface="DejaVu Sans"/>
              </a:defRPr>
            </a:lvl1pPr>
            <a:lvl2pPr algn="l">
              <a:defRPr sz="1050" b="1">
                <a:solidFill>
                  <a:srgbClr val="079DB3"/>
                </a:solidFill>
                <a:latin typeface="DejaVu Sans"/>
                <a:ea typeface="DejaVu Sans"/>
                <a:cs typeface="DejaVu Sans"/>
              </a:defRPr>
            </a:lvl2pPr>
            <a:lvl3pPr algn="l">
              <a:defRPr sz="1050" b="1">
                <a:solidFill>
                  <a:srgbClr val="079DB3"/>
                </a:solidFill>
                <a:latin typeface="DejaVu Sans"/>
                <a:ea typeface="DejaVu Sans"/>
                <a:cs typeface="DejaVu Sans"/>
              </a:defRPr>
            </a:lvl3pPr>
            <a:lvl4pPr algn="l">
              <a:defRPr sz="1050" b="1">
                <a:solidFill>
                  <a:srgbClr val="079DB3"/>
                </a:solidFill>
                <a:latin typeface="DejaVu Sans"/>
                <a:ea typeface="DejaVu Sans"/>
                <a:cs typeface="DejaVu Sans"/>
              </a:defRPr>
            </a:lvl4pPr>
            <a:lvl5pPr algn="l">
              <a:defRPr sz="1050" b="1">
                <a:solidFill>
                  <a:srgbClr val="079DB3"/>
                </a:solidFill>
                <a:latin typeface="DejaVu Sans"/>
                <a:ea typeface="DejaVu Sans"/>
                <a:cs typeface="DejaVu Sans"/>
              </a:defRPr>
            </a:lvl5pPr>
            <a:lvl6pPr algn="l">
              <a:defRPr sz="1050" b="1">
                <a:solidFill>
                  <a:srgbClr val="079DB3"/>
                </a:solidFill>
                <a:latin typeface="DejaVu Sans"/>
                <a:ea typeface="DejaVu Sans"/>
                <a:cs typeface="DejaVu Sans"/>
              </a:defRPr>
            </a:lvl6pPr>
            <a:lvl7pPr algn="l">
              <a:defRPr sz="1050" b="1">
                <a:solidFill>
                  <a:srgbClr val="079DB3"/>
                </a:solidFill>
                <a:latin typeface="DejaVu Sans"/>
                <a:ea typeface="DejaVu Sans"/>
                <a:cs typeface="DejaVu Sans"/>
              </a:defRPr>
            </a:lvl7pPr>
            <a:lvl8pPr algn="l">
              <a:defRPr sz="1050" b="1">
                <a:solidFill>
                  <a:srgbClr val="079DB3"/>
                </a:solidFill>
                <a:latin typeface="DejaVu Sans"/>
                <a:ea typeface="DejaVu Sans"/>
                <a:cs typeface="DejaVu Sans"/>
              </a:defRPr>
            </a:lvl8pPr>
            <a:lvl9pPr algn="l">
              <a:defRPr sz="1050" b="1">
                <a:solidFill>
                  <a:srgbClr val="079DB3"/>
                </a:solidFill>
                <a:latin typeface="DejaVu Sans"/>
                <a:ea typeface="DejaVu Sans"/>
                <a:cs typeface="DejaVu Sans"/>
              </a:defRPr>
            </a:lvl9pPr>
          </a:lstStyle>
          <a:p xmlns:a="http://schemas.openxmlformats.org/drawingml/2006/main">
            <a:pPr algn="l">
              <a:defRPr sz="1050" b="1">
                <a:solidFill>
                  <a:srgbClr val="079DB3"/>
                </a:solidFill>
                <a:latin typeface="DejaVu Sans"/>
                <a:ea typeface="DejaVu Sans"/>
                <a:cs typeface="DejaVu Sans"/>
              </a:defRPr>
            </a:pPr>
            <a:r>
              <a:rPr sz="1050" b="1">
                <a:solidFill>
                  <a:srgbClr val="079DB3"/>
                </a:solidFill>
                <a:latin typeface="DejaVu Sans"/>
                <a:ea typeface="DejaVu Sans"/>
                <a:cs typeface="DejaVu Sans"/>
              </a:rPr>
              <a:t>CAN-H</a:t>
            </a:r>
          </a:p>
        </p:txBody>
      </p:sp>
      <p:sp>
        <p:nvSpPr>
          <p:cNvPr id="26" name="s4-twist-l-label">
            <a:extLst xmlns:a="http://schemas.openxmlformats.org/drawingml/2006/main">
              <a:ext uri="{FF2B5EF4-FFF2-40B4-BE49-F238E27FC236}">
                <a16:creationId xmlns:a16="http://schemas.microsoft.com/office/drawing/2014/main" id="{5FD9629A-87A8-42EC-8A9D-8E00A0FA5F47}"/>
              </a:ext>
            </a:extLst>
          </p:cNvPr>
          <p:cNvSpPr>
            <a:spLocks xmlns:a="http://schemas.openxmlformats.org/drawingml/2006/main" noGrp="1"/>
          </p:cNvSpPr>
          <p:nvPr/>
        </p:nvSpPr>
        <p:spPr>
          <a:xfrm xmlns:a="http://schemas.openxmlformats.org/drawingml/2006/main">
            <a:off x="10496550" y="45910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A87500"/>
                </a:solidFill>
                <a:latin typeface="DejaVu Sans"/>
                <a:ea typeface="DejaVu Sans"/>
                <a:cs typeface="DejaVu Sans"/>
              </a:defRPr>
            </a:defPPr>
            <a:lvl1pPr algn="r">
              <a:defRPr sz="1050" b="1">
                <a:solidFill>
                  <a:srgbClr val="A87500"/>
                </a:solidFill>
                <a:latin typeface="DejaVu Sans"/>
                <a:ea typeface="DejaVu Sans"/>
                <a:cs typeface="DejaVu Sans"/>
              </a:defRPr>
            </a:lvl1pPr>
            <a:lvl2pPr algn="r">
              <a:defRPr sz="1050" b="1">
                <a:solidFill>
                  <a:srgbClr val="A87500"/>
                </a:solidFill>
                <a:latin typeface="DejaVu Sans"/>
                <a:ea typeface="DejaVu Sans"/>
                <a:cs typeface="DejaVu Sans"/>
              </a:defRPr>
            </a:lvl2pPr>
            <a:lvl3pPr algn="r">
              <a:defRPr sz="1050" b="1">
                <a:solidFill>
                  <a:srgbClr val="A87500"/>
                </a:solidFill>
                <a:latin typeface="DejaVu Sans"/>
                <a:ea typeface="DejaVu Sans"/>
                <a:cs typeface="DejaVu Sans"/>
              </a:defRPr>
            </a:lvl3pPr>
            <a:lvl4pPr algn="r">
              <a:defRPr sz="1050" b="1">
                <a:solidFill>
                  <a:srgbClr val="A87500"/>
                </a:solidFill>
                <a:latin typeface="DejaVu Sans"/>
                <a:ea typeface="DejaVu Sans"/>
                <a:cs typeface="DejaVu Sans"/>
              </a:defRPr>
            </a:lvl4pPr>
            <a:lvl5pPr algn="r">
              <a:defRPr sz="1050" b="1">
                <a:solidFill>
                  <a:srgbClr val="A87500"/>
                </a:solidFill>
                <a:latin typeface="DejaVu Sans"/>
                <a:ea typeface="DejaVu Sans"/>
                <a:cs typeface="DejaVu Sans"/>
              </a:defRPr>
            </a:lvl5pPr>
            <a:lvl6pPr algn="r">
              <a:defRPr sz="1050" b="1">
                <a:solidFill>
                  <a:srgbClr val="A87500"/>
                </a:solidFill>
                <a:latin typeface="DejaVu Sans"/>
                <a:ea typeface="DejaVu Sans"/>
                <a:cs typeface="DejaVu Sans"/>
              </a:defRPr>
            </a:lvl6pPr>
            <a:lvl7pPr algn="r">
              <a:defRPr sz="1050" b="1">
                <a:solidFill>
                  <a:srgbClr val="A87500"/>
                </a:solidFill>
                <a:latin typeface="DejaVu Sans"/>
                <a:ea typeface="DejaVu Sans"/>
                <a:cs typeface="DejaVu Sans"/>
              </a:defRPr>
            </a:lvl7pPr>
            <a:lvl8pPr algn="r">
              <a:defRPr sz="1050" b="1">
                <a:solidFill>
                  <a:srgbClr val="A87500"/>
                </a:solidFill>
                <a:latin typeface="DejaVu Sans"/>
                <a:ea typeface="DejaVu Sans"/>
                <a:cs typeface="DejaVu Sans"/>
              </a:defRPr>
            </a:lvl8pPr>
            <a:lvl9pPr algn="r">
              <a:defRPr sz="1050" b="1">
                <a:solidFill>
                  <a:srgbClr val="A87500"/>
                </a:solidFill>
                <a:latin typeface="DejaVu Sans"/>
                <a:ea typeface="DejaVu Sans"/>
                <a:cs typeface="DejaVu Sans"/>
              </a:defRPr>
            </a:lvl9pPr>
          </a:lstStyle>
          <a:p xmlns:a="http://schemas.openxmlformats.org/drawingml/2006/main">
            <a:pPr algn="r">
              <a:defRPr sz="1050" b="1">
                <a:solidFill>
                  <a:srgbClr val="A87500"/>
                </a:solidFill>
                <a:latin typeface="DejaVu Sans"/>
                <a:ea typeface="DejaVu Sans"/>
                <a:cs typeface="DejaVu Sans"/>
              </a:defRPr>
            </a:pPr>
            <a:r>
              <a:rPr sz="1050" b="1">
                <a:solidFill>
                  <a:srgbClr val="A87500"/>
                </a:solidFill>
                <a:latin typeface="DejaVu Sans"/>
                <a:ea typeface="DejaVu Sans"/>
                <a:cs typeface="DejaVu Sans"/>
              </a:rPr>
              <a:t>CAN-L</a:t>
            </a:r>
          </a:p>
        </p:txBody>
      </p:sp>
      <p:sp>
        <p:nvSpPr>
          <p:cNvPr id="27" name="s4-twisted-note">
            <a:extLst xmlns:a="http://schemas.openxmlformats.org/drawingml/2006/main">
              <a:ext uri="{FF2B5EF4-FFF2-40B4-BE49-F238E27FC236}">
                <a16:creationId xmlns:a16="http://schemas.microsoft.com/office/drawing/2014/main" id="{DD78AE48-9C59-4F28-A6D3-2A742C01E93F}"/>
              </a:ext>
            </a:extLst>
          </p:cNvPr>
          <p:cNvSpPr>
            <a:spLocks xmlns:a="http://schemas.openxmlformats.org/drawingml/2006/main" noGrp="1"/>
          </p:cNvSpPr>
          <p:nvPr/>
        </p:nvSpPr>
        <p:spPr>
          <a:xfrm xmlns:a="http://schemas.openxmlformats.org/drawingml/2006/main">
            <a:off x="6648450" y="4953000"/>
            <a:ext cx="464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75"/>
          </a:bodyPr>
          <a:lstStyle xmlns:a="http://schemas.openxmlformats.org/drawingml/2006/main">
            <a:defPPr algn="ctr">
              <a:defRPr sz="1050" b="1">
                <a:solidFill>
                  <a:srgbClr val="33485D"/>
                </a:solidFill>
                <a:latin typeface="DejaVu Sans"/>
                <a:ea typeface="DejaVu Sans"/>
                <a:cs typeface="DejaVu Sans"/>
              </a:defRPr>
            </a:defPPr>
            <a:lvl1pPr algn="ctr">
              <a:defRPr sz="1050" b="1">
                <a:solidFill>
                  <a:srgbClr val="33485D"/>
                </a:solidFill>
                <a:latin typeface="DejaVu Sans"/>
                <a:ea typeface="DejaVu Sans"/>
                <a:cs typeface="DejaVu Sans"/>
              </a:defRPr>
            </a:lvl1pPr>
            <a:lvl2pPr algn="ctr">
              <a:defRPr sz="1050" b="1">
                <a:solidFill>
                  <a:srgbClr val="33485D"/>
                </a:solidFill>
                <a:latin typeface="DejaVu Sans"/>
                <a:ea typeface="DejaVu Sans"/>
                <a:cs typeface="DejaVu Sans"/>
              </a:defRPr>
            </a:lvl2pPr>
            <a:lvl3pPr algn="ctr">
              <a:defRPr sz="1050" b="1">
                <a:solidFill>
                  <a:srgbClr val="33485D"/>
                </a:solidFill>
                <a:latin typeface="DejaVu Sans"/>
                <a:ea typeface="DejaVu Sans"/>
                <a:cs typeface="DejaVu Sans"/>
              </a:defRPr>
            </a:lvl3pPr>
            <a:lvl4pPr algn="ctr">
              <a:defRPr sz="1050" b="1">
                <a:solidFill>
                  <a:srgbClr val="33485D"/>
                </a:solidFill>
                <a:latin typeface="DejaVu Sans"/>
                <a:ea typeface="DejaVu Sans"/>
                <a:cs typeface="DejaVu Sans"/>
              </a:defRPr>
            </a:lvl4pPr>
            <a:lvl5pPr algn="ctr">
              <a:defRPr sz="1050" b="1">
                <a:solidFill>
                  <a:srgbClr val="33485D"/>
                </a:solidFill>
                <a:latin typeface="DejaVu Sans"/>
                <a:ea typeface="DejaVu Sans"/>
                <a:cs typeface="DejaVu Sans"/>
              </a:defRPr>
            </a:lvl5pPr>
            <a:lvl6pPr algn="ctr">
              <a:defRPr sz="1050" b="1">
                <a:solidFill>
                  <a:srgbClr val="33485D"/>
                </a:solidFill>
                <a:latin typeface="DejaVu Sans"/>
                <a:ea typeface="DejaVu Sans"/>
                <a:cs typeface="DejaVu Sans"/>
              </a:defRPr>
            </a:lvl6pPr>
            <a:lvl7pPr algn="ctr">
              <a:defRPr sz="1050" b="1">
                <a:solidFill>
                  <a:srgbClr val="33485D"/>
                </a:solidFill>
                <a:latin typeface="DejaVu Sans"/>
                <a:ea typeface="DejaVu Sans"/>
                <a:cs typeface="DejaVu Sans"/>
              </a:defRPr>
            </a:lvl7pPr>
            <a:lvl8pPr algn="ctr">
              <a:defRPr sz="1050" b="1">
                <a:solidFill>
                  <a:srgbClr val="33485D"/>
                </a:solidFill>
                <a:latin typeface="DejaVu Sans"/>
                <a:ea typeface="DejaVu Sans"/>
                <a:cs typeface="DejaVu Sans"/>
              </a:defRPr>
            </a:lvl8pPr>
            <a:lvl9pPr algn="ctr">
              <a:defRPr sz="1050" b="1">
                <a:solidFill>
                  <a:srgbClr val="33485D"/>
                </a:solidFill>
                <a:latin typeface="DejaVu Sans"/>
                <a:ea typeface="DejaVu Sans"/>
                <a:cs typeface="DejaVu Sans"/>
              </a:defRPr>
            </a:lvl9pPr>
          </a:lstStyle>
          <a:p xmlns:a="http://schemas.openxmlformats.org/drawingml/2006/main">
            <a:pPr algn="ctr">
              <a:defRPr sz="1050" b="1">
                <a:solidFill>
                  <a:srgbClr val="33485D"/>
                </a:solidFill>
                <a:latin typeface="DejaVu Sans"/>
                <a:ea typeface="DejaVu Sans"/>
                <a:cs typeface="DejaVu Sans"/>
              </a:defRPr>
            </a:pPr>
            <a:r>
              <a:rPr sz="1050" b="1">
                <a:solidFill>
                  <a:srgbClr val="33485D"/>
                </a:solidFill>
                <a:latin typeface="DejaVu Sans"/>
                <a:ea typeface="DejaVu Sans"/>
                <a:cs typeface="DejaVu Sans"/>
              </a:rPr>
              <a:t>Μικρότερη επιφάνεια βρόχου · παρόμοια έκθεση στον θόρυβο</a:t>
            </a:r>
          </a:p>
        </p:txBody>
      </p:sp>
      <p:sp>
        <p:nvSpPr>
          <p:cNvPr id="28" name="s4-takeaway">
            <a:extLst xmlns:a="http://schemas.openxmlformats.org/drawingml/2006/main">
              <a:ext uri="{FF2B5EF4-FFF2-40B4-BE49-F238E27FC236}">
                <a16:creationId xmlns:a16="http://schemas.microsoft.com/office/drawing/2014/main" id="{7F401482-3651-4DC0-9F2A-2259F4407DCF}"/>
              </a:ext>
            </a:extLst>
          </p:cNvPr>
          <p:cNvSpPr>
            <a:spLocks xmlns:a="http://schemas.openxmlformats.org/drawingml/2006/main" noGrp="1"/>
          </p:cNvSpPr>
          <p:nvPr/>
        </p:nvSpPr>
        <p:spPr>
          <a:xfrm xmlns:a="http://schemas.openxmlformats.org/drawingml/2006/main">
            <a:off x="609600" y="5600700"/>
            <a:ext cx="10972800" cy="552450"/>
          </a:xfrm>
          <a:prstGeom xmlns:a="http://schemas.openxmlformats.org/drawingml/2006/main" prst="roundRect">
            <a:avLst>
              <a:gd name="adj" fmla="val 13793"/>
            </a:avLst>
          </a:prstGeom>
          <a:solidFill xmlns:a="http://schemas.openxmlformats.org/drawingml/2006/main">
            <a:srgbClr val="0E3547"/>
          </a:solidFill>
          <a:ln xmlns:a="http://schemas.openxmlformats.org/drawingml/2006/main" w="9525">
            <a:solidFill>
              <a:srgbClr val="1E6A80"/>
            </a:solidFill>
            <a:prstDash val="solid"/>
          </a:ln>
        </p:spPr>
      </p:sp>
      <p:sp>
        <p:nvSpPr>
          <p:cNvPr id="29" name="s4-takeaway-text">
            <a:extLst xmlns:a="http://schemas.openxmlformats.org/drawingml/2006/main">
              <a:ext uri="{FF2B5EF4-FFF2-40B4-BE49-F238E27FC236}">
                <a16:creationId xmlns:a16="http://schemas.microsoft.com/office/drawing/2014/main" id="{06A10763-4AD7-4295-A6B1-90AD2BF813DF}"/>
              </a:ext>
            </a:extLst>
          </p:cNvPr>
          <p:cNvSpPr>
            <a:spLocks xmlns:a="http://schemas.openxmlformats.org/drawingml/2006/main" noGrp="1"/>
          </p:cNvSpPr>
          <p:nvPr/>
        </p:nvSpPr>
        <p:spPr>
          <a:xfrm xmlns:a="http://schemas.openxmlformats.org/drawingml/2006/main">
            <a:off x="819150" y="5676900"/>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4F8FC"/>
                </a:solidFill>
                <a:latin typeface="DejaVu Sans"/>
                <a:ea typeface="DejaVu Sans"/>
                <a:cs typeface="DejaVu Sans"/>
              </a:defRPr>
            </a:defPPr>
            <a:lvl1pPr algn="ctr">
              <a:defRPr sz="1200" b="1">
                <a:solidFill>
                  <a:srgbClr val="F4F8FC"/>
                </a:solidFill>
                <a:latin typeface="DejaVu Sans"/>
                <a:ea typeface="DejaVu Sans"/>
                <a:cs typeface="DejaVu Sans"/>
              </a:defRPr>
            </a:lvl1pPr>
            <a:lvl2pPr algn="ctr">
              <a:defRPr sz="1200" b="1">
                <a:solidFill>
                  <a:srgbClr val="F4F8FC"/>
                </a:solidFill>
                <a:latin typeface="DejaVu Sans"/>
                <a:ea typeface="DejaVu Sans"/>
                <a:cs typeface="DejaVu Sans"/>
              </a:defRPr>
            </a:lvl2pPr>
            <a:lvl3pPr algn="ctr">
              <a:defRPr sz="1200" b="1">
                <a:solidFill>
                  <a:srgbClr val="F4F8FC"/>
                </a:solidFill>
                <a:latin typeface="DejaVu Sans"/>
                <a:ea typeface="DejaVu Sans"/>
                <a:cs typeface="DejaVu Sans"/>
              </a:defRPr>
            </a:lvl3pPr>
            <a:lvl4pPr algn="ctr">
              <a:defRPr sz="1200" b="1">
                <a:solidFill>
                  <a:srgbClr val="F4F8FC"/>
                </a:solidFill>
                <a:latin typeface="DejaVu Sans"/>
                <a:ea typeface="DejaVu Sans"/>
                <a:cs typeface="DejaVu Sans"/>
              </a:defRPr>
            </a:lvl4pPr>
            <a:lvl5pPr algn="ctr">
              <a:defRPr sz="1200" b="1">
                <a:solidFill>
                  <a:srgbClr val="F4F8FC"/>
                </a:solidFill>
                <a:latin typeface="DejaVu Sans"/>
                <a:ea typeface="DejaVu Sans"/>
                <a:cs typeface="DejaVu Sans"/>
              </a:defRPr>
            </a:lvl5pPr>
            <a:lvl6pPr algn="ctr">
              <a:defRPr sz="1200" b="1">
                <a:solidFill>
                  <a:srgbClr val="F4F8FC"/>
                </a:solidFill>
                <a:latin typeface="DejaVu Sans"/>
                <a:ea typeface="DejaVu Sans"/>
                <a:cs typeface="DejaVu Sans"/>
              </a:defRPr>
            </a:lvl6pPr>
            <a:lvl7pPr algn="ctr">
              <a:defRPr sz="1200" b="1">
                <a:solidFill>
                  <a:srgbClr val="F4F8FC"/>
                </a:solidFill>
                <a:latin typeface="DejaVu Sans"/>
                <a:ea typeface="DejaVu Sans"/>
                <a:cs typeface="DejaVu Sans"/>
              </a:defRPr>
            </a:lvl7pPr>
            <a:lvl8pPr algn="ctr">
              <a:defRPr sz="1200" b="1">
                <a:solidFill>
                  <a:srgbClr val="F4F8FC"/>
                </a:solidFill>
                <a:latin typeface="DejaVu Sans"/>
                <a:ea typeface="DejaVu Sans"/>
                <a:cs typeface="DejaVu Sans"/>
              </a:defRPr>
            </a:lvl8pPr>
            <a:lvl9pPr algn="ctr">
              <a:defRPr sz="1200" b="1">
                <a:solidFill>
                  <a:srgbClr val="F4F8FC"/>
                </a:solidFill>
                <a:latin typeface="DejaVu Sans"/>
                <a:ea typeface="DejaVu Sans"/>
                <a:cs typeface="DejaVu Sans"/>
              </a:defRPr>
            </a:lvl9pPr>
          </a:lstStyle>
          <a:p xmlns:a="http://schemas.openxmlformats.org/drawingml/2006/main">
            <a:pPr algn="ctr">
              <a:defRPr sz="1200" b="1">
                <a:solidFill>
                  <a:srgbClr val="F4F8FC"/>
                </a:solidFill>
                <a:latin typeface="DejaVu Sans"/>
                <a:ea typeface="DejaVu Sans"/>
                <a:cs typeface="DejaVu Sans"/>
              </a:defRPr>
            </a:pPr>
            <a:r>
              <a:rPr sz="1200" b="1">
                <a:solidFill>
                  <a:srgbClr val="F4F8FC"/>
                </a:solidFill>
                <a:latin typeface="DejaVu Sans"/>
                <a:ea typeface="DejaVu Sans"/>
                <a:cs typeface="DejaVu Sans"/>
              </a:rPr>
              <a:t>Η συστροφή περιορίζει τη σύζευξη παρεμβολών· ο διαφορικός δέκτης βοηθά να απορρίπτεται ο κοινός θόρυβος.</a:t>
            </a:r>
          </a:p>
        </p:txBody>
      </p:sp>
      <p:sp>
        <p:nvSpPr>
          <p:cNvPr id="30" name="s4-disclaimer">
            <a:extLst xmlns:a="http://schemas.openxmlformats.org/drawingml/2006/main">
              <a:ext uri="{FF2B5EF4-FFF2-40B4-BE49-F238E27FC236}">
                <a16:creationId xmlns:a16="http://schemas.microsoft.com/office/drawing/2014/main" id="{62C0DBAE-6CDB-4AAD-9523-06F27979392A}"/>
              </a:ext>
            </a:extLst>
          </p:cNvPr>
          <p:cNvSpPr>
            <a:spLocks xmlns:a="http://schemas.openxmlformats.org/drawingml/2006/main" noGrp="1"/>
          </p:cNvSpPr>
          <p:nvPr/>
        </p:nvSpPr>
        <p:spPr>
          <a:xfrm xmlns:a="http://schemas.openxmlformats.org/drawingml/2006/main">
            <a:off x="609600" y="6276975"/>
            <a:ext cx="933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Απλοποιημένο εκπαιδευτικό σχήμα· η πραγματική καλωδίωση διαφέρει ανά όχημα.</a:t>
            </a:r>
          </a:p>
        </p:txBody>
      </p:sp>
      <p:sp>
        <p:nvSpPr>
          <p:cNvPr id="31" name="s4-footer">
            <a:extLst xmlns:a="http://schemas.openxmlformats.org/drawingml/2006/main">
              <a:ext uri="{FF2B5EF4-FFF2-40B4-BE49-F238E27FC236}">
                <a16:creationId xmlns:a16="http://schemas.microsoft.com/office/drawing/2014/main" id="{3B154718-7400-47BC-85A5-A2B9CB27B589}"/>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Δίκτυα και Επικοινωνία Οχημάτων</a:t>
            </a:r>
          </a:p>
        </p:txBody>
      </p:sp>
      <p:sp>
        <p:nvSpPr>
          <p:cNvPr id="32" name="s4-page-number">
            <a:extLst xmlns:a="http://schemas.openxmlformats.org/drawingml/2006/main">
              <a:ext uri="{FF2B5EF4-FFF2-40B4-BE49-F238E27FC236}">
                <a16:creationId xmlns:a16="http://schemas.microsoft.com/office/drawing/2014/main" id="{51DB2882-021A-4ED0-91E6-B4375C6C3D45}"/>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AFC0D1"/>
                </a:solidFill>
                <a:latin typeface="DejaVu Sans"/>
                <a:ea typeface="DejaVu Sans"/>
                <a:cs typeface="DejaVu Sans"/>
              </a:defRPr>
            </a:defPPr>
            <a:lvl1pPr algn="r">
              <a:defRPr sz="1200" b="1">
                <a:solidFill>
                  <a:srgbClr val="AFC0D1"/>
                </a:solidFill>
                <a:latin typeface="DejaVu Sans"/>
                <a:ea typeface="DejaVu Sans"/>
                <a:cs typeface="DejaVu Sans"/>
              </a:defRPr>
            </a:lvl1pPr>
            <a:lvl2pPr algn="r">
              <a:defRPr sz="1200" b="1">
                <a:solidFill>
                  <a:srgbClr val="AFC0D1"/>
                </a:solidFill>
                <a:latin typeface="DejaVu Sans"/>
                <a:ea typeface="DejaVu Sans"/>
                <a:cs typeface="DejaVu Sans"/>
              </a:defRPr>
            </a:lvl2pPr>
            <a:lvl3pPr algn="r">
              <a:defRPr sz="1200" b="1">
                <a:solidFill>
                  <a:srgbClr val="AFC0D1"/>
                </a:solidFill>
                <a:latin typeface="DejaVu Sans"/>
                <a:ea typeface="DejaVu Sans"/>
                <a:cs typeface="DejaVu Sans"/>
              </a:defRPr>
            </a:lvl3pPr>
            <a:lvl4pPr algn="r">
              <a:defRPr sz="1200" b="1">
                <a:solidFill>
                  <a:srgbClr val="AFC0D1"/>
                </a:solidFill>
                <a:latin typeface="DejaVu Sans"/>
                <a:ea typeface="DejaVu Sans"/>
                <a:cs typeface="DejaVu Sans"/>
              </a:defRPr>
            </a:lvl4pPr>
            <a:lvl5pPr algn="r">
              <a:defRPr sz="1200" b="1">
                <a:solidFill>
                  <a:srgbClr val="AFC0D1"/>
                </a:solidFill>
                <a:latin typeface="DejaVu Sans"/>
                <a:ea typeface="DejaVu Sans"/>
                <a:cs typeface="DejaVu Sans"/>
              </a:defRPr>
            </a:lvl5pPr>
            <a:lvl6pPr algn="r">
              <a:defRPr sz="1200" b="1">
                <a:solidFill>
                  <a:srgbClr val="AFC0D1"/>
                </a:solidFill>
                <a:latin typeface="DejaVu Sans"/>
                <a:ea typeface="DejaVu Sans"/>
                <a:cs typeface="DejaVu Sans"/>
              </a:defRPr>
            </a:lvl6pPr>
            <a:lvl7pPr algn="r">
              <a:defRPr sz="1200" b="1">
                <a:solidFill>
                  <a:srgbClr val="AFC0D1"/>
                </a:solidFill>
                <a:latin typeface="DejaVu Sans"/>
                <a:ea typeface="DejaVu Sans"/>
                <a:cs typeface="DejaVu Sans"/>
              </a:defRPr>
            </a:lvl7pPr>
            <a:lvl8pPr algn="r">
              <a:defRPr sz="1200" b="1">
                <a:solidFill>
                  <a:srgbClr val="AFC0D1"/>
                </a:solidFill>
                <a:latin typeface="DejaVu Sans"/>
                <a:ea typeface="DejaVu Sans"/>
                <a:cs typeface="DejaVu Sans"/>
              </a:defRPr>
            </a:lvl8pPr>
            <a:lvl9pPr algn="r">
              <a:defRPr sz="1200" b="1">
                <a:solidFill>
                  <a:srgbClr val="AFC0D1"/>
                </a:solidFill>
                <a:latin typeface="DejaVu Sans"/>
                <a:ea typeface="DejaVu Sans"/>
                <a:cs typeface="DejaVu Sans"/>
              </a:defRPr>
            </a:lvl9pPr>
          </a:lstStyle>
          <a:p xmlns:a="http://schemas.openxmlformats.org/drawingml/2006/main">
            <a:pPr algn="r">
              <a:defRPr sz="1200" b="1">
                <a:solidFill>
                  <a:srgbClr val="AFC0D1"/>
                </a:solidFill>
                <a:latin typeface="DejaVu Sans"/>
                <a:ea typeface="DejaVu Sans"/>
                <a:cs typeface="DejaVu Sans"/>
              </a:defRPr>
            </a:pPr>
            <a:r>
              <a:rPr sz="1200" b="1">
                <a:solidFill>
                  <a:srgbClr val="AFC0D1"/>
                </a:solidFill>
                <a:latin typeface="DejaVu Sans"/>
                <a:ea typeface="DejaVu Sans"/>
                <a:cs typeface="DejaVu Sans"/>
              </a:rPr>
              <a:t>04</a:t>
            </a:r>
          </a:p>
        </p:txBody>
      </p:sp>
    </p:spTree>
    <p:extLst>
      <p:ext uri="{BB962C8B-B14F-4D97-AF65-F5344CB8AC3E}">
        <p14:creationId xmlns:p14="http://schemas.microsoft.com/office/powerpoint/2010/main" val="568599435"/>
      </p:ext>
    </p:extLst>
  </p:cSld>
</p:sld>
</file>

<file path=ppt/slides/slide5.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6" name="s5-kicker">
            <a:extLst xmlns:a="http://schemas.openxmlformats.org/drawingml/2006/main">
              <a:ext uri="{FF2B5EF4-FFF2-40B4-BE49-F238E27FC236}">
                <a16:creationId xmlns:a16="http://schemas.microsoft.com/office/drawing/2014/main" id="{89A95882-21E4-490B-B4CA-599343BA3B00}"/>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5-title">
            <a:extLst xmlns:a="http://schemas.openxmlformats.org/drawingml/2006/main">
              <a:ext uri="{FF2B5EF4-FFF2-40B4-BE49-F238E27FC236}">
                <a16:creationId xmlns:a16="http://schemas.microsoft.com/office/drawing/2014/main" id="{DAC628A5-A330-42E8-B794-997C1E2AD9A5}"/>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01D31"/>
                </a:solidFill>
                <a:latin typeface="DejaVu Sans"/>
                <a:ea typeface="DejaVu Sans"/>
                <a:cs typeface="DejaVu Sans"/>
              </a:defRPr>
            </a:defPPr>
            <a:lvl1pPr algn="l">
              <a:defRPr sz="2850" b="1">
                <a:solidFill>
                  <a:srgbClr val="101D31"/>
                </a:solidFill>
                <a:latin typeface="DejaVu Sans"/>
                <a:ea typeface="DejaVu Sans"/>
                <a:cs typeface="DejaVu Sans"/>
              </a:defRPr>
            </a:lvl1pPr>
            <a:lvl2pPr algn="l">
              <a:defRPr sz="2850" b="1">
                <a:solidFill>
                  <a:srgbClr val="101D31"/>
                </a:solidFill>
                <a:latin typeface="DejaVu Sans"/>
                <a:ea typeface="DejaVu Sans"/>
                <a:cs typeface="DejaVu Sans"/>
              </a:defRPr>
            </a:lvl2pPr>
            <a:lvl3pPr algn="l">
              <a:defRPr sz="2850" b="1">
                <a:solidFill>
                  <a:srgbClr val="101D31"/>
                </a:solidFill>
                <a:latin typeface="DejaVu Sans"/>
                <a:ea typeface="DejaVu Sans"/>
                <a:cs typeface="DejaVu Sans"/>
              </a:defRPr>
            </a:lvl3pPr>
            <a:lvl4pPr algn="l">
              <a:defRPr sz="2850" b="1">
                <a:solidFill>
                  <a:srgbClr val="101D31"/>
                </a:solidFill>
                <a:latin typeface="DejaVu Sans"/>
                <a:ea typeface="DejaVu Sans"/>
                <a:cs typeface="DejaVu Sans"/>
              </a:defRPr>
            </a:lvl4pPr>
            <a:lvl5pPr algn="l">
              <a:defRPr sz="2850" b="1">
                <a:solidFill>
                  <a:srgbClr val="101D31"/>
                </a:solidFill>
                <a:latin typeface="DejaVu Sans"/>
                <a:ea typeface="DejaVu Sans"/>
                <a:cs typeface="DejaVu Sans"/>
              </a:defRPr>
            </a:lvl5pPr>
            <a:lvl6pPr algn="l">
              <a:defRPr sz="2850" b="1">
                <a:solidFill>
                  <a:srgbClr val="101D31"/>
                </a:solidFill>
                <a:latin typeface="DejaVu Sans"/>
                <a:ea typeface="DejaVu Sans"/>
                <a:cs typeface="DejaVu Sans"/>
              </a:defRPr>
            </a:lvl6pPr>
            <a:lvl7pPr algn="l">
              <a:defRPr sz="2850" b="1">
                <a:solidFill>
                  <a:srgbClr val="101D31"/>
                </a:solidFill>
                <a:latin typeface="DejaVu Sans"/>
                <a:ea typeface="DejaVu Sans"/>
                <a:cs typeface="DejaVu Sans"/>
              </a:defRPr>
            </a:lvl7pPr>
            <a:lvl8pPr algn="l">
              <a:defRPr sz="2850" b="1">
                <a:solidFill>
                  <a:srgbClr val="101D31"/>
                </a:solidFill>
                <a:latin typeface="DejaVu Sans"/>
                <a:ea typeface="DejaVu Sans"/>
                <a:cs typeface="DejaVu Sans"/>
              </a:defRPr>
            </a:lvl8pPr>
            <a:lvl9pPr algn="l">
              <a:defRPr sz="2850" b="1">
                <a:solidFill>
                  <a:srgbClr val="101D31"/>
                </a:solidFill>
                <a:latin typeface="DejaVu Sans"/>
                <a:ea typeface="DejaVu Sans"/>
                <a:cs typeface="DejaVu Sans"/>
              </a:defRPr>
            </a:lvl9pPr>
          </a:lstStyle>
          <a:p xmlns:a="http://schemas.openxmlformats.org/drawingml/2006/main">
            <a:pPr algn="l">
              <a:defRPr sz="2850" b="1">
                <a:solidFill>
                  <a:srgbClr val="101D31"/>
                </a:solidFill>
                <a:latin typeface="DejaVu Sans"/>
                <a:ea typeface="DejaVu Sans"/>
                <a:cs typeface="DejaVu Sans"/>
              </a:defRPr>
            </a:pPr>
            <a:r>
              <a:rPr sz="2850" b="1">
                <a:solidFill>
                  <a:srgbClr val="101D31"/>
                </a:solidFill>
                <a:latin typeface="DejaVu Sans"/>
                <a:ea typeface="DejaVu Sans"/>
                <a:cs typeface="DejaVu Sans"/>
              </a:rPr>
              <a:t>Ο δίαυλος CAN χρειάζεται τερματισμό</a:t>
            </a:r>
          </a:p>
        </p:txBody>
      </p:sp>
      <p:sp>
        <p:nvSpPr>
          <p:cNvPr id="3" name="s5-title-rule">
            <a:extLst xmlns:a="http://schemas.openxmlformats.org/drawingml/2006/main">
              <a:ext uri="{FF2B5EF4-FFF2-40B4-BE49-F238E27FC236}">
                <a16:creationId xmlns:a16="http://schemas.microsoft.com/office/drawing/2014/main" id="{54FD25F0-85DE-484C-B178-5DE7DB0A8746}"/>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5-subtitle">
            <a:extLst xmlns:a="http://schemas.openxmlformats.org/drawingml/2006/main">
              <a:ext uri="{FF2B5EF4-FFF2-40B4-BE49-F238E27FC236}">
                <a16:creationId xmlns:a16="http://schemas.microsoft.com/office/drawing/2014/main" id="{A6DBBBA1-F078-4531-BFF2-11BD4B8AD619}"/>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Οι αντιστάσεις τερματισμού μπαίνουν στα δύο φυσικά άκρα του δικτύου.</a:t>
            </a:r>
          </a:p>
        </p:txBody>
      </p:sp>
      <p:sp>
        <p:nvSpPr>
          <p:cNvPr id="5" name="s5-diagram-card">
            <a:extLst xmlns:a="http://schemas.openxmlformats.org/drawingml/2006/main">
              <a:ext uri="{FF2B5EF4-FFF2-40B4-BE49-F238E27FC236}">
                <a16:creationId xmlns:a16="http://schemas.microsoft.com/office/drawing/2014/main" id="{10C22F8C-680C-4ABB-898D-D0E25A9C049D}"/>
              </a:ext>
            </a:extLst>
          </p:cNvPr>
          <p:cNvSpPr>
            <a:spLocks xmlns:a="http://schemas.openxmlformats.org/drawingml/2006/main" noGrp="1"/>
          </p:cNvSpPr>
          <p:nvPr/>
        </p:nvSpPr>
        <p:spPr>
          <a:xfrm xmlns:a="http://schemas.openxmlformats.org/drawingml/2006/main">
            <a:off x="609600" y="2209800"/>
            <a:ext cx="10972800" cy="3105150"/>
          </a:xfrm>
          <a:prstGeom xmlns:a="http://schemas.openxmlformats.org/drawingml/2006/main" prst="roundRect">
            <a:avLst>
              <a:gd name="adj" fmla="val 2454"/>
            </a:avLst>
          </a:prstGeom>
          <a:solidFill xmlns:a="http://schemas.openxmlformats.org/drawingml/2006/main">
            <a:srgbClr val="FFFFFF"/>
          </a:solidFill>
          <a:ln xmlns:a="http://schemas.openxmlformats.org/drawingml/2006/main" w="14288">
            <a:solidFill>
              <a:srgbClr val="D6E2ED"/>
            </a:solidFill>
            <a:prstDash val="solid"/>
          </a:ln>
        </p:spPr>
      </p:sp>
      <p:sp>
        <p:nvSpPr>
          <p:cNvPr id="6" name="s5-diagram-label">
            <a:extLst xmlns:a="http://schemas.openxmlformats.org/drawingml/2006/main">
              <a:ext uri="{FF2B5EF4-FFF2-40B4-BE49-F238E27FC236}">
                <a16:creationId xmlns:a16="http://schemas.microsoft.com/office/drawing/2014/main" id="{1895FFD5-F8AD-4AED-93E5-A25238D0166C}"/>
              </a:ext>
            </a:extLst>
          </p:cNvPr>
          <p:cNvSpPr>
            <a:spLocks xmlns:a="http://schemas.openxmlformats.org/drawingml/2006/main" noGrp="1"/>
          </p:cNvSpPr>
          <p:nvPr/>
        </p:nvSpPr>
        <p:spPr>
          <a:xfrm xmlns:a="http://schemas.openxmlformats.org/drawingml/2006/main">
            <a:off x="895350" y="24193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BFD9"/>
                </a:solidFill>
                <a:latin typeface="DejaVu Sans"/>
                <a:ea typeface="DejaVu Sans"/>
                <a:cs typeface="DejaVu Sans"/>
              </a:defRPr>
            </a:defPPr>
            <a:lvl1pPr algn="l">
              <a:defRPr sz="1125" b="1">
                <a:solidFill>
                  <a:srgbClr val="10BFD9"/>
                </a:solidFill>
                <a:latin typeface="DejaVu Sans"/>
                <a:ea typeface="DejaVu Sans"/>
                <a:cs typeface="DejaVu Sans"/>
              </a:defRPr>
            </a:lvl1pPr>
            <a:lvl2pPr algn="l">
              <a:defRPr sz="1125" b="1">
                <a:solidFill>
                  <a:srgbClr val="10BFD9"/>
                </a:solidFill>
                <a:latin typeface="DejaVu Sans"/>
                <a:ea typeface="DejaVu Sans"/>
                <a:cs typeface="DejaVu Sans"/>
              </a:defRPr>
            </a:lvl2pPr>
            <a:lvl3pPr algn="l">
              <a:defRPr sz="1125" b="1">
                <a:solidFill>
                  <a:srgbClr val="10BFD9"/>
                </a:solidFill>
                <a:latin typeface="DejaVu Sans"/>
                <a:ea typeface="DejaVu Sans"/>
                <a:cs typeface="DejaVu Sans"/>
              </a:defRPr>
            </a:lvl3pPr>
            <a:lvl4pPr algn="l">
              <a:defRPr sz="1125" b="1">
                <a:solidFill>
                  <a:srgbClr val="10BFD9"/>
                </a:solidFill>
                <a:latin typeface="DejaVu Sans"/>
                <a:ea typeface="DejaVu Sans"/>
                <a:cs typeface="DejaVu Sans"/>
              </a:defRPr>
            </a:lvl4pPr>
            <a:lvl5pPr algn="l">
              <a:defRPr sz="1125" b="1">
                <a:solidFill>
                  <a:srgbClr val="10BFD9"/>
                </a:solidFill>
                <a:latin typeface="DejaVu Sans"/>
                <a:ea typeface="DejaVu Sans"/>
                <a:cs typeface="DejaVu Sans"/>
              </a:defRPr>
            </a:lvl5pPr>
            <a:lvl6pPr algn="l">
              <a:defRPr sz="1125" b="1">
                <a:solidFill>
                  <a:srgbClr val="10BFD9"/>
                </a:solidFill>
                <a:latin typeface="DejaVu Sans"/>
                <a:ea typeface="DejaVu Sans"/>
                <a:cs typeface="DejaVu Sans"/>
              </a:defRPr>
            </a:lvl6pPr>
            <a:lvl7pPr algn="l">
              <a:defRPr sz="1125" b="1">
                <a:solidFill>
                  <a:srgbClr val="10BFD9"/>
                </a:solidFill>
                <a:latin typeface="DejaVu Sans"/>
                <a:ea typeface="DejaVu Sans"/>
                <a:cs typeface="DejaVu Sans"/>
              </a:defRPr>
            </a:lvl7pPr>
            <a:lvl8pPr algn="l">
              <a:defRPr sz="1125" b="1">
                <a:solidFill>
                  <a:srgbClr val="10BFD9"/>
                </a:solidFill>
                <a:latin typeface="DejaVu Sans"/>
                <a:ea typeface="DejaVu Sans"/>
                <a:cs typeface="DejaVu Sans"/>
              </a:defRPr>
            </a:lvl8pPr>
            <a:lvl9pPr algn="l">
              <a:defRPr sz="1125" b="1">
                <a:solidFill>
                  <a:srgbClr val="10BFD9"/>
                </a:solidFill>
                <a:latin typeface="DejaVu Sans"/>
                <a:ea typeface="DejaVu Sans"/>
                <a:cs typeface="DejaVu Sans"/>
              </a:defRPr>
            </a:lvl9pPr>
          </a:lstStyle>
          <a:p xmlns:a="http://schemas.openxmlformats.org/drawingml/2006/main">
            <a:pPr algn="l">
              <a:defRPr sz="1125" b="1">
                <a:solidFill>
                  <a:srgbClr val="10BFD9"/>
                </a:solidFill>
                <a:latin typeface="DejaVu Sans"/>
                <a:ea typeface="DejaVu Sans"/>
                <a:cs typeface="DejaVu Sans"/>
              </a:defRPr>
            </a:pPr>
            <a:r>
              <a:rPr sz="1125" b="1">
                <a:solidFill>
                  <a:srgbClr val="10BFD9"/>
                </a:solidFill>
                <a:latin typeface="DejaVu Sans"/>
                <a:ea typeface="DejaVu Sans"/>
                <a:cs typeface="DejaVu Sans"/>
              </a:rPr>
              <a:t>ΚΟΡΜΟΣ ΔΙΑΥΛΟΥ CAN</a:t>
            </a:r>
          </a:p>
        </p:txBody>
      </p:sp>
      <p:sp>
        <p:nvSpPr>
          <p:cNvPr id="7" name="s5-ends-label">
            <a:extLst xmlns:a="http://schemas.openxmlformats.org/drawingml/2006/main">
              <a:ext uri="{FF2B5EF4-FFF2-40B4-BE49-F238E27FC236}">
                <a16:creationId xmlns:a16="http://schemas.microsoft.com/office/drawing/2014/main" id="{8FBFA765-2966-4053-89F4-F0BE39E9F987}"/>
              </a:ext>
            </a:extLst>
          </p:cNvPr>
          <p:cNvSpPr>
            <a:spLocks xmlns:a="http://schemas.openxmlformats.org/drawingml/2006/main" noGrp="1"/>
          </p:cNvSpPr>
          <p:nvPr/>
        </p:nvSpPr>
        <p:spPr>
          <a:xfrm xmlns:a="http://schemas.openxmlformats.org/drawingml/2006/main">
            <a:off x="3962400" y="2419350"/>
            <a:ext cx="426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ΦΥΣΙΚΑ ΑΚΡΑ</a:t>
            </a:r>
          </a:p>
        </p:txBody>
      </p:sp>
      <p:sp>
        <p:nvSpPr>
          <p:cNvPr id="8" name="s5-can-h">
            <a:extLst xmlns:a="http://schemas.openxmlformats.org/drawingml/2006/main">
              <a:ext uri="{FF2B5EF4-FFF2-40B4-BE49-F238E27FC236}">
                <a16:creationId xmlns:a16="http://schemas.microsoft.com/office/drawing/2014/main" id="{CFBAEF2C-4768-4EB3-B458-52925B0141D0}"/>
              </a:ext>
            </a:extLst>
          </p:cNvPr>
          <p:cNvSpPr>
            <a:spLocks xmlns:a="http://schemas.openxmlformats.org/drawingml/2006/main" noGrp="1"/>
          </p:cNvSpPr>
          <p:nvPr/>
        </p:nvSpPr>
        <p:spPr>
          <a:xfrm xmlns:a="http://schemas.openxmlformats.org/drawingml/2006/main">
            <a:off x="2095500" y="3333750"/>
            <a:ext cx="8001000" cy="6667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9" name="s5-can-l">
            <a:extLst xmlns:a="http://schemas.openxmlformats.org/drawingml/2006/main">
              <a:ext uri="{FF2B5EF4-FFF2-40B4-BE49-F238E27FC236}">
                <a16:creationId xmlns:a16="http://schemas.microsoft.com/office/drawing/2014/main" id="{C69E3D06-1CCE-4455-814F-70D6D8DE7689}"/>
              </a:ext>
            </a:extLst>
          </p:cNvPr>
          <p:cNvSpPr>
            <a:spLocks xmlns:a="http://schemas.openxmlformats.org/drawingml/2006/main" noGrp="1"/>
          </p:cNvSpPr>
          <p:nvPr/>
        </p:nvSpPr>
        <p:spPr>
          <a:xfrm xmlns:a="http://schemas.openxmlformats.org/drawingml/2006/main">
            <a:off x="2095500" y="4095750"/>
            <a:ext cx="8001000" cy="666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0" name="s5-can-h-label">
            <a:extLst xmlns:a="http://schemas.openxmlformats.org/drawingml/2006/main">
              <a:ext uri="{FF2B5EF4-FFF2-40B4-BE49-F238E27FC236}">
                <a16:creationId xmlns:a16="http://schemas.microsoft.com/office/drawing/2014/main" id="{F87486B9-94BD-425C-AD9C-2FAF9FE23AC6}"/>
              </a:ext>
            </a:extLst>
          </p:cNvPr>
          <p:cNvSpPr>
            <a:spLocks xmlns:a="http://schemas.openxmlformats.org/drawingml/2006/main" noGrp="1"/>
          </p:cNvSpPr>
          <p:nvPr/>
        </p:nvSpPr>
        <p:spPr>
          <a:xfrm xmlns:a="http://schemas.openxmlformats.org/drawingml/2006/main">
            <a:off x="2266950" y="3076575"/>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10BFD9"/>
                </a:solidFill>
                <a:latin typeface="DejaVu Sans"/>
                <a:ea typeface="DejaVu Sans"/>
                <a:cs typeface="DejaVu Sans"/>
              </a:defRPr>
            </a:defPPr>
            <a:lvl1pPr algn="l">
              <a:defRPr sz="1050" b="1">
                <a:solidFill>
                  <a:srgbClr val="10BFD9"/>
                </a:solidFill>
                <a:latin typeface="DejaVu Sans"/>
                <a:ea typeface="DejaVu Sans"/>
                <a:cs typeface="DejaVu Sans"/>
              </a:defRPr>
            </a:lvl1pPr>
            <a:lvl2pPr algn="l">
              <a:defRPr sz="1050" b="1">
                <a:solidFill>
                  <a:srgbClr val="10BFD9"/>
                </a:solidFill>
                <a:latin typeface="DejaVu Sans"/>
                <a:ea typeface="DejaVu Sans"/>
                <a:cs typeface="DejaVu Sans"/>
              </a:defRPr>
            </a:lvl2pPr>
            <a:lvl3pPr algn="l">
              <a:defRPr sz="1050" b="1">
                <a:solidFill>
                  <a:srgbClr val="10BFD9"/>
                </a:solidFill>
                <a:latin typeface="DejaVu Sans"/>
                <a:ea typeface="DejaVu Sans"/>
                <a:cs typeface="DejaVu Sans"/>
              </a:defRPr>
            </a:lvl3pPr>
            <a:lvl4pPr algn="l">
              <a:defRPr sz="1050" b="1">
                <a:solidFill>
                  <a:srgbClr val="10BFD9"/>
                </a:solidFill>
                <a:latin typeface="DejaVu Sans"/>
                <a:ea typeface="DejaVu Sans"/>
                <a:cs typeface="DejaVu Sans"/>
              </a:defRPr>
            </a:lvl4pPr>
            <a:lvl5pPr algn="l">
              <a:defRPr sz="1050" b="1">
                <a:solidFill>
                  <a:srgbClr val="10BFD9"/>
                </a:solidFill>
                <a:latin typeface="DejaVu Sans"/>
                <a:ea typeface="DejaVu Sans"/>
                <a:cs typeface="DejaVu Sans"/>
              </a:defRPr>
            </a:lvl5pPr>
            <a:lvl6pPr algn="l">
              <a:defRPr sz="1050" b="1">
                <a:solidFill>
                  <a:srgbClr val="10BFD9"/>
                </a:solidFill>
                <a:latin typeface="DejaVu Sans"/>
                <a:ea typeface="DejaVu Sans"/>
                <a:cs typeface="DejaVu Sans"/>
              </a:defRPr>
            </a:lvl6pPr>
            <a:lvl7pPr algn="l">
              <a:defRPr sz="1050" b="1">
                <a:solidFill>
                  <a:srgbClr val="10BFD9"/>
                </a:solidFill>
                <a:latin typeface="DejaVu Sans"/>
                <a:ea typeface="DejaVu Sans"/>
                <a:cs typeface="DejaVu Sans"/>
              </a:defRPr>
            </a:lvl7pPr>
            <a:lvl8pPr algn="l">
              <a:defRPr sz="1050" b="1">
                <a:solidFill>
                  <a:srgbClr val="10BFD9"/>
                </a:solidFill>
                <a:latin typeface="DejaVu Sans"/>
                <a:ea typeface="DejaVu Sans"/>
                <a:cs typeface="DejaVu Sans"/>
              </a:defRPr>
            </a:lvl8pPr>
            <a:lvl9pPr algn="l">
              <a:defRPr sz="1050" b="1">
                <a:solidFill>
                  <a:srgbClr val="10BFD9"/>
                </a:solidFill>
                <a:latin typeface="DejaVu Sans"/>
                <a:ea typeface="DejaVu Sans"/>
                <a:cs typeface="DejaVu Sans"/>
              </a:defRPr>
            </a:lvl9pPr>
          </a:lstStyle>
          <a:p xmlns:a="http://schemas.openxmlformats.org/drawingml/2006/main">
            <a:pPr algn="l">
              <a:defRPr sz="1050" b="1">
                <a:solidFill>
                  <a:srgbClr val="10BFD9"/>
                </a:solidFill>
                <a:latin typeface="DejaVu Sans"/>
                <a:ea typeface="DejaVu Sans"/>
                <a:cs typeface="DejaVu Sans"/>
              </a:defRPr>
            </a:pPr>
            <a:r>
              <a:rPr sz="1050" b="1">
                <a:solidFill>
                  <a:srgbClr val="10BFD9"/>
                </a:solidFill>
                <a:latin typeface="DejaVu Sans"/>
                <a:ea typeface="DejaVu Sans"/>
                <a:cs typeface="DejaVu Sans"/>
              </a:rPr>
              <a:t>CAN-H</a:t>
            </a:r>
          </a:p>
        </p:txBody>
      </p:sp>
      <p:sp>
        <p:nvSpPr>
          <p:cNvPr id="11" name="s5-can-l-label">
            <a:extLst xmlns:a="http://schemas.openxmlformats.org/drawingml/2006/main">
              <a:ext uri="{FF2B5EF4-FFF2-40B4-BE49-F238E27FC236}">
                <a16:creationId xmlns:a16="http://schemas.microsoft.com/office/drawing/2014/main" id="{FA9EF287-14CC-4D16-8FD6-A57B7ABE0E16}"/>
              </a:ext>
            </a:extLst>
          </p:cNvPr>
          <p:cNvSpPr>
            <a:spLocks xmlns:a="http://schemas.openxmlformats.org/drawingml/2006/main" noGrp="1"/>
          </p:cNvSpPr>
          <p:nvPr/>
        </p:nvSpPr>
        <p:spPr>
          <a:xfrm xmlns:a="http://schemas.openxmlformats.org/drawingml/2006/main">
            <a:off x="2266950" y="4200525"/>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87500"/>
                </a:solidFill>
                <a:latin typeface="DejaVu Sans"/>
                <a:ea typeface="DejaVu Sans"/>
                <a:cs typeface="DejaVu Sans"/>
              </a:defRPr>
            </a:defPPr>
            <a:lvl1pPr algn="l">
              <a:defRPr sz="1050" b="1">
                <a:solidFill>
                  <a:srgbClr val="A87500"/>
                </a:solidFill>
                <a:latin typeface="DejaVu Sans"/>
                <a:ea typeface="DejaVu Sans"/>
                <a:cs typeface="DejaVu Sans"/>
              </a:defRPr>
            </a:lvl1pPr>
            <a:lvl2pPr algn="l">
              <a:defRPr sz="1050" b="1">
                <a:solidFill>
                  <a:srgbClr val="A87500"/>
                </a:solidFill>
                <a:latin typeface="DejaVu Sans"/>
                <a:ea typeface="DejaVu Sans"/>
                <a:cs typeface="DejaVu Sans"/>
              </a:defRPr>
            </a:lvl2pPr>
            <a:lvl3pPr algn="l">
              <a:defRPr sz="1050" b="1">
                <a:solidFill>
                  <a:srgbClr val="A87500"/>
                </a:solidFill>
                <a:latin typeface="DejaVu Sans"/>
                <a:ea typeface="DejaVu Sans"/>
                <a:cs typeface="DejaVu Sans"/>
              </a:defRPr>
            </a:lvl3pPr>
            <a:lvl4pPr algn="l">
              <a:defRPr sz="1050" b="1">
                <a:solidFill>
                  <a:srgbClr val="A87500"/>
                </a:solidFill>
                <a:latin typeface="DejaVu Sans"/>
                <a:ea typeface="DejaVu Sans"/>
                <a:cs typeface="DejaVu Sans"/>
              </a:defRPr>
            </a:lvl4pPr>
            <a:lvl5pPr algn="l">
              <a:defRPr sz="1050" b="1">
                <a:solidFill>
                  <a:srgbClr val="A87500"/>
                </a:solidFill>
                <a:latin typeface="DejaVu Sans"/>
                <a:ea typeface="DejaVu Sans"/>
                <a:cs typeface="DejaVu Sans"/>
              </a:defRPr>
            </a:lvl5pPr>
            <a:lvl6pPr algn="l">
              <a:defRPr sz="1050" b="1">
                <a:solidFill>
                  <a:srgbClr val="A87500"/>
                </a:solidFill>
                <a:latin typeface="DejaVu Sans"/>
                <a:ea typeface="DejaVu Sans"/>
                <a:cs typeface="DejaVu Sans"/>
              </a:defRPr>
            </a:lvl6pPr>
            <a:lvl7pPr algn="l">
              <a:defRPr sz="1050" b="1">
                <a:solidFill>
                  <a:srgbClr val="A87500"/>
                </a:solidFill>
                <a:latin typeface="DejaVu Sans"/>
                <a:ea typeface="DejaVu Sans"/>
                <a:cs typeface="DejaVu Sans"/>
              </a:defRPr>
            </a:lvl7pPr>
            <a:lvl8pPr algn="l">
              <a:defRPr sz="1050" b="1">
                <a:solidFill>
                  <a:srgbClr val="A87500"/>
                </a:solidFill>
                <a:latin typeface="DejaVu Sans"/>
                <a:ea typeface="DejaVu Sans"/>
                <a:cs typeface="DejaVu Sans"/>
              </a:defRPr>
            </a:lvl8pPr>
            <a:lvl9pPr algn="l">
              <a:defRPr sz="1050" b="1">
                <a:solidFill>
                  <a:srgbClr val="A87500"/>
                </a:solidFill>
                <a:latin typeface="DejaVu Sans"/>
                <a:ea typeface="DejaVu Sans"/>
                <a:cs typeface="DejaVu Sans"/>
              </a:defRPr>
            </a:lvl9pPr>
          </a:lstStyle>
          <a:p xmlns:a="http://schemas.openxmlformats.org/drawingml/2006/main">
            <a:pPr algn="l">
              <a:defRPr sz="1050" b="1">
                <a:solidFill>
                  <a:srgbClr val="A87500"/>
                </a:solidFill>
                <a:latin typeface="DejaVu Sans"/>
                <a:ea typeface="DejaVu Sans"/>
                <a:cs typeface="DejaVu Sans"/>
              </a:defRPr>
            </a:pPr>
            <a:r>
              <a:rPr sz="1050" b="1">
                <a:solidFill>
                  <a:srgbClr val="A87500"/>
                </a:solidFill>
                <a:latin typeface="DejaVu Sans"/>
                <a:ea typeface="DejaVu Sans"/>
                <a:cs typeface="DejaVu Sans"/>
              </a:rPr>
              <a:t>CAN-L</a:t>
            </a:r>
          </a:p>
        </p:txBody>
      </p:sp>
      <p:sp>
        <p:nvSpPr>
          <p:cNvPr id="12" name="s5-left-upper-link">
            <a:extLst xmlns:a="http://schemas.openxmlformats.org/drawingml/2006/main">
              <a:ext uri="{FF2B5EF4-FFF2-40B4-BE49-F238E27FC236}">
                <a16:creationId xmlns:a16="http://schemas.microsoft.com/office/drawing/2014/main" id="{4846BB38-D78E-4116-94FB-4CE3CB7391D2}"/>
              </a:ext>
            </a:extLst>
          </p:cNvPr>
          <p:cNvSpPr>
            <a:spLocks xmlns:a="http://schemas.openxmlformats.org/drawingml/2006/main" noGrp="1"/>
          </p:cNvSpPr>
          <p:nvPr/>
        </p:nvSpPr>
        <p:spPr>
          <a:xfrm xmlns:a="http://schemas.openxmlformats.org/drawingml/2006/main">
            <a:off x="1943100" y="3333750"/>
            <a:ext cx="152400" cy="3810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3" name="s5-left-lower-link">
            <a:extLst xmlns:a="http://schemas.openxmlformats.org/drawingml/2006/main">
              <a:ext uri="{FF2B5EF4-FFF2-40B4-BE49-F238E27FC236}">
                <a16:creationId xmlns:a16="http://schemas.microsoft.com/office/drawing/2014/main" id="{BEBCB960-5009-4199-8600-C7E178CAC970}"/>
              </a:ext>
            </a:extLst>
          </p:cNvPr>
          <p:cNvSpPr>
            <a:spLocks xmlns:a="http://schemas.openxmlformats.org/drawingml/2006/main" noGrp="1"/>
          </p:cNvSpPr>
          <p:nvPr/>
        </p:nvSpPr>
        <p:spPr>
          <a:xfrm xmlns:a="http://schemas.openxmlformats.org/drawingml/2006/main">
            <a:off x="1943100" y="4124325"/>
            <a:ext cx="15240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4" name="s5-left-resistor-lead-top">
            <a:extLst xmlns:a="http://schemas.openxmlformats.org/drawingml/2006/main">
              <a:ext uri="{FF2B5EF4-FFF2-40B4-BE49-F238E27FC236}">
                <a16:creationId xmlns:a16="http://schemas.microsoft.com/office/drawing/2014/main" id="{29F2480C-E7B8-46F0-ADBA-0F9D14E1E381}"/>
              </a:ext>
            </a:extLst>
          </p:cNvPr>
          <p:cNvSpPr>
            <a:spLocks xmlns:a="http://schemas.openxmlformats.org/drawingml/2006/main" noGrp="1"/>
          </p:cNvSpPr>
          <p:nvPr/>
        </p:nvSpPr>
        <p:spPr>
          <a:xfrm xmlns:a="http://schemas.openxmlformats.org/drawingml/2006/main">
            <a:off x="1924050" y="3371850"/>
            <a:ext cx="38100" cy="1238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5" name="s5-left-resistor">
            <a:extLst xmlns:a="http://schemas.openxmlformats.org/drawingml/2006/main">
              <a:ext uri="{FF2B5EF4-FFF2-40B4-BE49-F238E27FC236}">
                <a16:creationId xmlns:a16="http://schemas.microsoft.com/office/drawing/2014/main" id="{9A5514DA-065C-42CE-8623-24BE989F48EF}"/>
              </a:ext>
            </a:extLst>
          </p:cNvPr>
          <p:cNvSpPr>
            <a:spLocks xmlns:a="http://schemas.openxmlformats.org/drawingml/2006/main" noGrp="1"/>
          </p:cNvSpPr>
          <p:nvPr/>
        </p:nvSpPr>
        <p:spPr>
          <a:xfrm xmlns:a="http://schemas.openxmlformats.org/drawingml/2006/main">
            <a:off x="1809750" y="3495675"/>
            <a:ext cx="266700" cy="447675"/>
          </a:xfrm>
          <a:prstGeom xmlns:a="http://schemas.openxmlformats.org/drawingml/2006/main" prst="roundRect">
            <a:avLst>
              <a:gd name="adj" fmla="val 28571"/>
            </a:avLst>
          </a:prstGeom>
          <a:solidFill xmlns:a="http://schemas.openxmlformats.org/drawingml/2006/main">
            <a:srgbClr val="FFF8E7"/>
          </a:solidFill>
          <a:ln xmlns:a="http://schemas.openxmlformats.org/drawingml/2006/main" w="19050">
            <a:solidFill>
              <a:srgbClr val="E87936"/>
            </a:solidFill>
            <a:prstDash val="solid"/>
          </a:ln>
        </p:spPr>
      </p:sp>
      <p:sp>
        <p:nvSpPr>
          <p:cNvPr id="16" name="s5-left-resistor-lead-bottom">
            <a:extLst xmlns:a="http://schemas.openxmlformats.org/drawingml/2006/main">
              <a:ext uri="{FF2B5EF4-FFF2-40B4-BE49-F238E27FC236}">
                <a16:creationId xmlns:a16="http://schemas.microsoft.com/office/drawing/2014/main" id="{510F9B69-0E15-4178-AFBF-AC96C28B9BC7}"/>
              </a:ext>
            </a:extLst>
          </p:cNvPr>
          <p:cNvSpPr>
            <a:spLocks xmlns:a="http://schemas.openxmlformats.org/drawingml/2006/main" noGrp="1"/>
          </p:cNvSpPr>
          <p:nvPr/>
        </p:nvSpPr>
        <p:spPr>
          <a:xfrm xmlns:a="http://schemas.openxmlformats.org/drawingml/2006/main">
            <a:off x="1924050" y="3943350"/>
            <a:ext cx="38100" cy="1809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7" name="s5-left-resistor-value">
            <a:extLst xmlns:a="http://schemas.openxmlformats.org/drawingml/2006/main">
              <a:ext uri="{FF2B5EF4-FFF2-40B4-BE49-F238E27FC236}">
                <a16:creationId xmlns:a16="http://schemas.microsoft.com/office/drawing/2014/main" id="{DCBF8AEF-0A4E-4889-8BB8-269DBB37130B}"/>
              </a:ext>
            </a:extLst>
          </p:cNvPr>
          <p:cNvSpPr>
            <a:spLocks xmlns:a="http://schemas.openxmlformats.org/drawingml/2006/main" noGrp="1"/>
          </p:cNvSpPr>
          <p:nvPr/>
        </p:nvSpPr>
        <p:spPr>
          <a:xfrm xmlns:a="http://schemas.openxmlformats.org/drawingml/2006/main">
            <a:off x="857250" y="3562350"/>
            <a:ext cx="83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120 Ω</a:t>
            </a:r>
          </a:p>
        </p:txBody>
      </p:sp>
      <p:sp>
        <p:nvSpPr>
          <p:cNvPr id="18" name="s5-right-upper-link">
            <a:extLst xmlns:a="http://schemas.openxmlformats.org/drawingml/2006/main">
              <a:ext uri="{FF2B5EF4-FFF2-40B4-BE49-F238E27FC236}">
                <a16:creationId xmlns:a16="http://schemas.microsoft.com/office/drawing/2014/main" id="{D7D4990E-E211-4D27-88F9-2B9FA62EBE6C}"/>
              </a:ext>
            </a:extLst>
          </p:cNvPr>
          <p:cNvSpPr>
            <a:spLocks xmlns:a="http://schemas.openxmlformats.org/drawingml/2006/main" noGrp="1"/>
          </p:cNvSpPr>
          <p:nvPr/>
        </p:nvSpPr>
        <p:spPr>
          <a:xfrm xmlns:a="http://schemas.openxmlformats.org/drawingml/2006/main">
            <a:off x="10096500" y="3333750"/>
            <a:ext cx="152400" cy="3810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9" name="s5-right-lower-link">
            <a:extLst xmlns:a="http://schemas.openxmlformats.org/drawingml/2006/main">
              <a:ext uri="{FF2B5EF4-FFF2-40B4-BE49-F238E27FC236}">
                <a16:creationId xmlns:a16="http://schemas.microsoft.com/office/drawing/2014/main" id="{E7EAD1C5-CDFD-42A6-9484-5FF40747FE56}"/>
              </a:ext>
            </a:extLst>
          </p:cNvPr>
          <p:cNvSpPr>
            <a:spLocks xmlns:a="http://schemas.openxmlformats.org/drawingml/2006/main" noGrp="1"/>
          </p:cNvSpPr>
          <p:nvPr/>
        </p:nvSpPr>
        <p:spPr>
          <a:xfrm xmlns:a="http://schemas.openxmlformats.org/drawingml/2006/main">
            <a:off x="10096500" y="4124325"/>
            <a:ext cx="15240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0" name="s5-right-resistor-lead-top">
            <a:extLst xmlns:a="http://schemas.openxmlformats.org/drawingml/2006/main">
              <a:ext uri="{FF2B5EF4-FFF2-40B4-BE49-F238E27FC236}">
                <a16:creationId xmlns:a16="http://schemas.microsoft.com/office/drawing/2014/main" id="{A16D8048-B459-4F2B-A265-386E20077C0A}"/>
              </a:ext>
            </a:extLst>
          </p:cNvPr>
          <p:cNvSpPr>
            <a:spLocks xmlns:a="http://schemas.openxmlformats.org/drawingml/2006/main" noGrp="1"/>
          </p:cNvSpPr>
          <p:nvPr/>
        </p:nvSpPr>
        <p:spPr>
          <a:xfrm xmlns:a="http://schemas.openxmlformats.org/drawingml/2006/main">
            <a:off x="10229850" y="3371850"/>
            <a:ext cx="38100" cy="1238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1" name="s5-right-resistor">
            <a:extLst xmlns:a="http://schemas.openxmlformats.org/drawingml/2006/main">
              <a:ext uri="{FF2B5EF4-FFF2-40B4-BE49-F238E27FC236}">
                <a16:creationId xmlns:a16="http://schemas.microsoft.com/office/drawing/2014/main" id="{B7A5D292-0226-4CDC-A921-76B71C0E44A5}"/>
              </a:ext>
            </a:extLst>
          </p:cNvPr>
          <p:cNvSpPr>
            <a:spLocks xmlns:a="http://schemas.openxmlformats.org/drawingml/2006/main" noGrp="1"/>
          </p:cNvSpPr>
          <p:nvPr/>
        </p:nvSpPr>
        <p:spPr>
          <a:xfrm xmlns:a="http://schemas.openxmlformats.org/drawingml/2006/main">
            <a:off x="10115550" y="3495675"/>
            <a:ext cx="266700" cy="447675"/>
          </a:xfrm>
          <a:prstGeom xmlns:a="http://schemas.openxmlformats.org/drawingml/2006/main" prst="roundRect">
            <a:avLst>
              <a:gd name="adj" fmla="val 28571"/>
            </a:avLst>
          </a:prstGeom>
          <a:solidFill xmlns:a="http://schemas.openxmlformats.org/drawingml/2006/main">
            <a:srgbClr val="FFF8E7"/>
          </a:solidFill>
          <a:ln xmlns:a="http://schemas.openxmlformats.org/drawingml/2006/main" w="19050">
            <a:solidFill>
              <a:srgbClr val="E87936"/>
            </a:solidFill>
            <a:prstDash val="solid"/>
          </a:ln>
        </p:spPr>
      </p:sp>
      <p:sp>
        <p:nvSpPr>
          <p:cNvPr id="22" name="s5-right-resistor-lead-bottom">
            <a:extLst xmlns:a="http://schemas.openxmlformats.org/drawingml/2006/main">
              <a:ext uri="{FF2B5EF4-FFF2-40B4-BE49-F238E27FC236}">
                <a16:creationId xmlns:a16="http://schemas.microsoft.com/office/drawing/2014/main" id="{24CF663B-E76D-469B-9C2E-EAF07C0E8A52}"/>
              </a:ext>
            </a:extLst>
          </p:cNvPr>
          <p:cNvSpPr>
            <a:spLocks xmlns:a="http://schemas.openxmlformats.org/drawingml/2006/main" noGrp="1"/>
          </p:cNvSpPr>
          <p:nvPr/>
        </p:nvSpPr>
        <p:spPr>
          <a:xfrm xmlns:a="http://schemas.openxmlformats.org/drawingml/2006/main">
            <a:off x="10229850" y="3943350"/>
            <a:ext cx="38100" cy="1809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3" name="s5-right-resistor-value">
            <a:extLst xmlns:a="http://schemas.openxmlformats.org/drawingml/2006/main">
              <a:ext uri="{FF2B5EF4-FFF2-40B4-BE49-F238E27FC236}">
                <a16:creationId xmlns:a16="http://schemas.microsoft.com/office/drawing/2014/main" id="{7DCE4EC6-58C7-4B24-A925-4CDF9CD27FEA}"/>
              </a:ext>
            </a:extLst>
          </p:cNvPr>
          <p:cNvSpPr>
            <a:spLocks xmlns:a="http://schemas.openxmlformats.org/drawingml/2006/main" noGrp="1"/>
          </p:cNvSpPr>
          <p:nvPr/>
        </p:nvSpPr>
        <p:spPr>
          <a:xfrm xmlns:a="http://schemas.openxmlformats.org/drawingml/2006/main">
            <a:off x="10439400" y="3562350"/>
            <a:ext cx="89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1D31"/>
                </a:solidFill>
                <a:latin typeface="DejaVu Sans"/>
                <a:ea typeface="DejaVu Sans"/>
                <a:cs typeface="DejaVu Sans"/>
              </a:defRPr>
            </a:defPPr>
            <a:lvl1pPr algn="l">
              <a:defRPr sz="1200" b="1">
                <a:solidFill>
                  <a:srgbClr val="101D31"/>
                </a:solidFill>
                <a:latin typeface="DejaVu Sans"/>
                <a:ea typeface="DejaVu Sans"/>
                <a:cs typeface="DejaVu Sans"/>
              </a:defRPr>
            </a:lvl1pPr>
            <a:lvl2pPr algn="l">
              <a:defRPr sz="1200" b="1">
                <a:solidFill>
                  <a:srgbClr val="101D31"/>
                </a:solidFill>
                <a:latin typeface="DejaVu Sans"/>
                <a:ea typeface="DejaVu Sans"/>
                <a:cs typeface="DejaVu Sans"/>
              </a:defRPr>
            </a:lvl2pPr>
            <a:lvl3pPr algn="l">
              <a:defRPr sz="1200" b="1">
                <a:solidFill>
                  <a:srgbClr val="101D31"/>
                </a:solidFill>
                <a:latin typeface="DejaVu Sans"/>
                <a:ea typeface="DejaVu Sans"/>
                <a:cs typeface="DejaVu Sans"/>
              </a:defRPr>
            </a:lvl3pPr>
            <a:lvl4pPr algn="l">
              <a:defRPr sz="1200" b="1">
                <a:solidFill>
                  <a:srgbClr val="101D31"/>
                </a:solidFill>
                <a:latin typeface="DejaVu Sans"/>
                <a:ea typeface="DejaVu Sans"/>
                <a:cs typeface="DejaVu Sans"/>
              </a:defRPr>
            </a:lvl4pPr>
            <a:lvl5pPr algn="l">
              <a:defRPr sz="1200" b="1">
                <a:solidFill>
                  <a:srgbClr val="101D31"/>
                </a:solidFill>
                <a:latin typeface="DejaVu Sans"/>
                <a:ea typeface="DejaVu Sans"/>
                <a:cs typeface="DejaVu Sans"/>
              </a:defRPr>
            </a:lvl5pPr>
            <a:lvl6pPr algn="l">
              <a:defRPr sz="1200" b="1">
                <a:solidFill>
                  <a:srgbClr val="101D31"/>
                </a:solidFill>
                <a:latin typeface="DejaVu Sans"/>
                <a:ea typeface="DejaVu Sans"/>
                <a:cs typeface="DejaVu Sans"/>
              </a:defRPr>
            </a:lvl6pPr>
            <a:lvl7pPr algn="l">
              <a:defRPr sz="1200" b="1">
                <a:solidFill>
                  <a:srgbClr val="101D31"/>
                </a:solidFill>
                <a:latin typeface="DejaVu Sans"/>
                <a:ea typeface="DejaVu Sans"/>
                <a:cs typeface="DejaVu Sans"/>
              </a:defRPr>
            </a:lvl7pPr>
            <a:lvl8pPr algn="l">
              <a:defRPr sz="1200" b="1">
                <a:solidFill>
                  <a:srgbClr val="101D31"/>
                </a:solidFill>
                <a:latin typeface="DejaVu Sans"/>
                <a:ea typeface="DejaVu Sans"/>
                <a:cs typeface="DejaVu Sans"/>
              </a:defRPr>
            </a:lvl8pPr>
            <a:lvl9pPr algn="l">
              <a:defRPr sz="1200" b="1">
                <a:solidFill>
                  <a:srgbClr val="101D31"/>
                </a:solidFill>
                <a:latin typeface="DejaVu Sans"/>
                <a:ea typeface="DejaVu Sans"/>
                <a:cs typeface="DejaVu Sans"/>
              </a:defRPr>
            </a:lvl9pPr>
          </a:lstStyle>
          <a:p xmlns:a="http://schemas.openxmlformats.org/drawingml/2006/main">
            <a:pPr algn="l">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120 Ω</a:t>
            </a:r>
          </a:p>
        </p:txBody>
      </p:sp>
      <p:sp>
        <p:nvSpPr>
          <p:cNvPr id="24" name="s5-ecu-tap-0">
            <a:extLst xmlns:a="http://schemas.openxmlformats.org/drawingml/2006/main">
              <a:ext uri="{FF2B5EF4-FFF2-40B4-BE49-F238E27FC236}">
                <a16:creationId xmlns:a16="http://schemas.microsoft.com/office/drawing/2014/main" id="{9DB74D46-1A63-4691-B3FA-937F6097963A}"/>
              </a:ext>
            </a:extLst>
          </p:cNvPr>
          <p:cNvSpPr>
            <a:spLocks xmlns:a="http://schemas.openxmlformats.org/drawingml/2006/main" noGrp="1"/>
          </p:cNvSpPr>
          <p:nvPr/>
        </p:nvSpPr>
        <p:spPr>
          <a:xfrm xmlns:a="http://schemas.openxmlformats.org/drawingml/2006/main">
            <a:off x="4343400" y="3400425"/>
            <a:ext cx="28575" cy="34290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25" name="s5-ecu-tap-dot-0">
            <a:extLst xmlns:a="http://schemas.openxmlformats.org/drawingml/2006/main">
              <a:ext uri="{FF2B5EF4-FFF2-40B4-BE49-F238E27FC236}">
                <a16:creationId xmlns:a16="http://schemas.microsoft.com/office/drawing/2014/main" id="{92A74F7E-DC67-45F6-B986-DFF1AC3891AF}"/>
              </a:ext>
            </a:extLst>
          </p:cNvPr>
          <p:cNvSpPr>
            <a:spLocks xmlns:a="http://schemas.openxmlformats.org/drawingml/2006/main" noGrp="1"/>
          </p:cNvSpPr>
          <p:nvPr/>
        </p:nvSpPr>
        <p:spPr>
          <a:xfrm xmlns:a="http://schemas.openxmlformats.org/drawingml/2006/main">
            <a:off x="4286250" y="3705225"/>
            <a:ext cx="142875" cy="142875"/>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26" name="s5-ecu-0">
            <a:extLst xmlns:a="http://schemas.openxmlformats.org/drawingml/2006/main">
              <a:ext uri="{FF2B5EF4-FFF2-40B4-BE49-F238E27FC236}">
                <a16:creationId xmlns:a16="http://schemas.microsoft.com/office/drawing/2014/main" id="{AFC9DB69-42EB-470D-856F-3BAB58225A5F}"/>
              </a:ext>
            </a:extLst>
          </p:cNvPr>
          <p:cNvSpPr>
            <a:spLocks xmlns:a="http://schemas.openxmlformats.org/drawingml/2006/main" noGrp="1"/>
          </p:cNvSpPr>
          <p:nvPr/>
        </p:nvSpPr>
        <p:spPr>
          <a:xfrm xmlns:a="http://schemas.openxmlformats.org/drawingml/2006/main">
            <a:off x="3743325" y="4324350"/>
            <a:ext cx="1257300" cy="552450"/>
          </a:xfrm>
          <a:prstGeom xmlns:a="http://schemas.openxmlformats.org/drawingml/2006/main" prst="roundRect">
            <a:avLst>
              <a:gd name="adj" fmla="val 13793"/>
            </a:avLst>
          </a:prstGeom>
          <a:solidFill xmlns:a="http://schemas.openxmlformats.org/drawingml/2006/main">
            <a:srgbClr val="071426"/>
          </a:solidFill>
          <a:ln xmlns:a="http://schemas.openxmlformats.org/drawingml/2006/main" w="0">
            <a:noFill/>
            <a:prstDash val="solid"/>
          </a:ln>
        </p:spPr>
      </p:sp>
      <p:sp>
        <p:nvSpPr>
          <p:cNvPr id="27" name="s5-ecu-label-0">
            <a:extLst xmlns:a="http://schemas.openxmlformats.org/drawingml/2006/main">
              <a:ext uri="{FF2B5EF4-FFF2-40B4-BE49-F238E27FC236}">
                <a16:creationId xmlns:a16="http://schemas.microsoft.com/office/drawing/2014/main" id="{EF09180F-EA9C-4CAF-A4F5-4D58C7FBDC33}"/>
              </a:ext>
            </a:extLst>
          </p:cNvPr>
          <p:cNvSpPr>
            <a:spLocks xmlns:a="http://schemas.openxmlformats.org/drawingml/2006/main" noGrp="1"/>
          </p:cNvSpPr>
          <p:nvPr/>
        </p:nvSpPr>
        <p:spPr>
          <a:xfrm xmlns:a="http://schemas.openxmlformats.org/drawingml/2006/main">
            <a:off x="3819525" y="44291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DejaVu Sans"/>
                <a:ea typeface="DejaVu Sans"/>
                <a:cs typeface="DejaVu Sans"/>
              </a:defRPr>
            </a:defPPr>
            <a:lvl1pPr algn="ctr">
              <a:defRPr sz="1200" b="1">
                <a:solidFill>
                  <a:srgbClr val="FFFFFF"/>
                </a:solidFill>
                <a:latin typeface="DejaVu Sans"/>
                <a:ea typeface="DejaVu Sans"/>
                <a:cs typeface="DejaVu Sans"/>
              </a:defRPr>
            </a:lvl1pPr>
            <a:lvl2pPr algn="ctr">
              <a:defRPr sz="1200" b="1">
                <a:solidFill>
                  <a:srgbClr val="FFFFFF"/>
                </a:solidFill>
                <a:latin typeface="DejaVu Sans"/>
                <a:ea typeface="DejaVu Sans"/>
                <a:cs typeface="DejaVu Sans"/>
              </a:defRPr>
            </a:lvl2pPr>
            <a:lvl3pPr algn="ctr">
              <a:defRPr sz="1200" b="1">
                <a:solidFill>
                  <a:srgbClr val="FFFFFF"/>
                </a:solidFill>
                <a:latin typeface="DejaVu Sans"/>
                <a:ea typeface="DejaVu Sans"/>
                <a:cs typeface="DejaVu Sans"/>
              </a:defRPr>
            </a:lvl3pPr>
            <a:lvl4pPr algn="ctr">
              <a:defRPr sz="1200" b="1">
                <a:solidFill>
                  <a:srgbClr val="FFFFFF"/>
                </a:solidFill>
                <a:latin typeface="DejaVu Sans"/>
                <a:ea typeface="DejaVu Sans"/>
                <a:cs typeface="DejaVu Sans"/>
              </a:defRPr>
            </a:lvl4pPr>
            <a:lvl5pPr algn="ctr">
              <a:defRPr sz="1200" b="1">
                <a:solidFill>
                  <a:srgbClr val="FFFFFF"/>
                </a:solidFill>
                <a:latin typeface="DejaVu Sans"/>
                <a:ea typeface="DejaVu Sans"/>
                <a:cs typeface="DejaVu Sans"/>
              </a:defRPr>
            </a:lvl5pPr>
            <a:lvl6pPr algn="ctr">
              <a:defRPr sz="1200" b="1">
                <a:solidFill>
                  <a:srgbClr val="FFFFFF"/>
                </a:solidFill>
                <a:latin typeface="DejaVu Sans"/>
                <a:ea typeface="DejaVu Sans"/>
                <a:cs typeface="DejaVu Sans"/>
              </a:defRPr>
            </a:lvl6pPr>
            <a:lvl7pPr algn="ctr">
              <a:defRPr sz="1200" b="1">
                <a:solidFill>
                  <a:srgbClr val="FFFFFF"/>
                </a:solidFill>
                <a:latin typeface="DejaVu Sans"/>
                <a:ea typeface="DejaVu Sans"/>
                <a:cs typeface="DejaVu Sans"/>
              </a:defRPr>
            </a:lvl7pPr>
            <a:lvl8pPr algn="ctr">
              <a:defRPr sz="1200" b="1">
                <a:solidFill>
                  <a:srgbClr val="FFFFFF"/>
                </a:solidFill>
                <a:latin typeface="DejaVu Sans"/>
                <a:ea typeface="DejaVu Sans"/>
                <a:cs typeface="DejaVu Sans"/>
              </a:defRPr>
            </a:lvl8pPr>
            <a:lvl9pPr algn="ctr">
              <a:defRPr sz="1200" b="1">
                <a:solidFill>
                  <a:srgbClr val="FFFFFF"/>
                </a:solidFill>
                <a:latin typeface="DejaVu Sans"/>
                <a:ea typeface="DejaVu Sans"/>
                <a:cs typeface="DejaVu Sans"/>
              </a:defRPr>
            </a:lvl9pPr>
          </a:lstStyle>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ECU 1</a:t>
            </a:r>
          </a:p>
        </p:txBody>
      </p:sp>
      <p:sp>
        <p:nvSpPr>
          <p:cNvPr id="28" name="s5-ecu-branch-0">
            <a:extLst xmlns:a="http://schemas.openxmlformats.org/drawingml/2006/main">
              <a:ext uri="{FF2B5EF4-FFF2-40B4-BE49-F238E27FC236}">
                <a16:creationId xmlns:a16="http://schemas.microsoft.com/office/drawing/2014/main" id="{A1538B94-85ED-4F20-A2B3-57C7CDD583D0}"/>
              </a:ext>
            </a:extLst>
          </p:cNvPr>
          <p:cNvSpPr>
            <a:spLocks xmlns:a="http://schemas.openxmlformats.org/drawingml/2006/main" noGrp="1"/>
          </p:cNvSpPr>
          <p:nvPr/>
        </p:nvSpPr>
        <p:spPr>
          <a:xfrm xmlns:a="http://schemas.openxmlformats.org/drawingml/2006/main">
            <a:off x="4343400" y="3848100"/>
            <a:ext cx="28575" cy="4762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29" name="s5-ecu-tap-1">
            <a:extLst xmlns:a="http://schemas.openxmlformats.org/drawingml/2006/main">
              <a:ext uri="{FF2B5EF4-FFF2-40B4-BE49-F238E27FC236}">
                <a16:creationId xmlns:a16="http://schemas.microsoft.com/office/drawing/2014/main" id="{2263B535-570C-41DA-B64A-50A0198CCE02}"/>
              </a:ext>
            </a:extLst>
          </p:cNvPr>
          <p:cNvSpPr>
            <a:spLocks xmlns:a="http://schemas.openxmlformats.org/drawingml/2006/main" noGrp="1"/>
          </p:cNvSpPr>
          <p:nvPr/>
        </p:nvSpPr>
        <p:spPr>
          <a:xfrm xmlns:a="http://schemas.openxmlformats.org/drawingml/2006/main">
            <a:off x="6067425" y="3400425"/>
            <a:ext cx="28575" cy="34290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30" name="s5-ecu-tap-dot-1">
            <a:extLst xmlns:a="http://schemas.openxmlformats.org/drawingml/2006/main">
              <a:ext uri="{FF2B5EF4-FFF2-40B4-BE49-F238E27FC236}">
                <a16:creationId xmlns:a16="http://schemas.microsoft.com/office/drawing/2014/main" id="{02B934F8-BD0D-499B-9013-A80F5FAB1E8C}"/>
              </a:ext>
            </a:extLst>
          </p:cNvPr>
          <p:cNvSpPr>
            <a:spLocks xmlns:a="http://schemas.openxmlformats.org/drawingml/2006/main" noGrp="1"/>
          </p:cNvSpPr>
          <p:nvPr/>
        </p:nvSpPr>
        <p:spPr>
          <a:xfrm xmlns:a="http://schemas.openxmlformats.org/drawingml/2006/main">
            <a:off x="6010275" y="3705225"/>
            <a:ext cx="142875" cy="142875"/>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31" name="s5-ecu-1">
            <a:extLst xmlns:a="http://schemas.openxmlformats.org/drawingml/2006/main">
              <a:ext uri="{FF2B5EF4-FFF2-40B4-BE49-F238E27FC236}">
                <a16:creationId xmlns:a16="http://schemas.microsoft.com/office/drawing/2014/main" id="{94571D49-EEC7-4E08-B064-5CC16B0784AF}"/>
              </a:ext>
            </a:extLst>
          </p:cNvPr>
          <p:cNvSpPr>
            <a:spLocks xmlns:a="http://schemas.openxmlformats.org/drawingml/2006/main" noGrp="1"/>
          </p:cNvSpPr>
          <p:nvPr/>
        </p:nvSpPr>
        <p:spPr>
          <a:xfrm xmlns:a="http://schemas.openxmlformats.org/drawingml/2006/main">
            <a:off x="5467350" y="4324350"/>
            <a:ext cx="1257300" cy="552450"/>
          </a:xfrm>
          <a:prstGeom xmlns:a="http://schemas.openxmlformats.org/drawingml/2006/main" prst="roundRect">
            <a:avLst>
              <a:gd name="adj" fmla="val 13793"/>
            </a:avLst>
          </a:prstGeom>
          <a:solidFill xmlns:a="http://schemas.openxmlformats.org/drawingml/2006/main">
            <a:srgbClr val="071426"/>
          </a:solidFill>
          <a:ln xmlns:a="http://schemas.openxmlformats.org/drawingml/2006/main" w="0">
            <a:noFill/>
            <a:prstDash val="solid"/>
          </a:ln>
        </p:spPr>
      </p:sp>
      <p:sp>
        <p:nvSpPr>
          <p:cNvPr id="32" name="s5-ecu-label-1">
            <a:extLst xmlns:a="http://schemas.openxmlformats.org/drawingml/2006/main">
              <a:ext uri="{FF2B5EF4-FFF2-40B4-BE49-F238E27FC236}">
                <a16:creationId xmlns:a16="http://schemas.microsoft.com/office/drawing/2014/main" id="{F7CBCB9D-793F-49D8-96DF-EA5B5BE718F9}"/>
              </a:ext>
            </a:extLst>
          </p:cNvPr>
          <p:cNvSpPr>
            <a:spLocks xmlns:a="http://schemas.openxmlformats.org/drawingml/2006/main" noGrp="1"/>
          </p:cNvSpPr>
          <p:nvPr/>
        </p:nvSpPr>
        <p:spPr>
          <a:xfrm xmlns:a="http://schemas.openxmlformats.org/drawingml/2006/main">
            <a:off x="5543550" y="44291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DejaVu Sans"/>
                <a:ea typeface="DejaVu Sans"/>
                <a:cs typeface="DejaVu Sans"/>
              </a:defRPr>
            </a:defPPr>
            <a:lvl1pPr algn="ctr">
              <a:defRPr sz="1200" b="1">
                <a:solidFill>
                  <a:srgbClr val="FFFFFF"/>
                </a:solidFill>
                <a:latin typeface="DejaVu Sans"/>
                <a:ea typeface="DejaVu Sans"/>
                <a:cs typeface="DejaVu Sans"/>
              </a:defRPr>
            </a:lvl1pPr>
            <a:lvl2pPr algn="ctr">
              <a:defRPr sz="1200" b="1">
                <a:solidFill>
                  <a:srgbClr val="FFFFFF"/>
                </a:solidFill>
                <a:latin typeface="DejaVu Sans"/>
                <a:ea typeface="DejaVu Sans"/>
                <a:cs typeface="DejaVu Sans"/>
              </a:defRPr>
            </a:lvl2pPr>
            <a:lvl3pPr algn="ctr">
              <a:defRPr sz="1200" b="1">
                <a:solidFill>
                  <a:srgbClr val="FFFFFF"/>
                </a:solidFill>
                <a:latin typeface="DejaVu Sans"/>
                <a:ea typeface="DejaVu Sans"/>
                <a:cs typeface="DejaVu Sans"/>
              </a:defRPr>
            </a:lvl3pPr>
            <a:lvl4pPr algn="ctr">
              <a:defRPr sz="1200" b="1">
                <a:solidFill>
                  <a:srgbClr val="FFFFFF"/>
                </a:solidFill>
                <a:latin typeface="DejaVu Sans"/>
                <a:ea typeface="DejaVu Sans"/>
                <a:cs typeface="DejaVu Sans"/>
              </a:defRPr>
            </a:lvl4pPr>
            <a:lvl5pPr algn="ctr">
              <a:defRPr sz="1200" b="1">
                <a:solidFill>
                  <a:srgbClr val="FFFFFF"/>
                </a:solidFill>
                <a:latin typeface="DejaVu Sans"/>
                <a:ea typeface="DejaVu Sans"/>
                <a:cs typeface="DejaVu Sans"/>
              </a:defRPr>
            </a:lvl5pPr>
            <a:lvl6pPr algn="ctr">
              <a:defRPr sz="1200" b="1">
                <a:solidFill>
                  <a:srgbClr val="FFFFFF"/>
                </a:solidFill>
                <a:latin typeface="DejaVu Sans"/>
                <a:ea typeface="DejaVu Sans"/>
                <a:cs typeface="DejaVu Sans"/>
              </a:defRPr>
            </a:lvl6pPr>
            <a:lvl7pPr algn="ctr">
              <a:defRPr sz="1200" b="1">
                <a:solidFill>
                  <a:srgbClr val="FFFFFF"/>
                </a:solidFill>
                <a:latin typeface="DejaVu Sans"/>
                <a:ea typeface="DejaVu Sans"/>
                <a:cs typeface="DejaVu Sans"/>
              </a:defRPr>
            </a:lvl7pPr>
            <a:lvl8pPr algn="ctr">
              <a:defRPr sz="1200" b="1">
                <a:solidFill>
                  <a:srgbClr val="FFFFFF"/>
                </a:solidFill>
                <a:latin typeface="DejaVu Sans"/>
                <a:ea typeface="DejaVu Sans"/>
                <a:cs typeface="DejaVu Sans"/>
              </a:defRPr>
            </a:lvl8pPr>
            <a:lvl9pPr algn="ctr">
              <a:defRPr sz="1200" b="1">
                <a:solidFill>
                  <a:srgbClr val="FFFFFF"/>
                </a:solidFill>
                <a:latin typeface="DejaVu Sans"/>
                <a:ea typeface="DejaVu Sans"/>
                <a:cs typeface="DejaVu Sans"/>
              </a:defRPr>
            </a:lvl9pPr>
          </a:lstStyle>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ECU 2</a:t>
            </a:r>
          </a:p>
        </p:txBody>
      </p:sp>
      <p:sp>
        <p:nvSpPr>
          <p:cNvPr id="33" name="s5-ecu-branch-1">
            <a:extLst xmlns:a="http://schemas.openxmlformats.org/drawingml/2006/main">
              <a:ext uri="{FF2B5EF4-FFF2-40B4-BE49-F238E27FC236}">
                <a16:creationId xmlns:a16="http://schemas.microsoft.com/office/drawing/2014/main" id="{0B01A793-BA3B-4D2A-9EC7-715C55CA5A2B}"/>
              </a:ext>
            </a:extLst>
          </p:cNvPr>
          <p:cNvSpPr>
            <a:spLocks xmlns:a="http://schemas.openxmlformats.org/drawingml/2006/main" noGrp="1"/>
          </p:cNvSpPr>
          <p:nvPr/>
        </p:nvSpPr>
        <p:spPr>
          <a:xfrm xmlns:a="http://schemas.openxmlformats.org/drawingml/2006/main">
            <a:off x="6067425" y="3848100"/>
            <a:ext cx="28575" cy="4762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34" name="s5-ecu-tap-2">
            <a:extLst xmlns:a="http://schemas.openxmlformats.org/drawingml/2006/main">
              <a:ext uri="{FF2B5EF4-FFF2-40B4-BE49-F238E27FC236}">
                <a16:creationId xmlns:a16="http://schemas.microsoft.com/office/drawing/2014/main" id="{9C4C8C96-DF2A-4449-964E-61545567B2B8}"/>
              </a:ext>
            </a:extLst>
          </p:cNvPr>
          <p:cNvSpPr>
            <a:spLocks xmlns:a="http://schemas.openxmlformats.org/drawingml/2006/main" noGrp="1"/>
          </p:cNvSpPr>
          <p:nvPr/>
        </p:nvSpPr>
        <p:spPr>
          <a:xfrm xmlns:a="http://schemas.openxmlformats.org/drawingml/2006/main">
            <a:off x="7791450" y="3400425"/>
            <a:ext cx="28575" cy="34290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35" name="s5-ecu-tap-dot-2">
            <a:extLst xmlns:a="http://schemas.openxmlformats.org/drawingml/2006/main">
              <a:ext uri="{FF2B5EF4-FFF2-40B4-BE49-F238E27FC236}">
                <a16:creationId xmlns:a16="http://schemas.microsoft.com/office/drawing/2014/main" id="{01749EB7-5899-49B2-B931-37F96DF2A60D}"/>
              </a:ext>
            </a:extLst>
          </p:cNvPr>
          <p:cNvSpPr>
            <a:spLocks xmlns:a="http://schemas.openxmlformats.org/drawingml/2006/main" noGrp="1"/>
          </p:cNvSpPr>
          <p:nvPr/>
        </p:nvSpPr>
        <p:spPr>
          <a:xfrm xmlns:a="http://schemas.openxmlformats.org/drawingml/2006/main">
            <a:off x="7734300" y="3705225"/>
            <a:ext cx="142875" cy="142875"/>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36" name="s5-ecu-2">
            <a:extLst xmlns:a="http://schemas.openxmlformats.org/drawingml/2006/main">
              <a:ext uri="{FF2B5EF4-FFF2-40B4-BE49-F238E27FC236}">
                <a16:creationId xmlns:a16="http://schemas.microsoft.com/office/drawing/2014/main" id="{9D45E63B-9D2D-4B42-A48F-DFBD57619A06}"/>
              </a:ext>
            </a:extLst>
          </p:cNvPr>
          <p:cNvSpPr>
            <a:spLocks xmlns:a="http://schemas.openxmlformats.org/drawingml/2006/main" noGrp="1"/>
          </p:cNvSpPr>
          <p:nvPr/>
        </p:nvSpPr>
        <p:spPr>
          <a:xfrm xmlns:a="http://schemas.openxmlformats.org/drawingml/2006/main">
            <a:off x="7191375" y="4324350"/>
            <a:ext cx="1257300" cy="552450"/>
          </a:xfrm>
          <a:prstGeom xmlns:a="http://schemas.openxmlformats.org/drawingml/2006/main" prst="roundRect">
            <a:avLst>
              <a:gd name="adj" fmla="val 13793"/>
            </a:avLst>
          </a:prstGeom>
          <a:solidFill xmlns:a="http://schemas.openxmlformats.org/drawingml/2006/main">
            <a:srgbClr val="071426"/>
          </a:solidFill>
          <a:ln xmlns:a="http://schemas.openxmlformats.org/drawingml/2006/main" w="0">
            <a:noFill/>
            <a:prstDash val="solid"/>
          </a:ln>
        </p:spPr>
      </p:sp>
      <p:sp>
        <p:nvSpPr>
          <p:cNvPr id="37" name="s5-ecu-label-2">
            <a:extLst xmlns:a="http://schemas.openxmlformats.org/drawingml/2006/main">
              <a:ext uri="{FF2B5EF4-FFF2-40B4-BE49-F238E27FC236}">
                <a16:creationId xmlns:a16="http://schemas.microsoft.com/office/drawing/2014/main" id="{CE5DB4CC-E74D-42AC-A390-7AF7117F0E37}"/>
              </a:ext>
            </a:extLst>
          </p:cNvPr>
          <p:cNvSpPr>
            <a:spLocks xmlns:a="http://schemas.openxmlformats.org/drawingml/2006/main" noGrp="1"/>
          </p:cNvSpPr>
          <p:nvPr/>
        </p:nvSpPr>
        <p:spPr>
          <a:xfrm xmlns:a="http://schemas.openxmlformats.org/drawingml/2006/main">
            <a:off x="7267575" y="4429125"/>
            <a:ext cx="110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DejaVu Sans"/>
                <a:ea typeface="DejaVu Sans"/>
                <a:cs typeface="DejaVu Sans"/>
              </a:defRPr>
            </a:defPPr>
            <a:lvl1pPr algn="ctr">
              <a:defRPr sz="1200" b="1">
                <a:solidFill>
                  <a:srgbClr val="FFFFFF"/>
                </a:solidFill>
                <a:latin typeface="DejaVu Sans"/>
                <a:ea typeface="DejaVu Sans"/>
                <a:cs typeface="DejaVu Sans"/>
              </a:defRPr>
            </a:lvl1pPr>
            <a:lvl2pPr algn="ctr">
              <a:defRPr sz="1200" b="1">
                <a:solidFill>
                  <a:srgbClr val="FFFFFF"/>
                </a:solidFill>
                <a:latin typeface="DejaVu Sans"/>
                <a:ea typeface="DejaVu Sans"/>
                <a:cs typeface="DejaVu Sans"/>
              </a:defRPr>
            </a:lvl2pPr>
            <a:lvl3pPr algn="ctr">
              <a:defRPr sz="1200" b="1">
                <a:solidFill>
                  <a:srgbClr val="FFFFFF"/>
                </a:solidFill>
                <a:latin typeface="DejaVu Sans"/>
                <a:ea typeface="DejaVu Sans"/>
                <a:cs typeface="DejaVu Sans"/>
              </a:defRPr>
            </a:lvl3pPr>
            <a:lvl4pPr algn="ctr">
              <a:defRPr sz="1200" b="1">
                <a:solidFill>
                  <a:srgbClr val="FFFFFF"/>
                </a:solidFill>
                <a:latin typeface="DejaVu Sans"/>
                <a:ea typeface="DejaVu Sans"/>
                <a:cs typeface="DejaVu Sans"/>
              </a:defRPr>
            </a:lvl4pPr>
            <a:lvl5pPr algn="ctr">
              <a:defRPr sz="1200" b="1">
                <a:solidFill>
                  <a:srgbClr val="FFFFFF"/>
                </a:solidFill>
                <a:latin typeface="DejaVu Sans"/>
                <a:ea typeface="DejaVu Sans"/>
                <a:cs typeface="DejaVu Sans"/>
              </a:defRPr>
            </a:lvl5pPr>
            <a:lvl6pPr algn="ctr">
              <a:defRPr sz="1200" b="1">
                <a:solidFill>
                  <a:srgbClr val="FFFFFF"/>
                </a:solidFill>
                <a:latin typeface="DejaVu Sans"/>
                <a:ea typeface="DejaVu Sans"/>
                <a:cs typeface="DejaVu Sans"/>
              </a:defRPr>
            </a:lvl6pPr>
            <a:lvl7pPr algn="ctr">
              <a:defRPr sz="1200" b="1">
                <a:solidFill>
                  <a:srgbClr val="FFFFFF"/>
                </a:solidFill>
                <a:latin typeface="DejaVu Sans"/>
                <a:ea typeface="DejaVu Sans"/>
                <a:cs typeface="DejaVu Sans"/>
              </a:defRPr>
            </a:lvl7pPr>
            <a:lvl8pPr algn="ctr">
              <a:defRPr sz="1200" b="1">
                <a:solidFill>
                  <a:srgbClr val="FFFFFF"/>
                </a:solidFill>
                <a:latin typeface="DejaVu Sans"/>
                <a:ea typeface="DejaVu Sans"/>
                <a:cs typeface="DejaVu Sans"/>
              </a:defRPr>
            </a:lvl8pPr>
            <a:lvl9pPr algn="ctr">
              <a:defRPr sz="1200" b="1">
                <a:solidFill>
                  <a:srgbClr val="FFFFFF"/>
                </a:solidFill>
                <a:latin typeface="DejaVu Sans"/>
                <a:ea typeface="DejaVu Sans"/>
                <a:cs typeface="DejaVu Sans"/>
              </a:defRPr>
            </a:lvl9pPr>
          </a:lstStyle>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ECU 3</a:t>
            </a:r>
          </a:p>
        </p:txBody>
      </p:sp>
      <p:sp>
        <p:nvSpPr>
          <p:cNvPr id="38" name="s5-ecu-branch-2">
            <a:extLst xmlns:a="http://schemas.openxmlformats.org/drawingml/2006/main">
              <a:ext uri="{FF2B5EF4-FFF2-40B4-BE49-F238E27FC236}">
                <a16:creationId xmlns:a16="http://schemas.microsoft.com/office/drawing/2014/main" id="{917C3400-2A44-49A2-B107-D0FC55604695}"/>
              </a:ext>
            </a:extLst>
          </p:cNvPr>
          <p:cNvSpPr>
            <a:spLocks xmlns:a="http://schemas.openxmlformats.org/drawingml/2006/main" noGrp="1"/>
          </p:cNvSpPr>
          <p:nvPr/>
        </p:nvSpPr>
        <p:spPr>
          <a:xfrm xmlns:a="http://schemas.openxmlformats.org/drawingml/2006/main">
            <a:off x="7791450" y="3848100"/>
            <a:ext cx="28575" cy="4762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39" name="s5-terminator-left">
            <a:extLst xmlns:a="http://schemas.openxmlformats.org/drawingml/2006/main">
              <a:ext uri="{FF2B5EF4-FFF2-40B4-BE49-F238E27FC236}">
                <a16:creationId xmlns:a16="http://schemas.microsoft.com/office/drawing/2014/main" id="{35DF7318-5A82-4E52-9224-6C3C868F1AF5}"/>
              </a:ext>
            </a:extLst>
          </p:cNvPr>
          <p:cNvSpPr>
            <a:spLocks xmlns:a="http://schemas.openxmlformats.org/drawingml/2006/main" noGrp="1"/>
          </p:cNvSpPr>
          <p:nvPr/>
        </p:nvSpPr>
        <p:spPr>
          <a:xfrm xmlns:a="http://schemas.openxmlformats.org/drawingml/2006/main">
            <a:off x="923925" y="46101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E87936"/>
                </a:solidFill>
                <a:latin typeface="DejaVu Sans"/>
                <a:ea typeface="DejaVu Sans"/>
                <a:cs typeface="DejaVu Sans"/>
              </a:defRPr>
            </a:defPPr>
            <a:lvl1pPr algn="ctr">
              <a:defRPr sz="900" b="1">
                <a:solidFill>
                  <a:srgbClr val="E87936"/>
                </a:solidFill>
                <a:latin typeface="DejaVu Sans"/>
                <a:ea typeface="DejaVu Sans"/>
                <a:cs typeface="DejaVu Sans"/>
              </a:defRPr>
            </a:lvl1pPr>
            <a:lvl2pPr algn="ctr">
              <a:defRPr sz="900" b="1">
                <a:solidFill>
                  <a:srgbClr val="E87936"/>
                </a:solidFill>
                <a:latin typeface="DejaVu Sans"/>
                <a:ea typeface="DejaVu Sans"/>
                <a:cs typeface="DejaVu Sans"/>
              </a:defRPr>
            </a:lvl2pPr>
            <a:lvl3pPr algn="ctr">
              <a:defRPr sz="900" b="1">
                <a:solidFill>
                  <a:srgbClr val="E87936"/>
                </a:solidFill>
                <a:latin typeface="DejaVu Sans"/>
                <a:ea typeface="DejaVu Sans"/>
                <a:cs typeface="DejaVu Sans"/>
              </a:defRPr>
            </a:lvl3pPr>
            <a:lvl4pPr algn="ctr">
              <a:defRPr sz="900" b="1">
                <a:solidFill>
                  <a:srgbClr val="E87936"/>
                </a:solidFill>
                <a:latin typeface="DejaVu Sans"/>
                <a:ea typeface="DejaVu Sans"/>
                <a:cs typeface="DejaVu Sans"/>
              </a:defRPr>
            </a:lvl4pPr>
            <a:lvl5pPr algn="ctr">
              <a:defRPr sz="900" b="1">
                <a:solidFill>
                  <a:srgbClr val="E87936"/>
                </a:solidFill>
                <a:latin typeface="DejaVu Sans"/>
                <a:ea typeface="DejaVu Sans"/>
                <a:cs typeface="DejaVu Sans"/>
              </a:defRPr>
            </a:lvl5pPr>
            <a:lvl6pPr algn="ctr">
              <a:defRPr sz="900" b="1">
                <a:solidFill>
                  <a:srgbClr val="E87936"/>
                </a:solidFill>
                <a:latin typeface="DejaVu Sans"/>
                <a:ea typeface="DejaVu Sans"/>
                <a:cs typeface="DejaVu Sans"/>
              </a:defRPr>
            </a:lvl6pPr>
            <a:lvl7pPr algn="ctr">
              <a:defRPr sz="900" b="1">
                <a:solidFill>
                  <a:srgbClr val="E87936"/>
                </a:solidFill>
                <a:latin typeface="DejaVu Sans"/>
                <a:ea typeface="DejaVu Sans"/>
                <a:cs typeface="DejaVu Sans"/>
              </a:defRPr>
            </a:lvl7pPr>
            <a:lvl8pPr algn="ctr">
              <a:defRPr sz="900" b="1">
                <a:solidFill>
                  <a:srgbClr val="E87936"/>
                </a:solidFill>
                <a:latin typeface="DejaVu Sans"/>
                <a:ea typeface="DejaVu Sans"/>
                <a:cs typeface="DejaVu Sans"/>
              </a:defRPr>
            </a:lvl8pPr>
            <a:lvl9pPr algn="ctr">
              <a:defRPr sz="900" b="1">
                <a:solidFill>
                  <a:srgbClr val="E87936"/>
                </a:solidFill>
                <a:latin typeface="DejaVu Sans"/>
                <a:ea typeface="DejaVu Sans"/>
                <a:cs typeface="DejaVu Sans"/>
              </a:defRPr>
            </a:lvl9pPr>
          </a:lstStyle>
          <a:p xmlns:a="http://schemas.openxmlformats.org/drawingml/2006/main">
            <a:pPr algn="ctr">
              <a:defRPr sz="900" b="1">
                <a:solidFill>
                  <a:srgbClr val="E87936"/>
                </a:solidFill>
                <a:latin typeface="DejaVu Sans"/>
                <a:ea typeface="DejaVu Sans"/>
                <a:cs typeface="DejaVu Sans"/>
              </a:defRPr>
            </a:pPr>
            <a:r>
              <a:rPr sz="900" b="1">
                <a:solidFill>
                  <a:srgbClr val="E87936"/>
                </a:solidFill>
                <a:latin typeface="DejaVu Sans"/>
                <a:ea typeface="DejaVu Sans"/>
                <a:cs typeface="DejaVu Sans"/>
              </a:rPr>
              <a:t>ΤΕΡΜΑΤΙΣΜΟΣ</a:t>
            </a:r>
          </a:p>
        </p:txBody>
      </p:sp>
      <p:sp>
        <p:nvSpPr>
          <p:cNvPr id="40" name="s5-terminator-right">
            <a:extLst xmlns:a="http://schemas.openxmlformats.org/drawingml/2006/main">
              <a:ext uri="{FF2B5EF4-FFF2-40B4-BE49-F238E27FC236}">
                <a16:creationId xmlns:a16="http://schemas.microsoft.com/office/drawing/2014/main" id="{06633D71-2EB1-4315-8FCD-D8C99231BC2F}"/>
              </a:ext>
            </a:extLst>
          </p:cNvPr>
          <p:cNvSpPr>
            <a:spLocks xmlns:a="http://schemas.openxmlformats.org/drawingml/2006/main" noGrp="1"/>
          </p:cNvSpPr>
          <p:nvPr/>
        </p:nvSpPr>
        <p:spPr>
          <a:xfrm xmlns:a="http://schemas.openxmlformats.org/drawingml/2006/main">
            <a:off x="9525000" y="46101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E87936"/>
                </a:solidFill>
                <a:latin typeface="DejaVu Sans"/>
                <a:ea typeface="DejaVu Sans"/>
                <a:cs typeface="DejaVu Sans"/>
              </a:defRPr>
            </a:defPPr>
            <a:lvl1pPr algn="ctr">
              <a:defRPr sz="900" b="1">
                <a:solidFill>
                  <a:srgbClr val="E87936"/>
                </a:solidFill>
                <a:latin typeface="DejaVu Sans"/>
                <a:ea typeface="DejaVu Sans"/>
                <a:cs typeface="DejaVu Sans"/>
              </a:defRPr>
            </a:lvl1pPr>
            <a:lvl2pPr algn="ctr">
              <a:defRPr sz="900" b="1">
                <a:solidFill>
                  <a:srgbClr val="E87936"/>
                </a:solidFill>
                <a:latin typeface="DejaVu Sans"/>
                <a:ea typeface="DejaVu Sans"/>
                <a:cs typeface="DejaVu Sans"/>
              </a:defRPr>
            </a:lvl2pPr>
            <a:lvl3pPr algn="ctr">
              <a:defRPr sz="900" b="1">
                <a:solidFill>
                  <a:srgbClr val="E87936"/>
                </a:solidFill>
                <a:latin typeface="DejaVu Sans"/>
                <a:ea typeface="DejaVu Sans"/>
                <a:cs typeface="DejaVu Sans"/>
              </a:defRPr>
            </a:lvl3pPr>
            <a:lvl4pPr algn="ctr">
              <a:defRPr sz="900" b="1">
                <a:solidFill>
                  <a:srgbClr val="E87936"/>
                </a:solidFill>
                <a:latin typeface="DejaVu Sans"/>
                <a:ea typeface="DejaVu Sans"/>
                <a:cs typeface="DejaVu Sans"/>
              </a:defRPr>
            </a:lvl4pPr>
            <a:lvl5pPr algn="ctr">
              <a:defRPr sz="900" b="1">
                <a:solidFill>
                  <a:srgbClr val="E87936"/>
                </a:solidFill>
                <a:latin typeface="DejaVu Sans"/>
                <a:ea typeface="DejaVu Sans"/>
                <a:cs typeface="DejaVu Sans"/>
              </a:defRPr>
            </a:lvl5pPr>
            <a:lvl6pPr algn="ctr">
              <a:defRPr sz="900" b="1">
                <a:solidFill>
                  <a:srgbClr val="E87936"/>
                </a:solidFill>
                <a:latin typeface="DejaVu Sans"/>
                <a:ea typeface="DejaVu Sans"/>
                <a:cs typeface="DejaVu Sans"/>
              </a:defRPr>
            </a:lvl6pPr>
            <a:lvl7pPr algn="ctr">
              <a:defRPr sz="900" b="1">
                <a:solidFill>
                  <a:srgbClr val="E87936"/>
                </a:solidFill>
                <a:latin typeface="DejaVu Sans"/>
                <a:ea typeface="DejaVu Sans"/>
                <a:cs typeface="DejaVu Sans"/>
              </a:defRPr>
            </a:lvl7pPr>
            <a:lvl8pPr algn="ctr">
              <a:defRPr sz="900" b="1">
                <a:solidFill>
                  <a:srgbClr val="E87936"/>
                </a:solidFill>
                <a:latin typeface="DejaVu Sans"/>
                <a:ea typeface="DejaVu Sans"/>
                <a:cs typeface="DejaVu Sans"/>
              </a:defRPr>
            </a:lvl8pPr>
            <a:lvl9pPr algn="ctr">
              <a:defRPr sz="900" b="1">
                <a:solidFill>
                  <a:srgbClr val="E87936"/>
                </a:solidFill>
                <a:latin typeface="DejaVu Sans"/>
                <a:ea typeface="DejaVu Sans"/>
                <a:cs typeface="DejaVu Sans"/>
              </a:defRPr>
            </a:lvl9pPr>
          </a:lstStyle>
          <a:p xmlns:a="http://schemas.openxmlformats.org/drawingml/2006/main">
            <a:pPr algn="ctr">
              <a:defRPr sz="900" b="1">
                <a:solidFill>
                  <a:srgbClr val="E87936"/>
                </a:solidFill>
                <a:latin typeface="DejaVu Sans"/>
                <a:ea typeface="DejaVu Sans"/>
                <a:cs typeface="DejaVu Sans"/>
              </a:defRPr>
            </a:pPr>
            <a:r>
              <a:rPr sz="900" b="1">
                <a:solidFill>
                  <a:srgbClr val="E87936"/>
                </a:solidFill>
                <a:latin typeface="DejaVu Sans"/>
                <a:ea typeface="DejaVu Sans"/>
                <a:cs typeface="DejaVu Sans"/>
              </a:rPr>
              <a:t>ΤΕΡΜΑΤΙΣΜΟΣ</a:t>
            </a:r>
          </a:p>
        </p:txBody>
      </p:sp>
      <p:sp>
        <p:nvSpPr>
          <p:cNvPr id="41" name="s5-takeaway">
            <a:extLst xmlns:a="http://schemas.openxmlformats.org/drawingml/2006/main">
              <a:ext uri="{FF2B5EF4-FFF2-40B4-BE49-F238E27FC236}">
                <a16:creationId xmlns:a16="http://schemas.microsoft.com/office/drawing/2014/main" id="{D994A67E-3014-41ED-9E05-4508BE55F864}"/>
              </a:ext>
            </a:extLst>
          </p:cNvPr>
          <p:cNvSpPr>
            <a:spLocks xmlns:a="http://schemas.openxmlformats.org/drawingml/2006/main" noGrp="1"/>
          </p:cNvSpPr>
          <p:nvPr/>
        </p:nvSpPr>
        <p:spPr>
          <a:xfrm xmlns:a="http://schemas.openxmlformats.org/drawingml/2006/main">
            <a:off x="609600" y="5562600"/>
            <a:ext cx="10972800" cy="571500"/>
          </a:xfrm>
          <a:prstGeom xmlns:a="http://schemas.openxmlformats.org/drawingml/2006/main" prst="roundRect">
            <a:avLst>
              <a:gd name="adj" fmla="val 13333"/>
            </a:avLst>
          </a:prstGeom>
          <a:solidFill xmlns:a="http://schemas.openxmlformats.org/drawingml/2006/main">
            <a:srgbClr val="E4F7FA"/>
          </a:solidFill>
          <a:ln xmlns:a="http://schemas.openxmlformats.org/drawingml/2006/main" w="9525">
            <a:solidFill>
              <a:srgbClr val="C5E8ED"/>
            </a:solidFill>
            <a:prstDash val="solid"/>
          </a:ln>
        </p:spPr>
      </p:sp>
      <p:sp>
        <p:nvSpPr>
          <p:cNvPr id="42" name="s5-takeaway-text">
            <a:extLst xmlns:a="http://schemas.openxmlformats.org/drawingml/2006/main">
              <a:ext uri="{FF2B5EF4-FFF2-40B4-BE49-F238E27FC236}">
                <a16:creationId xmlns:a16="http://schemas.microsoft.com/office/drawing/2014/main" id="{13C54682-8581-4215-AAF9-ADECAB8DFFBD}"/>
              </a:ext>
            </a:extLst>
          </p:cNvPr>
          <p:cNvSpPr>
            <a:spLocks xmlns:a="http://schemas.openxmlformats.org/drawingml/2006/main" noGrp="1"/>
          </p:cNvSpPr>
          <p:nvPr/>
        </p:nvSpPr>
        <p:spPr>
          <a:xfrm xmlns:a="http://schemas.openxmlformats.org/drawingml/2006/main">
            <a:off x="857250" y="5648325"/>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Ο σωστός τερματισμός ταιριάζει στο καλώδιο και περιορίζει τις ανακλάσεις του σήματος.</a:t>
            </a:r>
          </a:p>
        </p:txBody>
      </p:sp>
      <p:sp>
        <p:nvSpPr>
          <p:cNvPr id="43" name="s5-note">
            <a:extLst xmlns:a="http://schemas.openxmlformats.org/drawingml/2006/main">
              <a:ext uri="{FF2B5EF4-FFF2-40B4-BE49-F238E27FC236}">
                <a16:creationId xmlns:a16="http://schemas.microsoft.com/office/drawing/2014/main" id="{399EC50D-CD5E-4A85-9320-CB2F0DB563BF}"/>
              </a:ext>
            </a:extLst>
          </p:cNvPr>
          <p:cNvSpPr>
            <a:spLocks xmlns:a="http://schemas.openxmlformats.org/drawingml/2006/main" noGrp="1"/>
          </p:cNvSpPr>
          <p:nvPr/>
        </p:nvSpPr>
        <p:spPr>
          <a:xfrm xmlns:a="http://schemas.openxmlformats.org/drawingml/2006/main">
            <a:off x="609600" y="6219825"/>
            <a:ext cx="990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Σε CAN υψηλής ταχύτητας χρησιμοποιούνται συνήθως δύο τερματισμοί των 120 Ω, ένας σε κάθε άκρο.</a:t>
            </a:r>
          </a:p>
        </p:txBody>
      </p:sp>
      <p:sp>
        <p:nvSpPr>
          <p:cNvPr id="44" name="s5-footer">
            <a:extLst xmlns:a="http://schemas.openxmlformats.org/drawingml/2006/main">
              <a:ext uri="{FF2B5EF4-FFF2-40B4-BE49-F238E27FC236}">
                <a16:creationId xmlns:a16="http://schemas.microsoft.com/office/drawing/2014/main" id="{19B89BEB-8D04-47C8-B9CF-B0A87AA1BA44}"/>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45" name="s5-page-number">
            <a:extLst xmlns:a="http://schemas.openxmlformats.org/drawingml/2006/main">
              <a:ext uri="{FF2B5EF4-FFF2-40B4-BE49-F238E27FC236}">
                <a16:creationId xmlns:a16="http://schemas.microsoft.com/office/drawing/2014/main" id="{B412FA1E-8B88-45EE-8DE0-101371FEE064}"/>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05</a:t>
            </a:r>
          </a:p>
        </p:txBody>
      </p:sp>
    </p:spTree>
    <p:extLst>
      <p:ext uri="{BB962C8B-B14F-4D97-AF65-F5344CB8AC3E}">
        <p14:creationId xmlns:p14="http://schemas.microsoft.com/office/powerpoint/2010/main" val="1518239447"/>
      </p:ext>
    </p:extLst>
  </p:cSld>
</p:sld>
</file>

<file path=ppt/slides/slide6.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40" name="s6-kicker">
            <a:extLst xmlns:a="http://schemas.openxmlformats.org/drawingml/2006/main">
              <a:ext uri="{FF2B5EF4-FFF2-40B4-BE49-F238E27FC236}">
                <a16:creationId xmlns:a16="http://schemas.microsoft.com/office/drawing/2014/main" id="{7749598E-76C7-4F9B-8312-028D02945CBA}"/>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35D8F1"/>
                </a:solidFill>
                <a:latin typeface="DejaVu Sans"/>
                <a:ea typeface="DejaVu Sans"/>
                <a:cs typeface="DejaVu Sans"/>
              </a:defRPr>
            </a:defPPr>
            <a:lvl1pPr algn="l">
              <a:defRPr sz="1050" b="1">
                <a:solidFill>
                  <a:srgbClr val="35D8F1"/>
                </a:solidFill>
                <a:latin typeface="DejaVu Sans"/>
                <a:ea typeface="DejaVu Sans"/>
                <a:cs typeface="DejaVu Sans"/>
              </a:defRPr>
            </a:lvl1pPr>
            <a:lvl2pPr algn="l">
              <a:defRPr sz="1050" b="1">
                <a:solidFill>
                  <a:srgbClr val="35D8F1"/>
                </a:solidFill>
                <a:latin typeface="DejaVu Sans"/>
                <a:ea typeface="DejaVu Sans"/>
                <a:cs typeface="DejaVu Sans"/>
              </a:defRPr>
            </a:lvl2pPr>
            <a:lvl3pPr algn="l">
              <a:defRPr sz="1050" b="1">
                <a:solidFill>
                  <a:srgbClr val="35D8F1"/>
                </a:solidFill>
                <a:latin typeface="DejaVu Sans"/>
                <a:ea typeface="DejaVu Sans"/>
                <a:cs typeface="DejaVu Sans"/>
              </a:defRPr>
            </a:lvl3pPr>
            <a:lvl4pPr algn="l">
              <a:defRPr sz="1050" b="1">
                <a:solidFill>
                  <a:srgbClr val="35D8F1"/>
                </a:solidFill>
                <a:latin typeface="DejaVu Sans"/>
                <a:ea typeface="DejaVu Sans"/>
                <a:cs typeface="DejaVu Sans"/>
              </a:defRPr>
            </a:lvl4pPr>
            <a:lvl5pPr algn="l">
              <a:defRPr sz="1050" b="1">
                <a:solidFill>
                  <a:srgbClr val="35D8F1"/>
                </a:solidFill>
                <a:latin typeface="DejaVu Sans"/>
                <a:ea typeface="DejaVu Sans"/>
                <a:cs typeface="DejaVu Sans"/>
              </a:defRPr>
            </a:lvl5pPr>
            <a:lvl6pPr algn="l">
              <a:defRPr sz="1050" b="1">
                <a:solidFill>
                  <a:srgbClr val="35D8F1"/>
                </a:solidFill>
                <a:latin typeface="DejaVu Sans"/>
                <a:ea typeface="DejaVu Sans"/>
                <a:cs typeface="DejaVu Sans"/>
              </a:defRPr>
            </a:lvl6pPr>
            <a:lvl7pPr algn="l">
              <a:defRPr sz="1050" b="1">
                <a:solidFill>
                  <a:srgbClr val="35D8F1"/>
                </a:solidFill>
                <a:latin typeface="DejaVu Sans"/>
                <a:ea typeface="DejaVu Sans"/>
                <a:cs typeface="DejaVu Sans"/>
              </a:defRPr>
            </a:lvl7pPr>
            <a:lvl8pPr algn="l">
              <a:defRPr sz="1050" b="1">
                <a:solidFill>
                  <a:srgbClr val="35D8F1"/>
                </a:solidFill>
                <a:latin typeface="DejaVu Sans"/>
                <a:ea typeface="DejaVu Sans"/>
                <a:cs typeface="DejaVu Sans"/>
              </a:defRPr>
            </a:lvl8pPr>
            <a:lvl9pPr algn="l">
              <a:defRPr sz="1050" b="1">
                <a:solidFill>
                  <a:srgbClr val="35D8F1"/>
                </a:solidFill>
                <a:latin typeface="DejaVu Sans"/>
                <a:ea typeface="DejaVu Sans"/>
                <a:cs typeface="DejaVu Sans"/>
              </a:defRPr>
            </a:lvl9pPr>
          </a:lstStyle>
          <a:p xmlns:a="http://schemas.openxmlformats.org/drawingml/2006/main">
            <a:pPr algn="l">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ΘΕΩΡΙΑ  ·  ΜΑΘΗΜΑ 05</a:t>
            </a:r>
          </a:p>
        </p:txBody>
      </p:sp>
      <p:sp>
        <p:nvSpPr>
          <p:cNvPr id="2" name="s6-title">
            <a:extLst xmlns:a="http://schemas.openxmlformats.org/drawingml/2006/main">
              <a:ext uri="{FF2B5EF4-FFF2-40B4-BE49-F238E27FC236}">
                <a16:creationId xmlns:a16="http://schemas.microsoft.com/office/drawing/2014/main" id="{25BD4FF2-8AA8-46C8-A7A1-2E0435FA37E8}"/>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F4F8FC"/>
                </a:solidFill>
                <a:latin typeface="DejaVu Sans"/>
                <a:ea typeface="DejaVu Sans"/>
                <a:cs typeface="DejaVu Sans"/>
              </a:defRPr>
            </a:defPPr>
            <a:lvl1pPr algn="l">
              <a:defRPr sz="2775" b="1">
                <a:solidFill>
                  <a:srgbClr val="F4F8FC"/>
                </a:solidFill>
                <a:latin typeface="DejaVu Sans"/>
                <a:ea typeface="DejaVu Sans"/>
                <a:cs typeface="DejaVu Sans"/>
              </a:defRPr>
            </a:lvl1pPr>
            <a:lvl2pPr algn="l">
              <a:defRPr sz="2775" b="1">
                <a:solidFill>
                  <a:srgbClr val="F4F8FC"/>
                </a:solidFill>
                <a:latin typeface="DejaVu Sans"/>
                <a:ea typeface="DejaVu Sans"/>
                <a:cs typeface="DejaVu Sans"/>
              </a:defRPr>
            </a:lvl2pPr>
            <a:lvl3pPr algn="l">
              <a:defRPr sz="2775" b="1">
                <a:solidFill>
                  <a:srgbClr val="F4F8FC"/>
                </a:solidFill>
                <a:latin typeface="DejaVu Sans"/>
                <a:ea typeface="DejaVu Sans"/>
                <a:cs typeface="DejaVu Sans"/>
              </a:defRPr>
            </a:lvl3pPr>
            <a:lvl4pPr algn="l">
              <a:defRPr sz="2775" b="1">
                <a:solidFill>
                  <a:srgbClr val="F4F8FC"/>
                </a:solidFill>
                <a:latin typeface="DejaVu Sans"/>
                <a:ea typeface="DejaVu Sans"/>
                <a:cs typeface="DejaVu Sans"/>
              </a:defRPr>
            </a:lvl4pPr>
            <a:lvl5pPr algn="l">
              <a:defRPr sz="2775" b="1">
                <a:solidFill>
                  <a:srgbClr val="F4F8FC"/>
                </a:solidFill>
                <a:latin typeface="DejaVu Sans"/>
                <a:ea typeface="DejaVu Sans"/>
                <a:cs typeface="DejaVu Sans"/>
              </a:defRPr>
            </a:lvl5pPr>
            <a:lvl6pPr algn="l">
              <a:defRPr sz="2775" b="1">
                <a:solidFill>
                  <a:srgbClr val="F4F8FC"/>
                </a:solidFill>
                <a:latin typeface="DejaVu Sans"/>
                <a:ea typeface="DejaVu Sans"/>
                <a:cs typeface="DejaVu Sans"/>
              </a:defRPr>
            </a:lvl6pPr>
            <a:lvl7pPr algn="l">
              <a:defRPr sz="2775" b="1">
                <a:solidFill>
                  <a:srgbClr val="F4F8FC"/>
                </a:solidFill>
                <a:latin typeface="DejaVu Sans"/>
                <a:ea typeface="DejaVu Sans"/>
                <a:cs typeface="DejaVu Sans"/>
              </a:defRPr>
            </a:lvl7pPr>
            <a:lvl8pPr algn="l">
              <a:defRPr sz="2775" b="1">
                <a:solidFill>
                  <a:srgbClr val="F4F8FC"/>
                </a:solidFill>
                <a:latin typeface="DejaVu Sans"/>
                <a:ea typeface="DejaVu Sans"/>
                <a:cs typeface="DejaVu Sans"/>
              </a:defRPr>
            </a:lvl8pPr>
            <a:lvl9pPr algn="l">
              <a:defRPr sz="2775" b="1">
                <a:solidFill>
                  <a:srgbClr val="F4F8FC"/>
                </a:solidFill>
                <a:latin typeface="DejaVu Sans"/>
                <a:ea typeface="DejaVu Sans"/>
                <a:cs typeface="DejaVu Sans"/>
              </a:defRPr>
            </a:lvl9pPr>
          </a:lstStyle>
          <a:p xmlns:a="http://schemas.openxmlformats.org/drawingml/2006/main">
            <a:pPr algn="l">
              <a:defRPr sz="2775" b="1">
                <a:solidFill>
                  <a:srgbClr val="F4F8FC"/>
                </a:solidFill>
                <a:latin typeface="DejaVu Sans"/>
                <a:ea typeface="DejaVu Sans"/>
                <a:cs typeface="DejaVu Sans"/>
              </a:defRPr>
            </a:pPr>
            <a:r>
              <a:rPr sz="2775" b="1">
                <a:solidFill>
                  <a:srgbClr val="F4F8FC"/>
                </a:solidFill>
                <a:latin typeface="DejaVu Sans"/>
                <a:ea typeface="DejaVu Sans"/>
                <a:cs typeface="DejaVu Sans"/>
              </a:rPr>
              <a:t>Από τους δύο τερματισμούς στα 60 Ω</a:t>
            </a:r>
          </a:p>
        </p:txBody>
      </p:sp>
      <p:sp>
        <p:nvSpPr>
          <p:cNvPr id="3" name="s6-title-rule">
            <a:extLst xmlns:a="http://schemas.openxmlformats.org/drawingml/2006/main">
              <a:ext uri="{FF2B5EF4-FFF2-40B4-BE49-F238E27FC236}">
                <a16:creationId xmlns:a16="http://schemas.microsoft.com/office/drawing/2014/main" id="{5277582C-167E-4095-8074-EA51CE8A6B59}"/>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4" name="s6-subtitle">
            <a:extLst xmlns:a="http://schemas.openxmlformats.org/drawingml/2006/main">
              <a:ext uri="{FF2B5EF4-FFF2-40B4-BE49-F238E27FC236}">
                <a16:creationId xmlns:a16="http://schemas.microsoft.com/office/drawing/2014/main" id="{B3193EE1-62A4-40E1-8D8C-CA8599E3B102}"/>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FC0D1"/>
                </a:solidFill>
                <a:latin typeface="DejaVu Sans"/>
                <a:ea typeface="DejaVu Sans"/>
                <a:cs typeface="DejaVu Sans"/>
              </a:defRPr>
            </a:defPPr>
            <a:lvl1pPr algn="l">
              <a:defRPr sz="1500" b="0">
                <a:solidFill>
                  <a:srgbClr val="AFC0D1"/>
                </a:solidFill>
                <a:latin typeface="DejaVu Sans"/>
                <a:ea typeface="DejaVu Sans"/>
                <a:cs typeface="DejaVu Sans"/>
              </a:defRPr>
            </a:lvl1pPr>
            <a:lvl2pPr algn="l">
              <a:defRPr sz="1500" b="0">
                <a:solidFill>
                  <a:srgbClr val="AFC0D1"/>
                </a:solidFill>
                <a:latin typeface="DejaVu Sans"/>
                <a:ea typeface="DejaVu Sans"/>
                <a:cs typeface="DejaVu Sans"/>
              </a:defRPr>
            </a:lvl2pPr>
            <a:lvl3pPr algn="l">
              <a:defRPr sz="1500" b="0">
                <a:solidFill>
                  <a:srgbClr val="AFC0D1"/>
                </a:solidFill>
                <a:latin typeface="DejaVu Sans"/>
                <a:ea typeface="DejaVu Sans"/>
                <a:cs typeface="DejaVu Sans"/>
              </a:defRPr>
            </a:lvl3pPr>
            <a:lvl4pPr algn="l">
              <a:defRPr sz="1500" b="0">
                <a:solidFill>
                  <a:srgbClr val="AFC0D1"/>
                </a:solidFill>
                <a:latin typeface="DejaVu Sans"/>
                <a:ea typeface="DejaVu Sans"/>
                <a:cs typeface="DejaVu Sans"/>
              </a:defRPr>
            </a:lvl4pPr>
            <a:lvl5pPr algn="l">
              <a:defRPr sz="1500" b="0">
                <a:solidFill>
                  <a:srgbClr val="AFC0D1"/>
                </a:solidFill>
                <a:latin typeface="DejaVu Sans"/>
                <a:ea typeface="DejaVu Sans"/>
                <a:cs typeface="DejaVu Sans"/>
              </a:defRPr>
            </a:lvl5pPr>
            <a:lvl6pPr algn="l">
              <a:defRPr sz="1500" b="0">
                <a:solidFill>
                  <a:srgbClr val="AFC0D1"/>
                </a:solidFill>
                <a:latin typeface="DejaVu Sans"/>
                <a:ea typeface="DejaVu Sans"/>
                <a:cs typeface="DejaVu Sans"/>
              </a:defRPr>
            </a:lvl6pPr>
            <a:lvl7pPr algn="l">
              <a:defRPr sz="1500" b="0">
                <a:solidFill>
                  <a:srgbClr val="AFC0D1"/>
                </a:solidFill>
                <a:latin typeface="DejaVu Sans"/>
                <a:ea typeface="DejaVu Sans"/>
                <a:cs typeface="DejaVu Sans"/>
              </a:defRPr>
            </a:lvl7pPr>
            <a:lvl8pPr algn="l">
              <a:defRPr sz="1500" b="0">
                <a:solidFill>
                  <a:srgbClr val="AFC0D1"/>
                </a:solidFill>
                <a:latin typeface="DejaVu Sans"/>
                <a:ea typeface="DejaVu Sans"/>
                <a:cs typeface="DejaVu Sans"/>
              </a:defRPr>
            </a:lvl8pPr>
            <a:lvl9pPr algn="l">
              <a:defRPr sz="1500" b="0">
                <a:solidFill>
                  <a:srgbClr val="AFC0D1"/>
                </a:solidFill>
                <a:latin typeface="DejaVu Sans"/>
                <a:ea typeface="DejaVu Sans"/>
                <a:cs typeface="DejaVu Sans"/>
              </a:defRPr>
            </a:lvl9pPr>
          </a:lstStyle>
          <a:p xmlns:a="http://schemas.openxmlformats.org/drawingml/2006/main">
            <a:pPr algn="l">
              <a:defRPr sz="1500" b="0">
                <a:solidFill>
                  <a:srgbClr val="AFC0D1"/>
                </a:solidFill>
                <a:latin typeface="DejaVu Sans"/>
                <a:ea typeface="DejaVu Sans"/>
                <a:cs typeface="DejaVu Sans"/>
              </a:defRPr>
            </a:pPr>
            <a:r>
              <a:rPr sz="1500" b="0">
                <a:solidFill>
                  <a:srgbClr val="AFC0D1"/>
                </a:solidFill>
                <a:latin typeface="DejaVu Sans"/>
                <a:ea typeface="DejaVu Sans"/>
                <a:cs typeface="DejaVu Sans"/>
              </a:rPr>
              <a:t>Ένας γρήγορος έλεγχος αντίστασης στο απενεργοποιημένο δίκτυο CAN.</a:t>
            </a:r>
          </a:p>
        </p:txBody>
      </p:sp>
      <p:sp>
        <p:nvSpPr>
          <p:cNvPr id="5" name="s6-formula-panel">
            <a:extLst xmlns:a="http://schemas.openxmlformats.org/drawingml/2006/main">
              <a:ext uri="{FF2B5EF4-FFF2-40B4-BE49-F238E27FC236}">
                <a16:creationId xmlns:a16="http://schemas.microsoft.com/office/drawing/2014/main" id="{87B97E4A-DC1F-4955-ACCA-148A2517E767}"/>
              </a:ext>
            </a:extLst>
          </p:cNvPr>
          <p:cNvSpPr>
            <a:spLocks xmlns:a="http://schemas.openxmlformats.org/drawingml/2006/main" noGrp="1"/>
          </p:cNvSpPr>
          <p:nvPr/>
        </p:nvSpPr>
        <p:spPr>
          <a:xfrm xmlns:a="http://schemas.openxmlformats.org/drawingml/2006/main">
            <a:off x="609600" y="2209800"/>
            <a:ext cx="5048250" cy="3181350"/>
          </a:xfrm>
          <a:prstGeom xmlns:a="http://schemas.openxmlformats.org/drawingml/2006/main" prst="roundRect">
            <a:avLst>
              <a:gd name="adj" fmla="val 2395"/>
            </a:avLst>
          </a:prstGeom>
          <a:solidFill xmlns:a="http://schemas.openxmlformats.org/drawingml/2006/main">
            <a:srgbClr val="FFFFFF"/>
          </a:solidFill>
          <a:ln xmlns:a="http://schemas.openxmlformats.org/drawingml/2006/main" w="0">
            <a:noFill/>
            <a:prstDash val="solid"/>
          </a:ln>
        </p:spPr>
      </p:sp>
      <p:sp>
        <p:nvSpPr>
          <p:cNvPr id="6" name="s6-formula-heading">
            <a:extLst xmlns:a="http://schemas.openxmlformats.org/drawingml/2006/main">
              <a:ext uri="{FF2B5EF4-FFF2-40B4-BE49-F238E27FC236}">
                <a16:creationId xmlns:a16="http://schemas.microsoft.com/office/drawing/2014/main" id="{38752019-FA7F-424C-8DE0-1F7C9A429F99}"/>
              </a:ext>
            </a:extLst>
          </p:cNvPr>
          <p:cNvSpPr>
            <a:spLocks xmlns:a="http://schemas.openxmlformats.org/drawingml/2006/main" noGrp="1"/>
          </p:cNvSpPr>
          <p:nvPr/>
        </p:nvSpPr>
        <p:spPr>
          <a:xfrm xmlns:a="http://schemas.openxmlformats.org/drawingml/2006/main">
            <a:off x="895350" y="2428875"/>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3657A"/>
                </a:solidFill>
                <a:latin typeface="DejaVu Sans"/>
                <a:ea typeface="DejaVu Sans"/>
                <a:cs typeface="DejaVu Sans"/>
              </a:defRPr>
            </a:defPPr>
            <a:lvl1pPr algn="l">
              <a:defRPr sz="1125" b="1">
                <a:solidFill>
                  <a:srgbClr val="53657A"/>
                </a:solidFill>
                <a:latin typeface="DejaVu Sans"/>
                <a:ea typeface="DejaVu Sans"/>
                <a:cs typeface="DejaVu Sans"/>
              </a:defRPr>
            </a:lvl1pPr>
            <a:lvl2pPr algn="l">
              <a:defRPr sz="1125" b="1">
                <a:solidFill>
                  <a:srgbClr val="53657A"/>
                </a:solidFill>
                <a:latin typeface="DejaVu Sans"/>
                <a:ea typeface="DejaVu Sans"/>
                <a:cs typeface="DejaVu Sans"/>
              </a:defRPr>
            </a:lvl2pPr>
            <a:lvl3pPr algn="l">
              <a:defRPr sz="1125" b="1">
                <a:solidFill>
                  <a:srgbClr val="53657A"/>
                </a:solidFill>
                <a:latin typeface="DejaVu Sans"/>
                <a:ea typeface="DejaVu Sans"/>
                <a:cs typeface="DejaVu Sans"/>
              </a:defRPr>
            </a:lvl3pPr>
            <a:lvl4pPr algn="l">
              <a:defRPr sz="1125" b="1">
                <a:solidFill>
                  <a:srgbClr val="53657A"/>
                </a:solidFill>
                <a:latin typeface="DejaVu Sans"/>
                <a:ea typeface="DejaVu Sans"/>
                <a:cs typeface="DejaVu Sans"/>
              </a:defRPr>
            </a:lvl4pPr>
            <a:lvl5pPr algn="l">
              <a:defRPr sz="1125" b="1">
                <a:solidFill>
                  <a:srgbClr val="53657A"/>
                </a:solidFill>
                <a:latin typeface="DejaVu Sans"/>
                <a:ea typeface="DejaVu Sans"/>
                <a:cs typeface="DejaVu Sans"/>
              </a:defRPr>
            </a:lvl5pPr>
            <a:lvl6pPr algn="l">
              <a:defRPr sz="1125" b="1">
                <a:solidFill>
                  <a:srgbClr val="53657A"/>
                </a:solidFill>
                <a:latin typeface="DejaVu Sans"/>
                <a:ea typeface="DejaVu Sans"/>
                <a:cs typeface="DejaVu Sans"/>
              </a:defRPr>
            </a:lvl6pPr>
            <a:lvl7pPr algn="l">
              <a:defRPr sz="1125" b="1">
                <a:solidFill>
                  <a:srgbClr val="53657A"/>
                </a:solidFill>
                <a:latin typeface="DejaVu Sans"/>
                <a:ea typeface="DejaVu Sans"/>
                <a:cs typeface="DejaVu Sans"/>
              </a:defRPr>
            </a:lvl7pPr>
            <a:lvl8pPr algn="l">
              <a:defRPr sz="1125" b="1">
                <a:solidFill>
                  <a:srgbClr val="53657A"/>
                </a:solidFill>
                <a:latin typeface="DejaVu Sans"/>
                <a:ea typeface="DejaVu Sans"/>
                <a:cs typeface="DejaVu Sans"/>
              </a:defRPr>
            </a:lvl8pPr>
            <a:lvl9pPr algn="l">
              <a:defRPr sz="1125" b="1">
                <a:solidFill>
                  <a:srgbClr val="53657A"/>
                </a:solidFill>
                <a:latin typeface="DejaVu Sans"/>
                <a:ea typeface="DejaVu Sans"/>
                <a:cs typeface="DejaVu Sans"/>
              </a:defRPr>
            </a:lvl9pPr>
          </a:lstStyle>
          <a:p xmlns:a="http://schemas.openxmlformats.org/drawingml/2006/main">
            <a:pPr algn="l">
              <a:defRPr sz="1125" b="1">
                <a:solidFill>
                  <a:srgbClr val="53657A"/>
                </a:solidFill>
                <a:latin typeface="DejaVu Sans"/>
                <a:ea typeface="DejaVu Sans"/>
                <a:cs typeface="DejaVu Sans"/>
              </a:defRPr>
            </a:pPr>
            <a:r>
              <a:rPr sz="1125" b="1">
                <a:solidFill>
                  <a:srgbClr val="53657A"/>
                </a:solidFill>
                <a:latin typeface="DejaVu Sans"/>
                <a:ea typeface="DejaVu Sans"/>
                <a:cs typeface="DejaVu Sans"/>
              </a:rPr>
              <a:t>ΔΥΟ ΑΝΤΙΣΤΑΣΕΙΣ ΠΑΡΑΛΛΗΛΑ</a:t>
            </a:r>
          </a:p>
        </p:txBody>
      </p:sp>
      <p:sp>
        <p:nvSpPr>
          <p:cNvPr id="7" name="s6-r1-label">
            <a:extLst xmlns:a="http://schemas.openxmlformats.org/drawingml/2006/main">
              <a:ext uri="{FF2B5EF4-FFF2-40B4-BE49-F238E27FC236}">
                <a16:creationId xmlns:a16="http://schemas.microsoft.com/office/drawing/2014/main" id="{0E3BC040-7F8D-4385-8CF2-BDDDA6ABFC2A}"/>
              </a:ext>
            </a:extLst>
          </p:cNvPr>
          <p:cNvSpPr>
            <a:spLocks xmlns:a="http://schemas.openxmlformats.org/drawingml/2006/main" noGrp="1"/>
          </p:cNvSpPr>
          <p:nvPr/>
        </p:nvSpPr>
        <p:spPr>
          <a:xfrm xmlns:a="http://schemas.openxmlformats.org/drawingml/2006/main">
            <a:off x="914400" y="3124200"/>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350" b="1">
                <a:solidFill>
                  <a:srgbClr val="101D31"/>
                </a:solidFill>
                <a:latin typeface="DejaVu Sans"/>
                <a:ea typeface="DejaVu Sans"/>
                <a:cs typeface="DejaVu Sans"/>
              </a:defRPr>
            </a:defPPr>
            <a:lvl1pPr algn="r">
              <a:defRPr sz="1350" b="1">
                <a:solidFill>
                  <a:srgbClr val="101D31"/>
                </a:solidFill>
                <a:latin typeface="DejaVu Sans"/>
                <a:ea typeface="DejaVu Sans"/>
                <a:cs typeface="DejaVu Sans"/>
              </a:defRPr>
            </a:lvl1pPr>
            <a:lvl2pPr algn="r">
              <a:defRPr sz="1350" b="1">
                <a:solidFill>
                  <a:srgbClr val="101D31"/>
                </a:solidFill>
                <a:latin typeface="DejaVu Sans"/>
                <a:ea typeface="DejaVu Sans"/>
                <a:cs typeface="DejaVu Sans"/>
              </a:defRPr>
            </a:lvl2pPr>
            <a:lvl3pPr algn="r">
              <a:defRPr sz="1350" b="1">
                <a:solidFill>
                  <a:srgbClr val="101D31"/>
                </a:solidFill>
                <a:latin typeface="DejaVu Sans"/>
                <a:ea typeface="DejaVu Sans"/>
                <a:cs typeface="DejaVu Sans"/>
              </a:defRPr>
            </a:lvl3pPr>
            <a:lvl4pPr algn="r">
              <a:defRPr sz="1350" b="1">
                <a:solidFill>
                  <a:srgbClr val="101D31"/>
                </a:solidFill>
                <a:latin typeface="DejaVu Sans"/>
                <a:ea typeface="DejaVu Sans"/>
                <a:cs typeface="DejaVu Sans"/>
              </a:defRPr>
            </a:lvl4pPr>
            <a:lvl5pPr algn="r">
              <a:defRPr sz="1350" b="1">
                <a:solidFill>
                  <a:srgbClr val="101D31"/>
                </a:solidFill>
                <a:latin typeface="DejaVu Sans"/>
                <a:ea typeface="DejaVu Sans"/>
                <a:cs typeface="DejaVu Sans"/>
              </a:defRPr>
            </a:lvl5pPr>
            <a:lvl6pPr algn="r">
              <a:defRPr sz="1350" b="1">
                <a:solidFill>
                  <a:srgbClr val="101D31"/>
                </a:solidFill>
                <a:latin typeface="DejaVu Sans"/>
                <a:ea typeface="DejaVu Sans"/>
                <a:cs typeface="DejaVu Sans"/>
              </a:defRPr>
            </a:lvl6pPr>
            <a:lvl7pPr algn="r">
              <a:defRPr sz="1350" b="1">
                <a:solidFill>
                  <a:srgbClr val="101D31"/>
                </a:solidFill>
                <a:latin typeface="DejaVu Sans"/>
                <a:ea typeface="DejaVu Sans"/>
                <a:cs typeface="DejaVu Sans"/>
              </a:defRPr>
            </a:lvl7pPr>
            <a:lvl8pPr algn="r">
              <a:defRPr sz="1350" b="1">
                <a:solidFill>
                  <a:srgbClr val="101D31"/>
                </a:solidFill>
                <a:latin typeface="DejaVu Sans"/>
                <a:ea typeface="DejaVu Sans"/>
                <a:cs typeface="DejaVu Sans"/>
              </a:defRPr>
            </a:lvl8pPr>
            <a:lvl9pPr algn="r">
              <a:defRPr sz="1350" b="1">
                <a:solidFill>
                  <a:srgbClr val="101D31"/>
                </a:solidFill>
                <a:latin typeface="DejaVu Sans"/>
                <a:ea typeface="DejaVu Sans"/>
                <a:cs typeface="DejaVu Sans"/>
              </a:defRPr>
            </a:lvl9pPr>
          </a:lstStyle>
          <a:p xmlns:a="http://schemas.openxmlformats.org/drawingml/2006/main">
            <a:pPr algn="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120 Ω</a:t>
            </a:r>
          </a:p>
        </p:txBody>
      </p:sp>
      <p:sp>
        <p:nvSpPr>
          <p:cNvPr id="8" name="s6-r2-label">
            <a:extLst xmlns:a="http://schemas.openxmlformats.org/drawingml/2006/main">
              <a:ext uri="{FF2B5EF4-FFF2-40B4-BE49-F238E27FC236}">
                <a16:creationId xmlns:a16="http://schemas.microsoft.com/office/drawing/2014/main" id="{848189F2-8178-4BA7-A323-20BC84D95878}"/>
              </a:ext>
            </a:extLst>
          </p:cNvPr>
          <p:cNvSpPr>
            <a:spLocks xmlns:a="http://schemas.openxmlformats.org/drawingml/2006/main" noGrp="1"/>
          </p:cNvSpPr>
          <p:nvPr/>
        </p:nvSpPr>
        <p:spPr>
          <a:xfrm xmlns:a="http://schemas.openxmlformats.org/drawingml/2006/main">
            <a:off x="914400" y="4038600"/>
            <a:ext cx="876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350" b="1">
                <a:solidFill>
                  <a:srgbClr val="101D31"/>
                </a:solidFill>
                <a:latin typeface="DejaVu Sans"/>
                <a:ea typeface="DejaVu Sans"/>
                <a:cs typeface="DejaVu Sans"/>
              </a:defRPr>
            </a:defPPr>
            <a:lvl1pPr algn="r">
              <a:defRPr sz="1350" b="1">
                <a:solidFill>
                  <a:srgbClr val="101D31"/>
                </a:solidFill>
                <a:latin typeface="DejaVu Sans"/>
                <a:ea typeface="DejaVu Sans"/>
                <a:cs typeface="DejaVu Sans"/>
              </a:defRPr>
            </a:lvl1pPr>
            <a:lvl2pPr algn="r">
              <a:defRPr sz="1350" b="1">
                <a:solidFill>
                  <a:srgbClr val="101D31"/>
                </a:solidFill>
                <a:latin typeface="DejaVu Sans"/>
                <a:ea typeface="DejaVu Sans"/>
                <a:cs typeface="DejaVu Sans"/>
              </a:defRPr>
            </a:lvl2pPr>
            <a:lvl3pPr algn="r">
              <a:defRPr sz="1350" b="1">
                <a:solidFill>
                  <a:srgbClr val="101D31"/>
                </a:solidFill>
                <a:latin typeface="DejaVu Sans"/>
                <a:ea typeface="DejaVu Sans"/>
                <a:cs typeface="DejaVu Sans"/>
              </a:defRPr>
            </a:lvl3pPr>
            <a:lvl4pPr algn="r">
              <a:defRPr sz="1350" b="1">
                <a:solidFill>
                  <a:srgbClr val="101D31"/>
                </a:solidFill>
                <a:latin typeface="DejaVu Sans"/>
                <a:ea typeface="DejaVu Sans"/>
                <a:cs typeface="DejaVu Sans"/>
              </a:defRPr>
            </a:lvl4pPr>
            <a:lvl5pPr algn="r">
              <a:defRPr sz="1350" b="1">
                <a:solidFill>
                  <a:srgbClr val="101D31"/>
                </a:solidFill>
                <a:latin typeface="DejaVu Sans"/>
                <a:ea typeface="DejaVu Sans"/>
                <a:cs typeface="DejaVu Sans"/>
              </a:defRPr>
            </a:lvl5pPr>
            <a:lvl6pPr algn="r">
              <a:defRPr sz="1350" b="1">
                <a:solidFill>
                  <a:srgbClr val="101D31"/>
                </a:solidFill>
                <a:latin typeface="DejaVu Sans"/>
                <a:ea typeface="DejaVu Sans"/>
                <a:cs typeface="DejaVu Sans"/>
              </a:defRPr>
            </a:lvl6pPr>
            <a:lvl7pPr algn="r">
              <a:defRPr sz="1350" b="1">
                <a:solidFill>
                  <a:srgbClr val="101D31"/>
                </a:solidFill>
                <a:latin typeface="DejaVu Sans"/>
                <a:ea typeface="DejaVu Sans"/>
                <a:cs typeface="DejaVu Sans"/>
              </a:defRPr>
            </a:lvl7pPr>
            <a:lvl8pPr algn="r">
              <a:defRPr sz="1350" b="1">
                <a:solidFill>
                  <a:srgbClr val="101D31"/>
                </a:solidFill>
                <a:latin typeface="DejaVu Sans"/>
                <a:ea typeface="DejaVu Sans"/>
                <a:cs typeface="DejaVu Sans"/>
              </a:defRPr>
            </a:lvl8pPr>
            <a:lvl9pPr algn="r">
              <a:defRPr sz="1350" b="1">
                <a:solidFill>
                  <a:srgbClr val="101D31"/>
                </a:solidFill>
                <a:latin typeface="DejaVu Sans"/>
                <a:ea typeface="DejaVu Sans"/>
                <a:cs typeface="DejaVu Sans"/>
              </a:defRPr>
            </a:lvl9pPr>
          </a:lstStyle>
          <a:p xmlns:a="http://schemas.openxmlformats.org/drawingml/2006/main">
            <a:pPr algn="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120 Ω</a:t>
            </a:r>
          </a:p>
        </p:txBody>
      </p:sp>
      <p:sp>
        <p:nvSpPr>
          <p:cNvPr id="9" name="s6-r1">
            <a:extLst xmlns:a="http://schemas.openxmlformats.org/drawingml/2006/main">
              <a:ext uri="{FF2B5EF4-FFF2-40B4-BE49-F238E27FC236}">
                <a16:creationId xmlns:a16="http://schemas.microsoft.com/office/drawing/2014/main" id="{AF481ABB-B359-432F-89F8-DBD5BA79D810}"/>
              </a:ext>
            </a:extLst>
          </p:cNvPr>
          <p:cNvSpPr>
            <a:spLocks xmlns:a="http://schemas.openxmlformats.org/drawingml/2006/main" noGrp="1"/>
          </p:cNvSpPr>
          <p:nvPr/>
        </p:nvSpPr>
        <p:spPr>
          <a:xfrm xmlns:a="http://schemas.openxmlformats.org/drawingml/2006/main">
            <a:off x="2133600" y="3028950"/>
            <a:ext cx="1066800" cy="495300"/>
          </a:xfrm>
          <a:prstGeom xmlns:a="http://schemas.openxmlformats.org/drawingml/2006/main" prst="roundRect">
            <a:avLst>
              <a:gd name="adj" fmla="val 15385"/>
            </a:avLst>
          </a:prstGeom>
          <a:solidFill xmlns:a="http://schemas.openxmlformats.org/drawingml/2006/main">
            <a:srgbClr val="FFF8E7"/>
          </a:solidFill>
          <a:ln xmlns:a="http://schemas.openxmlformats.org/drawingml/2006/main" w="19050">
            <a:solidFill>
              <a:srgbClr val="FF9B54"/>
            </a:solidFill>
            <a:prstDash val="solid"/>
          </a:ln>
        </p:spPr>
      </p:sp>
      <p:sp>
        <p:nvSpPr>
          <p:cNvPr id="10" name="s6-r2">
            <a:extLst xmlns:a="http://schemas.openxmlformats.org/drawingml/2006/main">
              <a:ext uri="{FF2B5EF4-FFF2-40B4-BE49-F238E27FC236}">
                <a16:creationId xmlns:a16="http://schemas.microsoft.com/office/drawing/2014/main" id="{71B46B25-5CA8-4504-B0DA-3A55664F667B}"/>
              </a:ext>
            </a:extLst>
          </p:cNvPr>
          <p:cNvSpPr>
            <a:spLocks xmlns:a="http://schemas.openxmlformats.org/drawingml/2006/main" noGrp="1"/>
          </p:cNvSpPr>
          <p:nvPr/>
        </p:nvSpPr>
        <p:spPr>
          <a:xfrm xmlns:a="http://schemas.openxmlformats.org/drawingml/2006/main">
            <a:off x="2133600" y="3943350"/>
            <a:ext cx="1066800" cy="495300"/>
          </a:xfrm>
          <a:prstGeom xmlns:a="http://schemas.openxmlformats.org/drawingml/2006/main" prst="roundRect">
            <a:avLst>
              <a:gd name="adj" fmla="val 15385"/>
            </a:avLst>
          </a:prstGeom>
          <a:solidFill xmlns:a="http://schemas.openxmlformats.org/drawingml/2006/main">
            <a:srgbClr val="FFF8E7"/>
          </a:solidFill>
          <a:ln xmlns:a="http://schemas.openxmlformats.org/drawingml/2006/main" w="19050">
            <a:solidFill>
              <a:srgbClr val="FF9B54"/>
            </a:solidFill>
            <a:prstDash val="solid"/>
          </a:ln>
        </p:spPr>
      </p:sp>
      <p:sp>
        <p:nvSpPr>
          <p:cNvPr id="11" name="s6-rail-left-top">
            <a:extLst xmlns:a="http://schemas.openxmlformats.org/drawingml/2006/main">
              <a:ext uri="{FF2B5EF4-FFF2-40B4-BE49-F238E27FC236}">
                <a16:creationId xmlns:a16="http://schemas.microsoft.com/office/drawing/2014/main" id="{9CA4E2AB-B7A4-4BE2-B7D1-3456AF52AAC9}"/>
              </a:ext>
            </a:extLst>
          </p:cNvPr>
          <p:cNvSpPr>
            <a:spLocks xmlns:a="http://schemas.openxmlformats.org/drawingml/2006/main" noGrp="1"/>
          </p:cNvSpPr>
          <p:nvPr/>
        </p:nvSpPr>
        <p:spPr>
          <a:xfrm xmlns:a="http://schemas.openxmlformats.org/drawingml/2006/main">
            <a:off x="1790700" y="3105150"/>
            <a:ext cx="342900" cy="381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12" name="s6-rail-left-bottom">
            <a:extLst xmlns:a="http://schemas.openxmlformats.org/drawingml/2006/main">
              <a:ext uri="{FF2B5EF4-FFF2-40B4-BE49-F238E27FC236}">
                <a16:creationId xmlns:a16="http://schemas.microsoft.com/office/drawing/2014/main" id="{6EF44085-587C-4FF7-9A2E-09C9D072AF2C}"/>
              </a:ext>
            </a:extLst>
          </p:cNvPr>
          <p:cNvSpPr>
            <a:spLocks xmlns:a="http://schemas.openxmlformats.org/drawingml/2006/main" noGrp="1"/>
          </p:cNvSpPr>
          <p:nvPr/>
        </p:nvSpPr>
        <p:spPr>
          <a:xfrm xmlns:a="http://schemas.openxmlformats.org/drawingml/2006/main">
            <a:off x="1790700" y="4324350"/>
            <a:ext cx="34290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3" name="s6-rail-right-top">
            <a:extLst xmlns:a="http://schemas.openxmlformats.org/drawingml/2006/main">
              <a:ext uri="{FF2B5EF4-FFF2-40B4-BE49-F238E27FC236}">
                <a16:creationId xmlns:a16="http://schemas.microsoft.com/office/drawing/2014/main" id="{F6968093-31E5-4095-948A-7E5756325A8B}"/>
              </a:ext>
            </a:extLst>
          </p:cNvPr>
          <p:cNvSpPr>
            <a:spLocks xmlns:a="http://schemas.openxmlformats.org/drawingml/2006/main" noGrp="1"/>
          </p:cNvSpPr>
          <p:nvPr/>
        </p:nvSpPr>
        <p:spPr>
          <a:xfrm xmlns:a="http://schemas.openxmlformats.org/drawingml/2006/main">
            <a:off x="3200400" y="3105150"/>
            <a:ext cx="342900" cy="381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14" name="s6-rail-right-bottom">
            <a:extLst xmlns:a="http://schemas.openxmlformats.org/drawingml/2006/main">
              <a:ext uri="{FF2B5EF4-FFF2-40B4-BE49-F238E27FC236}">
                <a16:creationId xmlns:a16="http://schemas.microsoft.com/office/drawing/2014/main" id="{9D756551-A745-48B0-99D6-EA74219A4549}"/>
              </a:ext>
            </a:extLst>
          </p:cNvPr>
          <p:cNvSpPr>
            <a:spLocks xmlns:a="http://schemas.openxmlformats.org/drawingml/2006/main" noGrp="1"/>
          </p:cNvSpPr>
          <p:nvPr/>
        </p:nvSpPr>
        <p:spPr>
          <a:xfrm xmlns:a="http://schemas.openxmlformats.org/drawingml/2006/main">
            <a:off x="3200400" y="4324350"/>
            <a:ext cx="34290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5" name="s6-parallel-left">
            <a:extLst xmlns:a="http://schemas.openxmlformats.org/drawingml/2006/main">
              <a:ext uri="{FF2B5EF4-FFF2-40B4-BE49-F238E27FC236}">
                <a16:creationId xmlns:a16="http://schemas.microsoft.com/office/drawing/2014/main" id="{DC01C063-6515-462D-B9FA-4488AEBDA683}"/>
              </a:ext>
            </a:extLst>
          </p:cNvPr>
          <p:cNvSpPr>
            <a:spLocks xmlns:a="http://schemas.openxmlformats.org/drawingml/2006/main" noGrp="1"/>
          </p:cNvSpPr>
          <p:nvPr/>
        </p:nvSpPr>
        <p:spPr>
          <a:xfrm xmlns:a="http://schemas.openxmlformats.org/drawingml/2006/main">
            <a:off x="1771650" y="3124200"/>
            <a:ext cx="38100" cy="1219200"/>
          </a:xfrm>
          <a:prstGeom xmlns:a="http://schemas.openxmlformats.org/drawingml/2006/main" prst="rect">
            <a:avLst/>
          </a:prstGeom>
          <a:solidFill xmlns:a="http://schemas.openxmlformats.org/drawingml/2006/main">
            <a:srgbClr val="657A8E"/>
          </a:solidFill>
          <a:ln xmlns:a="http://schemas.openxmlformats.org/drawingml/2006/main" w="0">
            <a:noFill/>
            <a:prstDash val="solid"/>
          </a:ln>
        </p:spPr>
      </p:sp>
      <p:sp>
        <p:nvSpPr>
          <p:cNvPr id="16" name="s6-parallel-right">
            <a:extLst xmlns:a="http://schemas.openxmlformats.org/drawingml/2006/main">
              <a:ext uri="{FF2B5EF4-FFF2-40B4-BE49-F238E27FC236}">
                <a16:creationId xmlns:a16="http://schemas.microsoft.com/office/drawing/2014/main" id="{0E892DCF-1608-4255-8017-E8827DF15663}"/>
              </a:ext>
            </a:extLst>
          </p:cNvPr>
          <p:cNvSpPr>
            <a:spLocks xmlns:a="http://schemas.openxmlformats.org/drawingml/2006/main" noGrp="1"/>
          </p:cNvSpPr>
          <p:nvPr/>
        </p:nvSpPr>
        <p:spPr>
          <a:xfrm xmlns:a="http://schemas.openxmlformats.org/drawingml/2006/main">
            <a:off x="3524250" y="3124200"/>
            <a:ext cx="38100" cy="1219200"/>
          </a:xfrm>
          <a:prstGeom xmlns:a="http://schemas.openxmlformats.org/drawingml/2006/main" prst="rect">
            <a:avLst/>
          </a:prstGeom>
          <a:solidFill xmlns:a="http://schemas.openxmlformats.org/drawingml/2006/main">
            <a:srgbClr val="657A8E"/>
          </a:solidFill>
          <a:ln xmlns:a="http://schemas.openxmlformats.org/drawingml/2006/main" w="0">
            <a:noFill/>
            <a:prstDash val="solid"/>
          </a:ln>
        </p:spPr>
      </p:sp>
      <p:sp>
        <p:nvSpPr>
          <p:cNvPr id="17" name="s6-equation">
            <a:extLst xmlns:a="http://schemas.openxmlformats.org/drawingml/2006/main">
              <a:ext uri="{FF2B5EF4-FFF2-40B4-BE49-F238E27FC236}">
                <a16:creationId xmlns:a16="http://schemas.microsoft.com/office/drawing/2014/main" id="{3742DB79-1E24-49E0-95E5-F772E03D2E60}"/>
              </a:ext>
            </a:extLst>
          </p:cNvPr>
          <p:cNvSpPr>
            <a:spLocks xmlns:a="http://schemas.openxmlformats.org/drawingml/2006/main" noGrp="1"/>
          </p:cNvSpPr>
          <p:nvPr/>
        </p:nvSpPr>
        <p:spPr>
          <a:xfrm xmlns:a="http://schemas.openxmlformats.org/drawingml/2006/main">
            <a:off x="895350" y="46482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01D31"/>
                </a:solidFill>
                <a:latin typeface="DejaVu Sans"/>
                <a:ea typeface="DejaVu Sans"/>
                <a:cs typeface="DejaVu Sans"/>
              </a:defRPr>
            </a:defPPr>
            <a:lvl1pPr algn="ctr">
              <a:defRPr sz="1875" b="1">
                <a:solidFill>
                  <a:srgbClr val="101D31"/>
                </a:solidFill>
                <a:latin typeface="DejaVu Sans"/>
                <a:ea typeface="DejaVu Sans"/>
                <a:cs typeface="DejaVu Sans"/>
              </a:defRPr>
            </a:lvl1pPr>
            <a:lvl2pPr algn="ctr">
              <a:defRPr sz="1875" b="1">
                <a:solidFill>
                  <a:srgbClr val="101D31"/>
                </a:solidFill>
                <a:latin typeface="DejaVu Sans"/>
                <a:ea typeface="DejaVu Sans"/>
                <a:cs typeface="DejaVu Sans"/>
              </a:defRPr>
            </a:lvl2pPr>
            <a:lvl3pPr algn="ctr">
              <a:defRPr sz="1875" b="1">
                <a:solidFill>
                  <a:srgbClr val="101D31"/>
                </a:solidFill>
                <a:latin typeface="DejaVu Sans"/>
                <a:ea typeface="DejaVu Sans"/>
                <a:cs typeface="DejaVu Sans"/>
              </a:defRPr>
            </a:lvl3pPr>
            <a:lvl4pPr algn="ctr">
              <a:defRPr sz="1875" b="1">
                <a:solidFill>
                  <a:srgbClr val="101D31"/>
                </a:solidFill>
                <a:latin typeface="DejaVu Sans"/>
                <a:ea typeface="DejaVu Sans"/>
                <a:cs typeface="DejaVu Sans"/>
              </a:defRPr>
            </a:lvl4pPr>
            <a:lvl5pPr algn="ctr">
              <a:defRPr sz="1875" b="1">
                <a:solidFill>
                  <a:srgbClr val="101D31"/>
                </a:solidFill>
                <a:latin typeface="DejaVu Sans"/>
                <a:ea typeface="DejaVu Sans"/>
                <a:cs typeface="DejaVu Sans"/>
              </a:defRPr>
            </a:lvl5pPr>
            <a:lvl6pPr algn="ctr">
              <a:defRPr sz="1875" b="1">
                <a:solidFill>
                  <a:srgbClr val="101D31"/>
                </a:solidFill>
                <a:latin typeface="DejaVu Sans"/>
                <a:ea typeface="DejaVu Sans"/>
                <a:cs typeface="DejaVu Sans"/>
              </a:defRPr>
            </a:lvl6pPr>
            <a:lvl7pPr algn="ctr">
              <a:defRPr sz="1875" b="1">
                <a:solidFill>
                  <a:srgbClr val="101D31"/>
                </a:solidFill>
                <a:latin typeface="DejaVu Sans"/>
                <a:ea typeface="DejaVu Sans"/>
                <a:cs typeface="DejaVu Sans"/>
              </a:defRPr>
            </a:lvl7pPr>
            <a:lvl8pPr algn="ctr">
              <a:defRPr sz="1875" b="1">
                <a:solidFill>
                  <a:srgbClr val="101D31"/>
                </a:solidFill>
                <a:latin typeface="DejaVu Sans"/>
                <a:ea typeface="DejaVu Sans"/>
                <a:cs typeface="DejaVu Sans"/>
              </a:defRPr>
            </a:lvl8pPr>
            <a:lvl9pPr algn="ctr">
              <a:defRPr sz="1875" b="1">
                <a:solidFill>
                  <a:srgbClr val="101D31"/>
                </a:solidFill>
                <a:latin typeface="DejaVu Sans"/>
                <a:ea typeface="DejaVu Sans"/>
                <a:cs typeface="DejaVu Sans"/>
              </a:defRPr>
            </a:lvl9pPr>
          </a:lstStyle>
          <a:p xmlns:a="http://schemas.openxmlformats.org/drawingml/2006/main">
            <a:pPr algn="ctr">
              <a:defRPr sz="1875" b="1">
                <a:solidFill>
                  <a:srgbClr val="101D31"/>
                </a:solidFill>
                <a:latin typeface="DejaVu Sans"/>
                <a:ea typeface="DejaVu Sans"/>
                <a:cs typeface="DejaVu Sans"/>
              </a:defRPr>
            </a:pPr>
            <a:r>
              <a:rPr sz="1875" b="1">
                <a:solidFill>
                  <a:srgbClr val="101D31"/>
                </a:solidFill>
                <a:latin typeface="DejaVu Sans"/>
                <a:ea typeface="DejaVu Sans"/>
                <a:cs typeface="DejaVu Sans"/>
              </a:rPr>
              <a:t>120 Ω  ∥  120 Ω  =  60 Ω</a:t>
            </a:r>
          </a:p>
        </p:txBody>
      </p:sp>
      <p:sp>
        <p:nvSpPr>
          <p:cNvPr id="18" name="s6-formula-foot">
            <a:extLst xmlns:a="http://schemas.openxmlformats.org/drawingml/2006/main">
              <a:ext uri="{FF2B5EF4-FFF2-40B4-BE49-F238E27FC236}">
                <a16:creationId xmlns:a16="http://schemas.microsoft.com/office/drawing/2014/main" id="{5584F15B-EA40-4415-A51E-F9F765C6783F}"/>
              </a:ext>
            </a:extLst>
          </p:cNvPr>
          <p:cNvSpPr>
            <a:spLocks xmlns:a="http://schemas.openxmlformats.org/drawingml/2006/main" noGrp="1"/>
          </p:cNvSpPr>
          <p:nvPr/>
        </p:nvSpPr>
        <p:spPr>
          <a:xfrm xmlns:a="http://schemas.openxmlformats.org/drawingml/2006/main">
            <a:off x="895350" y="50482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53657A"/>
                </a:solidFill>
                <a:latin typeface="DejaVu Sans"/>
                <a:ea typeface="DejaVu Sans"/>
                <a:cs typeface="DejaVu Sans"/>
              </a:defRPr>
            </a:defPPr>
            <a:lvl1pPr algn="ctr">
              <a:defRPr sz="975" b="0">
                <a:solidFill>
                  <a:srgbClr val="53657A"/>
                </a:solidFill>
                <a:latin typeface="DejaVu Sans"/>
                <a:ea typeface="DejaVu Sans"/>
                <a:cs typeface="DejaVu Sans"/>
              </a:defRPr>
            </a:lvl1pPr>
            <a:lvl2pPr algn="ctr">
              <a:defRPr sz="975" b="0">
                <a:solidFill>
                  <a:srgbClr val="53657A"/>
                </a:solidFill>
                <a:latin typeface="DejaVu Sans"/>
                <a:ea typeface="DejaVu Sans"/>
                <a:cs typeface="DejaVu Sans"/>
              </a:defRPr>
            </a:lvl2pPr>
            <a:lvl3pPr algn="ctr">
              <a:defRPr sz="975" b="0">
                <a:solidFill>
                  <a:srgbClr val="53657A"/>
                </a:solidFill>
                <a:latin typeface="DejaVu Sans"/>
                <a:ea typeface="DejaVu Sans"/>
                <a:cs typeface="DejaVu Sans"/>
              </a:defRPr>
            </a:lvl3pPr>
            <a:lvl4pPr algn="ctr">
              <a:defRPr sz="975" b="0">
                <a:solidFill>
                  <a:srgbClr val="53657A"/>
                </a:solidFill>
                <a:latin typeface="DejaVu Sans"/>
                <a:ea typeface="DejaVu Sans"/>
                <a:cs typeface="DejaVu Sans"/>
              </a:defRPr>
            </a:lvl4pPr>
            <a:lvl5pPr algn="ctr">
              <a:defRPr sz="975" b="0">
                <a:solidFill>
                  <a:srgbClr val="53657A"/>
                </a:solidFill>
                <a:latin typeface="DejaVu Sans"/>
                <a:ea typeface="DejaVu Sans"/>
                <a:cs typeface="DejaVu Sans"/>
              </a:defRPr>
            </a:lvl5pPr>
            <a:lvl6pPr algn="ctr">
              <a:defRPr sz="975" b="0">
                <a:solidFill>
                  <a:srgbClr val="53657A"/>
                </a:solidFill>
                <a:latin typeface="DejaVu Sans"/>
                <a:ea typeface="DejaVu Sans"/>
                <a:cs typeface="DejaVu Sans"/>
              </a:defRPr>
            </a:lvl6pPr>
            <a:lvl7pPr algn="ctr">
              <a:defRPr sz="975" b="0">
                <a:solidFill>
                  <a:srgbClr val="53657A"/>
                </a:solidFill>
                <a:latin typeface="DejaVu Sans"/>
                <a:ea typeface="DejaVu Sans"/>
                <a:cs typeface="DejaVu Sans"/>
              </a:defRPr>
            </a:lvl7pPr>
            <a:lvl8pPr algn="ctr">
              <a:defRPr sz="975" b="0">
                <a:solidFill>
                  <a:srgbClr val="53657A"/>
                </a:solidFill>
                <a:latin typeface="DejaVu Sans"/>
                <a:ea typeface="DejaVu Sans"/>
                <a:cs typeface="DejaVu Sans"/>
              </a:defRPr>
            </a:lvl8pPr>
            <a:lvl9pPr algn="ctr">
              <a:defRPr sz="975" b="0">
                <a:solidFill>
                  <a:srgbClr val="53657A"/>
                </a:solidFill>
                <a:latin typeface="DejaVu Sans"/>
                <a:ea typeface="DejaVu Sans"/>
                <a:cs typeface="DejaVu Sans"/>
              </a:defRPr>
            </a:lvl9pPr>
          </a:lstStyle>
          <a:p xmlns:a="http://schemas.openxmlformats.org/drawingml/2006/main">
            <a:pPr algn="ctr">
              <a:defRPr sz="975" b="0">
                <a:solidFill>
                  <a:srgbClr val="53657A"/>
                </a:solidFill>
                <a:latin typeface="DejaVu Sans"/>
                <a:ea typeface="DejaVu Sans"/>
                <a:cs typeface="DejaVu Sans"/>
              </a:defRPr>
            </a:pPr>
            <a:r>
              <a:rPr sz="975" b="0">
                <a:solidFill>
                  <a:srgbClr val="53657A"/>
                </a:solidFill>
                <a:latin typeface="DejaVu Sans"/>
                <a:ea typeface="DejaVu Sans"/>
                <a:cs typeface="DejaVu Sans"/>
              </a:rPr>
              <a:t>Η ισοδύναμη αντίσταση που «βλέπει» το πολύμετρο.</a:t>
            </a:r>
          </a:p>
        </p:txBody>
      </p:sp>
      <p:sp>
        <p:nvSpPr>
          <p:cNvPr id="19" name="s6-measure-panel">
            <a:extLst xmlns:a="http://schemas.openxmlformats.org/drawingml/2006/main">
              <a:ext uri="{FF2B5EF4-FFF2-40B4-BE49-F238E27FC236}">
                <a16:creationId xmlns:a16="http://schemas.microsoft.com/office/drawing/2014/main" id="{F5056B1E-0C99-4F8B-B958-472BB8BB2AA1}"/>
              </a:ext>
            </a:extLst>
          </p:cNvPr>
          <p:cNvSpPr>
            <a:spLocks xmlns:a="http://schemas.openxmlformats.org/drawingml/2006/main" noGrp="1"/>
          </p:cNvSpPr>
          <p:nvPr/>
        </p:nvSpPr>
        <p:spPr>
          <a:xfrm xmlns:a="http://schemas.openxmlformats.org/drawingml/2006/main">
            <a:off x="6038850" y="2209800"/>
            <a:ext cx="5543550" cy="3181350"/>
          </a:xfrm>
          <a:prstGeom xmlns:a="http://schemas.openxmlformats.org/drawingml/2006/main" prst="roundRect">
            <a:avLst>
              <a:gd name="adj" fmla="val 2395"/>
            </a:avLst>
          </a:prstGeom>
          <a:solidFill xmlns:a="http://schemas.openxmlformats.org/drawingml/2006/main">
            <a:srgbClr val="10243A"/>
          </a:solidFill>
          <a:ln xmlns:a="http://schemas.openxmlformats.org/drawingml/2006/main" w="14288">
            <a:solidFill>
              <a:srgbClr val="274057"/>
            </a:solidFill>
            <a:prstDash val="solid"/>
          </a:ln>
        </p:spPr>
      </p:sp>
      <p:sp>
        <p:nvSpPr>
          <p:cNvPr id="20" name="s6-measure-heading">
            <a:extLst xmlns:a="http://schemas.openxmlformats.org/drawingml/2006/main">
              <a:ext uri="{FF2B5EF4-FFF2-40B4-BE49-F238E27FC236}">
                <a16:creationId xmlns:a16="http://schemas.microsoft.com/office/drawing/2014/main" id="{8CDEC2DE-40F4-497C-ACB4-293BA4876CEE}"/>
              </a:ext>
            </a:extLst>
          </p:cNvPr>
          <p:cNvSpPr>
            <a:spLocks xmlns:a="http://schemas.openxmlformats.org/drawingml/2006/main" noGrp="1"/>
          </p:cNvSpPr>
          <p:nvPr/>
        </p:nvSpPr>
        <p:spPr>
          <a:xfrm xmlns:a="http://schemas.openxmlformats.org/drawingml/2006/main">
            <a:off x="6324600" y="24288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35D8F1"/>
                </a:solidFill>
                <a:latin typeface="DejaVu Sans"/>
                <a:ea typeface="DejaVu Sans"/>
                <a:cs typeface="DejaVu Sans"/>
              </a:defRPr>
            </a:defPPr>
            <a:lvl1pPr algn="l">
              <a:defRPr sz="1125" b="1">
                <a:solidFill>
                  <a:srgbClr val="35D8F1"/>
                </a:solidFill>
                <a:latin typeface="DejaVu Sans"/>
                <a:ea typeface="DejaVu Sans"/>
                <a:cs typeface="DejaVu Sans"/>
              </a:defRPr>
            </a:lvl1pPr>
            <a:lvl2pPr algn="l">
              <a:defRPr sz="1125" b="1">
                <a:solidFill>
                  <a:srgbClr val="35D8F1"/>
                </a:solidFill>
                <a:latin typeface="DejaVu Sans"/>
                <a:ea typeface="DejaVu Sans"/>
                <a:cs typeface="DejaVu Sans"/>
              </a:defRPr>
            </a:lvl2pPr>
            <a:lvl3pPr algn="l">
              <a:defRPr sz="1125" b="1">
                <a:solidFill>
                  <a:srgbClr val="35D8F1"/>
                </a:solidFill>
                <a:latin typeface="DejaVu Sans"/>
                <a:ea typeface="DejaVu Sans"/>
                <a:cs typeface="DejaVu Sans"/>
              </a:defRPr>
            </a:lvl3pPr>
            <a:lvl4pPr algn="l">
              <a:defRPr sz="1125" b="1">
                <a:solidFill>
                  <a:srgbClr val="35D8F1"/>
                </a:solidFill>
                <a:latin typeface="DejaVu Sans"/>
                <a:ea typeface="DejaVu Sans"/>
                <a:cs typeface="DejaVu Sans"/>
              </a:defRPr>
            </a:lvl4pPr>
            <a:lvl5pPr algn="l">
              <a:defRPr sz="1125" b="1">
                <a:solidFill>
                  <a:srgbClr val="35D8F1"/>
                </a:solidFill>
                <a:latin typeface="DejaVu Sans"/>
                <a:ea typeface="DejaVu Sans"/>
                <a:cs typeface="DejaVu Sans"/>
              </a:defRPr>
            </a:lvl5pPr>
            <a:lvl6pPr algn="l">
              <a:defRPr sz="1125" b="1">
                <a:solidFill>
                  <a:srgbClr val="35D8F1"/>
                </a:solidFill>
                <a:latin typeface="DejaVu Sans"/>
                <a:ea typeface="DejaVu Sans"/>
                <a:cs typeface="DejaVu Sans"/>
              </a:defRPr>
            </a:lvl6pPr>
            <a:lvl7pPr algn="l">
              <a:defRPr sz="1125" b="1">
                <a:solidFill>
                  <a:srgbClr val="35D8F1"/>
                </a:solidFill>
                <a:latin typeface="DejaVu Sans"/>
                <a:ea typeface="DejaVu Sans"/>
                <a:cs typeface="DejaVu Sans"/>
              </a:defRPr>
            </a:lvl7pPr>
            <a:lvl8pPr algn="l">
              <a:defRPr sz="1125" b="1">
                <a:solidFill>
                  <a:srgbClr val="35D8F1"/>
                </a:solidFill>
                <a:latin typeface="DejaVu Sans"/>
                <a:ea typeface="DejaVu Sans"/>
                <a:cs typeface="DejaVu Sans"/>
              </a:defRPr>
            </a:lvl8pPr>
            <a:lvl9pPr algn="l">
              <a:defRPr sz="1125" b="1">
                <a:solidFill>
                  <a:srgbClr val="35D8F1"/>
                </a:solidFill>
                <a:latin typeface="DejaVu Sans"/>
                <a:ea typeface="DejaVu Sans"/>
                <a:cs typeface="DejaVu Sans"/>
              </a:defRPr>
            </a:lvl9pPr>
          </a:lstStyle>
          <a:p xmlns:a="http://schemas.openxmlformats.org/drawingml/2006/main">
            <a:pPr algn="l">
              <a:defRPr sz="1125" b="1">
                <a:solidFill>
                  <a:srgbClr val="35D8F1"/>
                </a:solidFill>
                <a:latin typeface="DejaVu Sans"/>
                <a:ea typeface="DejaVu Sans"/>
                <a:cs typeface="DejaVu Sans"/>
              </a:defRPr>
            </a:pPr>
            <a:r>
              <a:rPr sz="1125" b="1">
                <a:solidFill>
                  <a:srgbClr val="35D8F1"/>
                </a:solidFill>
                <a:latin typeface="DejaVu Sans"/>
                <a:ea typeface="DejaVu Sans"/>
                <a:cs typeface="DejaVu Sans"/>
              </a:rPr>
              <a:t>ΜΕΤΡΗΣΗ ΜΕ ΠΟΛΥΜΕΤΡΟ</a:t>
            </a:r>
          </a:p>
        </p:txBody>
      </p:sp>
      <p:sp>
        <p:nvSpPr>
          <p:cNvPr id="21" name="s6-measure-step1">
            <a:extLst xmlns:a="http://schemas.openxmlformats.org/drawingml/2006/main">
              <a:ext uri="{FF2B5EF4-FFF2-40B4-BE49-F238E27FC236}">
                <a16:creationId xmlns:a16="http://schemas.microsoft.com/office/drawing/2014/main" id="{A4BFE03E-EDAD-48CC-8395-F325AFF54263}"/>
              </a:ext>
            </a:extLst>
          </p:cNvPr>
          <p:cNvSpPr>
            <a:spLocks xmlns:a="http://schemas.openxmlformats.org/drawingml/2006/main" noGrp="1"/>
          </p:cNvSpPr>
          <p:nvPr/>
        </p:nvSpPr>
        <p:spPr>
          <a:xfrm xmlns:a="http://schemas.openxmlformats.org/drawingml/2006/main">
            <a:off x="6324600" y="28003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4F8FC"/>
                </a:solidFill>
                <a:latin typeface="DejaVu Sans"/>
                <a:ea typeface="DejaVu Sans"/>
                <a:cs typeface="DejaVu Sans"/>
              </a:defRPr>
            </a:defPPr>
            <a:lvl1pPr algn="l">
              <a:defRPr sz="1200" b="0">
                <a:solidFill>
                  <a:srgbClr val="F4F8FC"/>
                </a:solidFill>
                <a:latin typeface="DejaVu Sans"/>
                <a:ea typeface="DejaVu Sans"/>
                <a:cs typeface="DejaVu Sans"/>
              </a:defRPr>
            </a:lvl1pPr>
            <a:lvl2pPr algn="l">
              <a:defRPr sz="1200" b="0">
                <a:solidFill>
                  <a:srgbClr val="F4F8FC"/>
                </a:solidFill>
                <a:latin typeface="DejaVu Sans"/>
                <a:ea typeface="DejaVu Sans"/>
                <a:cs typeface="DejaVu Sans"/>
              </a:defRPr>
            </a:lvl2pPr>
            <a:lvl3pPr algn="l">
              <a:defRPr sz="1200" b="0">
                <a:solidFill>
                  <a:srgbClr val="F4F8FC"/>
                </a:solidFill>
                <a:latin typeface="DejaVu Sans"/>
                <a:ea typeface="DejaVu Sans"/>
                <a:cs typeface="DejaVu Sans"/>
              </a:defRPr>
            </a:lvl3pPr>
            <a:lvl4pPr algn="l">
              <a:defRPr sz="1200" b="0">
                <a:solidFill>
                  <a:srgbClr val="F4F8FC"/>
                </a:solidFill>
                <a:latin typeface="DejaVu Sans"/>
                <a:ea typeface="DejaVu Sans"/>
                <a:cs typeface="DejaVu Sans"/>
              </a:defRPr>
            </a:lvl4pPr>
            <a:lvl5pPr algn="l">
              <a:defRPr sz="1200" b="0">
                <a:solidFill>
                  <a:srgbClr val="F4F8FC"/>
                </a:solidFill>
                <a:latin typeface="DejaVu Sans"/>
                <a:ea typeface="DejaVu Sans"/>
                <a:cs typeface="DejaVu Sans"/>
              </a:defRPr>
            </a:lvl5pPr>
            <a:lvl6pPr algn="l">
              <a:defRPr sz="1200" b="0">
                <a:solidFill>
                  <a:srgbClr val="F4F8FC"/>
                </a:solidFill>
                <a:latin typeface="DejaVu Sans"/>
                <a:ea typeface="DejaVu Sans"/>
                <a:cs typeface="DejaVu Sans"/>
              </a:defRPr>
            </a:lvl6pPr>
            <a:lvl7pPr algn="l">
              <a:defRPr sz="1200" b="0">
                <a:solidFill>
                  <a:srgbClr val="F4F8FC"/>
                </a:solidFill>
                <a:latin typeface="DejaVu Sans"/>
                <a:ea typeface="DejaVu Sans"/>
                <a:cs typeface="DejaVu Sans"/>
              </a:defRPr>
            </a:lvl7pPr>
            <a:lvl8pPr algn="l">
              <a:defRPr sz="1200" b="0">
                <a:solidFill>
                  <a:srgbClr val="F4F8FC"/>
                </a:solidFill>
                <a:latin typeface="DejaVu Sans"/>
                <a:ea typeface="DejaVu Sans"/>
                <a:cs typeface="DejaVu Sans"/>
              </a:defRPr>
            </a:lvl8pPr>
            <a:lvl9pPr algn="l">
              <a:defRPr sz="1200" b="0">
                <a:solidFill>
                  <a:srgbClr val="F4F8FC"/>
                </a:solidFill>
                <a:latin typeface="DejaVu Sans"/>
                <a:ea typeface="DejaVu Sans"/>
                <a:cs typeface="DejaVu Sans"/>
              </a:defRPr>
            </a:lvl9pPr>
          </a:lstStyle>
          <a:p xmlns:a="http://schemas.openxmlformats.org/drawingml/2006/main">
            <a:pPr algn="l">
              <a:defRPr sz="1200" b="0">
                <a:solidFill>
                  <a:srgbClr val="F4F8FC"/>
                </a:solidFill>
                <a:latin typeface="DejaVu Sans"/>
                <a:ea typeface="DejaVu Sans"/>
                <a:cs typeface="DejaVu Sans"/>
              </a:defRPr>
            </a:pPr>
            <a:r>
              <a:rPr sz="1200" b="0">
                <a:solidFill>
                  <a:srgbClr val="F4F8FC"/>
                </a:solidFill>
                <a:latin typeface="DejaVu Sans"/>
                <a:ea typeface="DejaVu Sans"/>
                <a:cs typeface="DejaVu Sans"/>
              </a:rPr>
              <a:t>1  Ανάφλεξη OFF · περίμενε να αδρανοποιηθούν οι ECU.</a:t>
            </a:r>
          </a:p>
        </p:txBody>
      </p:sp>
      <p:sp>
        <p:nvSpPr>
          <p:cNvPr id="22" name="s6-measure-step2">
            <a:extLst xmlns:a="http://schemas.openxmlformats.org/drawingml/2006/main">
              <a:ext uri="{FF2B5EF4-FFF2-40B4-BE49-F238E27FC236}">
                <a16:creationId xmlns:a16="http://schemas.microsoft.com/office/drawing/2014/main" id="{ADA76CA9-4BCE-40B9-8088-5F654E00182F}"/>
              </a:ext>
            </a:extLst>
          </p:cNvPr>
          <p:cNvSpPr>
            <a:spLocks xmlns:a="http://schemas.openxmlformats.org/drawingml/2006/main" noGrp="1"/>
          </p:cNvSpPr>
          <p:nvPr/>
        </p:nvSpPr>
        <p:spPr>
          <a:xfrm xmlns:a="http://schemas.openxmlformats.org/drawingml/2006/main">
            <a:off x="6324600" y="3152775"/>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4F8FC"/>
                </a:solidFill>
                <a:latin typeface="DejaVu Sans"/>
                <a:ea typeface="DejaVu Sans"/>
                <a:cs typeface="DejaVu Sans"/>
              </a:defRPr>
            </a:defPPr>
            <a:lvl1pPr algn="l">
              <a:defRPr sz="1200" b="0">
                <a:solidFill>
                  <a:srgbClr val="F4F8FC"/>
                </a:solidFill>
                <a:latin typeface="DejaVu Sans"/>
                <a:ea typeface="DejaVu Sans"/>
                <a:cs typeface="DejaVu Sans"/>
              </a:defRPr>
            </a:lvl1pPr>
            <a:lvl2pPr algn="l">
              <a:defRPr sz="1200" b="0">
                <a:solidFill>
                  <a:srgbClr val="F4F8FC"/>
                </a:solidFill>
                <a:latin typeface="DejaVu Sans"/>
                <a:ea typeface="DejaVu Sans"/>
                <a:cs typeface="DejaVu Sans"/>
              </a:defRPr>
            </a:lvl2pPr>
            <a:lvl3pPr algn="l">
              <a:defRPr sz="1200" b="0">
                <a:solidFill>
                  <a:srgbClr val="F4F8FC"/>
                </a:solidFill>
                <a:latin typeface="DejaVu Sans"/>
                <a:ea typeface="DejaVu Sans"/>
                <a:cs typeface="DejaVu Sans"/>
              </a:defRPr>
            </a:lvl3pPr>
            <a:lvl4pPr algn="l">
              <a:defRPr sz="1200" b="0">
                <a:solidFill>
                  <a:srgbClr val="F4F8FC"/>
                </a:solidFill>
                <a:latin typeface="DejaVu Sans"/>
                <a:ea typeface="DejaVu Sans"/>
                <a:cs typeface="DejaVu Sans"/>
              </a:defRPr>
            </a:lvl4pPr>
            <a:lvl5pPr algn="l">
              <a:defRPr sz="1200" b="0">
                <a:solidFill>
                  <a:srgbClr val="F4F8FC"/>
                </a:solidFill>
                <a:latin typeface="DejaVu Sans"/>
                <a:ea typeface="DejaVu Sans"/>
                <a:cs typeface="DejaVu Sans"/>
              </a:defRPr>
            </a:lvl5pPr>
            <a:lvl6pPr algn="l">
              <a:defRPr sz="1200" b="0">
                <a:solidFill>
                  <a:srgbClr val="F4F8FC"/>
                </a:solidFill>
                <a:latin typeface="DejaVu Sans"/>
                <a:ea typeface="DejaVu Sans"/>
                <a:cs typeface="DejaVu Sans"/>
              </a:defRPr>
            </a:lvl6pPr>
            <a:lvl7pPr algn="l">
              <a:defRPr sz="1200" b="0">
                <a:solidFill>
                  <a:srgbClr val="F4F8FC"/>
                </a:solidFill>
                <a:latin typeface="DejaVu Sans"/>
                <a:ea typeface="DejaVu Sans"/>
                <a:cs typeface="DejaVu Sans"/>
              </a:defRPr>
            </a:lvl7pPr>
            <a:lvl8pPr algn="l">
              <a:defRPr sz="1200" b="0">
                <a:solidFill>
                  <a:srgbClr val="F4F8FC"/>
                </a:solidFill>
                <a:latin typeface="DejaVu Sans"/>
                <a:ea typeface="DejaVu Sans"/>
                <a:cs typeface="DejaVu Sans"/>
              </a:defRPr>
            </a:lvl8pPr>
            <a:lvl9pPr algn="l">
              <a:defRPr sz="1200" b="0">
                <a:solidFill>
                  <a:srgbClr val="F4F8FC"/>
                </a:solidFill>
                <a:latin typeface="DejaVu Sans"/>
                <a:ea typeface="DejaVu Sans"/>
                <a:cs typeface="DejaVu Sans"/>
              </a:defRPr>
            </a:lvl9pPr>
          </a:lstStyle>
          <a:p xmlns:a="http://schemas.openxmlformats.org/drawingml/2006/main">
            <a:pPr algn="l">
              <a:defRPr sz="1200" b="0">
                <a:solidFill>
                  <a:srgbClr val="F4F8FC"/>
                </a:solidFill>
                <a:latin typeface="DejaVu Sans"/>
                <a:ea typeface="DejaVu Sans"/>
                <a:cs typeface="DejaVu Sans"/>
              </a:defRPr>
            </a:pPr>
            <a:r>
              <a:rPr sz="1200" b="0">
                <a:solidFill>
                  <a:srgbClr val="F4F8FC"/>
                </a:solidFill>
                <a:latin typeface="DejaVu Sans"/>
                <a:ea typeface="DejaVu Sans"/>
                <a:cs typeface="DejaVu Sans"/>
              </a:rPr>
              <a:t>2  Μέτρησε Ω ανάμεσα σε CAN-H και CAN-L.</a:t>
            </a:r>
          </a:p>
        </p:txBody>
      </p:sp>
      <p:sp>
        <p:nvSpPr>
          <p:cNvPr id="23" name="s6-meter">
            <a:extLst xmlns:a="http://schemas.openxmlformats.org/drawingml/2006/main">
              <a:ext uri="{FF2B5EF4-FFF2-40B4-BE49-F238E27FC236}">
                <a16:creationId xmlns:a16="http://schemas.microsoft.com/office/drawing/2014/main" id="{4290A1D7-56CA-4858-9AC8-ABBA2E05716A}"/>
              </a:ext>
            </a:extLst>
          </p:cNvPr>
          <p:cNvSpPr>
            <a:spLocks xmlns:a="http://schemas.openxmlformats.org/drawingml/2006/main" noGrp="1"/>
          </p:cNvSpPr>
          <p:nvPr/>
        </p:nvSpPr>
        <p:spPr>
          <a:xfrm xmlns:a="http://schemas.openxmlformats.org/drawingml/2006/main">
            <a:off x="7810500" y="3609975"/>
            <a:ext cx="1981200" cy="1285875"/>
          </a:xfrm>
          <a:prstGeom xmlns:a="http://schemas.openxmlformats.org/drawingml/2006/main" prst="roundRect">
            <a:avLst>
              <a:gd name="adj" fmla="val 5926"/>
            </a:avLst>
          </a:prstGeom>
          <a:solidFill xmlns:a="http://schemas.openxmlformats.org/drawingml/2006/main">
            <a:srgbClr val="1E344C"/>
          </a:solidFill>
          <a:ln xmlns:a="http://schemas.openxmlformats.org/drawingml/2006/main" w="19050">
            <a:solidFill>
              <a:srgbClr val="6B8093"/>
            </a:solidFill>
            <a:prstDash val="solid"/>
          </a:ln>
        </p:spPr>
      </p:sp>
      <p:sp>
        <p:nvSpPr>
          <p:cNvPr id="24" name="s6-display">
            <a:extLst xmlns:a="http://schemas.openxmlformats.org/drawingml/2006/main">
              <a:ext uri="{FF2B5EF4-FFF2-40B4-BE49-F238E27FC236}">
                <a16:creationId xmlns:a16="http://schemas.microsoft.com/office/drawing/2014/main" id="{DBCF839F-7917-422F-A715-F8F74F80FF98}"/>
              </a:ext>
            </a:extLst>
          </p:cNvPr>
          <p:cNvSpPr>
            <a:spLocks xmlns:a="http://schemas.openxmlformats.org/drawingml/2006/main" noGrp="1"/>
          </p:cNvSpPr>
          <p:nvPr/>
        </p:nvSpPr>
        <p:spPr>
          <a:xfrm xmlns:a="http://schemas.openxmlformats.org/drawingml/2006/main">
            <a:off x="8048625" y="3743325"/>
            <a:ext cx="1504950" cy="457200"/>
          </a:xfrm>
          <a:prstGeom xmlns:a="http://schemas.openxmlformats.org/drawingml/2006/main" prst="roundRect">
            <a:avLst>
              <a:gd name="adj" fmla="val 16667"/>
            </a:avLst>
          </a:prstGeom>
          <a:solidFill xmlns:a="http://schemas.openxmlformats.org/drawingml/2006/main">
            <a:srgbClr val="DDF6E9"/>
          </a:solidFill>
          <a:ln xmlns:a="http://schemas.openxmlformats.org/drawingml/2006/main" w="9525">
            <a:solidFill>
              <a:srgbClr val="93C9A8"/>
            </a:solidFill>
            <a:prstDash val="solid"/>
          </a:ln>
        </p:spPr>
      </p:sp>
      <p:sp>
        <p:nvSpPr>
          <p:cNvPr id="25" name="s6-reading">
            <a:extLst xmlns:a="http://schemas.openxmlformats.org/drawingml/2006/main">
              <a:ext uri="{FF2B5EF4-FFF2-40B4-BE49-F238E27FC236}">
                <a16:creationId xmlns:a16="http://schemas.microsoft.com/office/drawing/2014/main" id="{66B7B067-566F-4328-B6AB-6295E72E1A01}"/>
              </a:ext>
            </a:extLst>
          </p:cNvPr>
          <p:cNvSpPr>
            <a:spLocks xmlns:a="http://schemas.openxmlformats.org/drawingml/2006/main" noGrp="1"/>
          </p:cNvSpPr>
          <p:nvPr/>
        </p:nvSpPr>
        <p:spPr>
          <a:xfrm xmlns:a="http://schemas.openxmlformats.org/drawingml/2006/main">
            <a:off x="8115300" y="3800475"/>
            <a:ext cx="137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155938"/>
                </a:solidFill>
                <a:latin typeface="DejaVu Sans"/>
                <a:ea typeface="DejaVu Sans"/>
                <a:cs typeface="DejaVu Sans"/>
              </a:defRPr>
            </a:defPPr>
            <a:lvl1pPr algn="ctr">
              <a:defRPr sz="1800" b="1">
                <a:solidFill>
                  <a:srgbClr val="155938"/>
                </a:solidFill>
                <a:latin typeface="DejaVu Sans"/>
                <a:ea typeface="DejaVu Sans"/>
                <a:cs typeface="DejaVu Sans"/>
              </a:defRPr>
            </a:lvl1pPr>
            <a:lvl2pPr algn="ctr">
              <a:defRPr sz="1800" b="1">
                <a:solidFill>
                  <a:srgbClr val="155938"/>
                </a:solidFill>
                <a:latin typeface="DejaVu Sans"/>
                <a:ea typeface="DejaVu Sans"/>
                <a:cs typeface="DejaVu Sans"/>
              </a:defRPr>
            </a:lvl2pPr>
            <a:lvl3pPr algn="ctr">
              <a:defRPr sz="1800" b="1">
                <a:solidFill>
                  <a:srgbClr val="155938"/>
                </a:solidFill>
                <a:latin typeface="DejaVu Sans"/>
                <a:ea typeface="DejaVu Sans"/>
                <a:cs typeface="DejaVu Sans"/>
              </a:defRPr>
            </a:lvl3pPr>
            <a:lvl4pPr algn="ctr">
              <a:defRPr sz="1800" b="1">
                <a:solidFill>
                  <a:srgbClr val="155938"/>
                </a:solidFill>
                <a:latin typeface="DejaVu Sans"/>
                <a:ea typeface="DejaVu Sans"/>
                <a:cs typeface="DejaVu Sans"/>
              </a:defRPr>
            </a:lvl4pPr>
            <a:lvl5pPr algn="ctr">
              <a:defRPr sz="1800" b="1">
                <a:solidFill>
                  <a:srgbClr val="155938"/>
                </a:solidFill>
                <a:latin typeface="DejaVu Sans"/>
                <a:ea typeface="DejaVu Sans"/>
                <a:cs typeface="DejaVu Sans"/>
              </a:defRPr>
            </a:lvl5pPr>
            <a:lvl6pPr algn="ctr">
              <a:defRPr sz="1800" b="1">
                <a:solidFill>
                  <a:srgbClr val="155938"/>
                </a:solidFill>
                <a:latin typeface="DejaVu Sans"/>
                <a:ea typeface="DejaVu Sans"/>
                <a:cs typeface="DejaVu Sans"/>
              </a:defRPr>
            </a:lvl6pPr>
            <a:lvl7pPr algn="ctr">
              <a:defRPr sz="1800" b="1">
                <a:solidFill>
                  <a:srgbClr val="155938"/>
                </a:solidFill>
                <a:latin typeface="DejaVu Sans"/>
                <a:ea typeface="DejaVu Sans"/>
                <a:cs typeface="DejaVu Sans"/>
              </a:defRPr>
            </a:lvl7pPr>
            <a:lvl8pPr algn="ctr">
              <a:defRPr sz="1800" b="1">
                <a:solidFill>
                  <a:srgbClr val="155938"/>
                </a:solidFill>
                <a:latin typeface="DejaVu Sans"/>
                <a:ea typeface="DejaVu Sans"/>
                <a:cs typeface="DejaVu Sans"/>
              </a:defRPr>
            </a:lvl8pPr>
            <a:lvl9pPr algn="ctr">
              <a:defRPr sz="1800" b="1">
                <a:solidFill>
                  <a:srgbClr val="155938"/>
                </a:solidFill>
                <a:latin typeface="DejaVu Sans"/>
                <a:ea typeface="DejaVu Sans"/>
                <a:cs typeface="DejaVu Sans"/>
              </a:defRPr>
            </a:lvl9pPr>
          </a:lstStyle>
          <a:p xmlns:a="http://schemas.openxmlformats.org/drawingml/2006/main">
            <a:pPr algn="ctr">
              <a:defRPr sz="1800" b="1">
                <a:solidFill>
                  <a:srgbClr val="155938"/>
                </a:solidFill>
                <a:latin typeface="DejaVu Sans"/>
                <a:ea typeface="DejaVu Sans"/>
                <a:cs typeface="DejaVu Sans"/>
              </a:defRPr>
            </a:pPr>
            <a:r>
              <a:rPr sz="1800" b="1">
                <a:solidFill>
                  <a:srgbClr val="155938"/>
                </a:solidFill>
                <a:latin typeface="DejaVu Sans"/>
                <a:ea typeface="DejaVu Sans"/>
                <a:cs typeface="DejaVu Sans"/>
              </a:rPr>
              <a:t>≈ 60 Ω</a:t>
            </a:r>
          </a:p>
        </p:txBody>
      </p:sp>
      <p:sp>
        <p:nvSpPr>
          <p:cNvPr id="26" name="s6-meter-red-port">
            <a:extLst xmlns:a="http://schemas.openxmlformats.org/drawingml/2006/main">
              <a:ext uri="{FF2B5EF4-FFF2-40B4-BE49-F238E27FC236}">
                <a16:creationId xmlns:a16="http://schemas.microsoft.com/office/drawing/2014/main" id="{A8CE9CDD-D55C-4F14-A573-28D956A3D465}"/>
              </a:ext>
            </a:extLst>
          </p:cNvPr>
          <p:cNvSpPr>
            <a:spLocks xmlns:a="http://schemas.openxmlformats.org/drawingml/2006/main" noGrp="1"/>
          </p:cNvSpPr>
          <p:nvPr/>
        </p:nvSpPr>
        <p:spPr>
          <a:xfrm xmlns:a="http://schemas.openxmlformats.org/drawingml/2006/main">
            <a:off x="8267700" y="4429125"/>
            <a:ext cx="152400" cy="152400"/>
          </a:xfrm>
          <a:prstGeom xmlns:a="http://schemas.openxmlformats.org/drawingml/2006/main" prst="ellipse">
            <a:avLst/>
          </a:prstGeom>
          <a:solidFill xmlns:a="http://schemas.openxmlformats.org/drawingml/2006/main">
            <a:srgbClr val="EF6464"/>
          </a:solidFill>
          <a:ln xmlns:a="http://schemas.openxmlformats.org/drawingml/2006/main" w="0">
            <a:noFill/>
            <a:prstDash val="solid"/>
          </a:ln>
        </p:spPr>
      </p:sp>
      <p:sp>
        <p:nvSpPr>
          <p:cNvPr id="27" name="s6-meter-black-port">
            <a:extLst xmlns:a="http://schemas.openxmlformats.org/drawingml/2006/main">
              <a:ext uri="{FF2B5EF4-FFF2-40B4-BE49-F238E27FC236}">
                <a16:creationId xmlns:a16="http://schemas.microsoft.com/office/drawing/2014/main" id="{0CA51836-6719-464F-AD7D-D220D8F215E4}"/>
              </a:ext>
            </a:extLst>
          </p:cNvPr>
          <p:cNvSpPr>
            <a:spLocks xmlns:a="http://schemas.openxmlformats.org/drawingml/2006/main" noGrp="1"/>
          </p:cNvSpPr>
          <p:nvPr/>
        </p:nvSpPr>
        <p:spPr>
          <a:xfrm xmlns:a="http://schemas.openxmlformats.org/drawingml/2006/main">
            <a:off x="9182100" y="4429125"/>
            <a:ext cx="152400" cy="152400"/>
          </a:xfrm>
          <a:prstGeom xmlns:a="http://schemas.openxmlformats.org/drawingml/2006/main" prst="ellipse">
            <a:avLst/>
          </a:prstGeom>
          <a:solidFill xmlns:a="http://schemas.openxmlformats.org/drawingml/2006/main">
            <a:srgbClr val="273341"/>
          </a:solidFill>
          <a:ln xmlns:a="http://schemas.openxmlformats.org/drawingml/2006/main" w="0">
            <a:noFill/>
            <a:prstDash val="solid"/>
          </a:ln>
        </p:spPr>
      </p:sp>
      <p:sp>
        <p:nvSpPr>
          <p:cNvPr id="28" name="s6-red-lead">
            <a:extLst xmlns:a="http://schemas.openxmlformats.org/drawingml/2006/main">
              <a:ext uri="{FF2B5EF4-FFF2-40B4-BE49-F238E27FC236}">
                <a16:creationId xmlns:a16="http://schemas.microsoft.com/office/drawing/2014/main" id="{A3B965E5-1D96-4E30-8411-669C2D51AF82}"/>
              </a:ext>
            </a:extLst>
          </p:cNvPr>
          <p:cNvSpPr>
            <a:spLocks xmlns:a="http://schemas.openxmlformats.org/drawingml/2006/main" noGrp="1"/>
          </p:cNvSpPr>
          <p:nvPr/>
        </p:nvSpPr>
        <p:spPr>
          <a:xfrm xmlns:a="http://schemas.openxmlformats.org/drawingml/2006/main">
            <a:off x="8324850" y="4581525"/>
            <a:ext cx="38100" cy="371475"/>
          </a:xfrm>
          <a:prstGeom xmlns:a="http://schemas.openxmlformats.org/drawingml/2006/main" prst="rect">
            <a:avLst/>
          </a:prstGeom>
          <a:solidFill xmlns:a="http://schemas.openxmlformats.org/drawingml/2006/main">
            <a:srgbClr val="EF6464"/>
          </a:solidFill>
          <a:ln xmlns:a="http://schemas.openxmlformats.org/drawingml/2006/main" w="0">
            <a:noFill/>
            <a:prstDash val="solid"/>
          </a:ln>
        </p:spPr>
      </p:sp>
      <p:sp>
        <p:nvSpPr>
          <p:cNvPr id="29" name="s6-black-lead">
            <a:extLst xmlns:a="http://schemas.openxmlformats.org/drawingml/2006/main">
              <a:ext uri="{FF2B5EF4-FFF2-40B4-BE49-F238E27FC236}">
                <a16:creationId xmlns:a16="http://schemas.microsoft.com/office/drawing/2014/main" id="{CB9B0A92-563C-4C66-85E3-C35DA55DF2FD}"/>
              </a:ext>
            </a:extLst>
          </p:cNvPr>
          <p:cNvSpPr>
            <a:spLocks xmlns:a="http://schemas.openxmlformats.org/drawingml/2006/main" noGrp="1"/>
          </p:cNvSpPr>
          <p:nvPr/>
        </p:nvSpPr>
        <p:spPr>
          <a:xfrm xmlns:a="http://schemas.openxmlformats.org/drawingml/2006/main">
            <a:off x="9239250" y="4581525"/>
            <a:ext cx="38100" cy="371475"/>
          </a:xfrm>
          <a:prstGeom xmlns:a="http://schemas.openxmlformats.org/drawingml/2006/main" prst="rect">
            <a:avLst/>
          </a:prstGeom>
          <a:solidFill xmlns:a="http://schemas.openxmlformats.org/drawingml/2006/main">
            <a:srgbClr val="273341"/>
          </a:solidFill>
          <a:ln xmlns:a="http://schemas.openxmlformats.org/drawingml/2006/main" w="0">
            <a:noFill/>
            <a:prstDash val="solid"/>
          </a:ln>
        </p:spPr>
      </p:sp>
      <p:sp>
        <p:nvSpPr>
          <p:cNvPr id="30" name="s6-can-h-line">
            <a:extLst xmlns:a="http://schemas.openxmlformats.org/drawingml/2006/main">
              <a:ext uri="{FF2B5EF4-FFF2-40B4-BE49-F238E27FC236}">
                <a16:creationId xmlns:a16="http://schemas.microsoft.com/office/drawing/2014/main" id="{74A6E438-FF06-4658-9F6B-A600DF4E7B24}"/>
              </a:ext>
            </a:extLst>
          </p:cNvPr>
          <p:cNvSpPr>
            <a:spLocks xmlns:a="http://schemas.openxmlformats.org/drawingml/2006/main" noGrp="1"/>
          </p:cNvSpPr>
          <p:nvPr/>
        </p:nvSpPr>
        <p:spPr>
          <a:xfrm xmlns:a="http://schemas.openxmlformats.org/drawingml/2006/main">
            <a:off x="6810375" y="4953000"/>
            <a:ext cx="1533525"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31" name="s6-can-l-line">
            <a:extLst xmlns:a="http://schemas.openxmlformats.org/drawingml/2006/main">
              <a:ext uri="{FF2B5EF4-FFF2-40B4-BE49-F238E27FC236}">
                <a16:creationId xmlns:a16="http://schemas.microsoft.com/office/drawing/2014/main" id="{6EBD83DA-1EDE-4EEB-9400-7C9ABFF740DE}"/>
              </a:ext>
            </a:extLst>
          </p:cNvPr>
          <p:cNvSpPr>
            <a:spLocks xmlns:a="http://schemas.openxmlformats.org/drawingml/2006/main" noGrp="1"/>
          </p:cNvSpPr>
          <p:nvPr/>
        </p:nvSpPr>
        <p:spPr>
          <a:xfrm xmlns:a="http://schemas.openxmlformats.org/drawingml/2006/main">
            <a:off x="9258300" y="4953000"/>
            <a:ext cx="1552575"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2" name="s6-can-h-label">
            <a:extLst xmlns:a="http://schemas.openxmlformats.org/drawingml/2006/main">
              <a:ext uri="{FF2B5EF4-FFF2-40B4-BE49-F238E27FC236}">
                <a16:creationId xmlns:a16="http://schemas.microsoft.com/office/drawing/2014/main" id="{FA0757FB-6AC4-4CCA-939B-C1727982378B}"/>
              </a:ext>
            </a:extLst>
          </p:cNvPr>
          <p:cNvSpPr>
            <a:spLocks xmlns:a="http://schemas.openxmlformats.org/drawingml/2006/main" noGrp="1"/>
          </p:cNvSpPr>
          <p:nvPr/>
        </p:nvSpPr>
        <p:spPr>
          <a:xfrm xmlns:a="http://schemas.openxmlformats.org/drawingml/2006/main">
            <a:off x="6810375" y="47148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35D8F1"/>
                </a:solidFill>
                <a:latin typeface="DejaVu Sans"/>
                <a:ea typeface="DejaVu Sans"/>
                <a:cs typeface="DejaVu Sans"/>
              </a:defRPr>
            </a:defPPr>
            <a:lvl1pPr algn="l">
              <a:defRPr sz="975" b="1">
                <a:solidFill>
                  <a:srgbClr val="35D8F1"/>
                </a:solidFill>
                <a:latin typeface="DejaVu Sans"/>
                <a:ea typeface="DejaVu Sans"/>
                <a:cs typeface="DejaVu Sans"/>
              </a:defRPr>
            </a:lvl1pPr>
            <a:lvl2pPr algn="l">
              <a:defRPr sz="975" b="1">
                <a:solidFill>
                  <a:srgbClr val="35D8F1"/>
                </a:solidFill>
                <a:latin typeface="DejaVu Sans"/>
                <a:ea typeface="DejaVu Sans"/>
                <a:cs typeface="DejaVu Sans"/>
              </a:defRPr>
            </a:lvl2pPr>
            <a:lvl3pPr algn="l">
              <a:defRPr sz="975" b="1">
                <a:solidFill>
                  <a:srgbClr val="35D8F1"/>
                </a:solidFill>
                <a:latin typeface="DejaVu Sans"/>
                <a:ea typeface="DejaVu Sans"/>
                <a:cs typeface="DejaVu Sans"/>
              </a:defRPr>
            </a:lvl3pPr>
            <a:lvl4pPr algn="l">
              <a:defRPr sz="975" b="1">
                <a:solidFill>
                  <a:srgbClr val="35D8F1"/>
                </a:solidFill>
                <a:latin typeface="DejaVu Sans"/>
                <a:ea typeface="DejaVu Sans"/>
                <a:cs typeface="DejaVu Sans"/>
              </a:defRPr>
            </a:lvl4pPr>
            <a:lvl5pPr algn="l">
              <a:defRPr sz="975" b="1">
                <a:solidFill>
                  <a:srgbClr val="35D8F1"/>
                </a:solidFill>
                <a:latin typeface="DejaVu Sans"/>
                <a:ea typeface="DejaVu Sans"/>
                <a:cs typeface="DejaVu Sans"/>
              </a:defRPr>
            </a:lvl5pPr>
            <a:lvl6pPr algn="l">
              <a:defRPr sz="975" b="1">
                <a:solidFill>
                  <a:srgbClr val="35D8F1"/>
                </a:solidFill>
                <a:latin typeface="DejaVu Sans"/>
                <a:ea typeface="DejaVu Sans"/>
                <a:cs typeface="DejaVu Sans"/>
              </a:defRPr>
            </a:lvl6pPr>
            <a:lvl7pPr algn="l">
              <a:defRPr sz="975" b="1">
                <a:solidFill>
                  <a:srgbClr val="35D8F1"/>
                </a:solidFill>
                <a:latin typeface="DejaVu Sans"/>
                <a:ea typeface="DejaVu Sans"/>
                <a:cs typeface="DejaVu Sans"/>
              </a:defRPr>
            </a:lvl7pPr>
            <a:lvl8pPr algn="l">
              <a:defRPr sz="975" b="1">
                <a:solidFill>
                  <a:srgbClr val="35D8F1"/>
                </a:solidFill>
                <a:latin typeface="DejaVu Sans"/>
                <a:ea typeface="DejaVu Sans"/>
                <a:cs typeface="DejaVu Sans"/>
              </a:defRPr>
            </a:lvl8pPr>
            <a:lvl9pPr algn="l">
              <a:defRPr sz="975" b="1">
                <a:solidFill>
                  <a:srgbClr val="35D8F1"/>
                </a:solidFill>
                <a:latin typeface="DejaVu Sans"/>
                <a:ea typeface="DejaVu Sans"/>
                <a:cs typeface="DejaVu Sans"/>
              </a:defRPr>
            </a:lvl9pPr>
          </a:lstStyle>
          <a:p xmlns:a="http://schemas.openxmlformats.org/drawingml/2006/main">
            <a:pPr algn="l">
              <a:defRPr sz="975" b="1">
                <a:solidFill>
                  <a:srgbClr val="35D8F1"/>
                </a:solidFill>
                <a:latin typeface="DejaVu Sans"/>
                <a:ea typeface="DejaVu Sans"/>
                <a:cs typeface="DejaVu Sans"/>
              </a:defRPr>
            </a:pPr>
            <a:r>
              <a:rPr sz="975" b="1">
                <a:solidFill>
                  <a:srgbClr val="35D8F1"/>
                </a:solidFill>
                <a:latin typeface="DejaVu Sans"/>
                <a:ea typeface="DejaVu Sans"/>
                <a:cs typeface="DejaVu Sans"/>
              </a:rPr>
              <a:t>CAN-H</a:t>
            </a:r>
          </a:p>
        </p:txBody>
      </p:sp>
      <p:sp>
        <p:nvSpPr>
          <p:cNvPr id="33" name="s6-can-l-label">
            <a:extLst xmlns:a="http://schemas.openxmlformats.org/drawingml/2006/main">
              <a:ext uri="{FF2B5EF4-FFF2-40B4-BE49-F238E27FC236}">
                <a16:creationId xmlns:a16="http://schemas.microsoft.com/office/drawing/2014/main" id="{6A879A5E-86FD-4B54-A5EC-D76320FAF5C4}"/>
              </a:ext>
            </a:extLst>
          </p:cNvPr>
          <p:cNvSpPr>
            <a:spLocks xmlns:a="http://schemas.openxmlformats.org/drawingml/2006/main" noGrp="1"/>
          </p:cNvSpPr>
          <p:nvPr/>
        </p:nvSpPr>
        <p:spPr>
          <a:xfrm xmlns:a="http://schemas.openxmlformats.org/drawingml/2006/main">
            <a:off x="9858375" y="47148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7B500"/>
                </a:solidFill>
                <a:latin typeface="DejaVu Sans"/>
                <a:ea typeface="DejaVu Sans"/>
                <a:cs typeface="DejaVu Sans"/>
              </a:defRPr>
            </a:defPPr>
            <a:lvl1pPr algn="r">
              <a:defRPr sz="975" b="1">
                <a:solidFill>
                  <a:srgbClr val="F7B500"/>
                </a:solidFill>
                <a:latin typeface="DejaVu Sans"/>
                <a:ea typeface="DejaVu Sans"/>
                <a:cs typeface="DejaVu Sans"/>
              </a:defRPr>
            </a:lvl1pPr>
            <a:lvl2pPr algn="r">
              <a:defRPr sz="975" b="1">
                <a:solidFill>
                  <a:srgbClr val="F7B500"/>
                </a:solidFill>
                <a:latin typeface="DejaVu Sans"/>
                <a:ea typeface="DejaVu Sans"/>
                <a:cs typeface="DejaVu Sans"/>
              </a:defRPr>
            </a:lvl2pPr>
            <a:lvl3pPr algn="r">
              <a:defRPr sz="975" b="1">
                <a:solidFill>
                  <a:srgbClr val="F7B500"/>
                </a:solidFill>
                <a:latin typeface="DejaVu Sans"/>
                <a:ea typeface="DejaVu Sans"/>
                <a:cs typeface="DejaVu Sans"/>
              </a:defRPr>
            </a:lvl3pPr>
            <a:lvl4pPr algn="r">
              <a:defRPr sz="975" b="1">
                <a:solidFill>
                  <a:srgbClr val="F7B500"/>
                </a:solidFill>
                <a:latin typeface="DejaVu Sans"/>
                <a:ea typeface="DejaVu Sans"/>
                <a:cs typeface="DejaVu Sans"/>
              </a:defRPr>
            </a:lvl4pPr>
            <a:lvl5pPr algn="r">
              <a:defRPr sz="975" b="1">
                <a:solidFill>
                  <a:srgbClr val="F7B500"/>
                </a:solidFill>
                <a:latin typeface="DejaVu Sans"/>
                <a:ea typeface="DejaVu Sans"/>
                <a:cs typeface="DejaVu Sans"/>
              </a:defRPr>
            </a:lvl5pPr>
            <a:lvl6pPr algn="r">
              <a:defRPr sz="975" b="1">
                <a:solidFill>
                  <a:srgbClr val="F7B500"/>
                </a:solidFill>
                <a:latin typeface="DejaVu Sans"/>
                <a:ea typeface="DejaVu Sans"/>
                <a:cs typeface="DejaVu Sans"/>
              </a:defRPr>
            </a:lvl6pPr>
            <a:lvl7pPr algn="r">
              <a:defRPr sz="975" b="1">
                <a:solidFill>
                  <a:srgbClr val="F7B500"/>
                </a:solidFill>
                <a:latin typeface="DejaVu Sans"/>
                <a:ea typeface="DejaVu Sans"/>
                <a:cs typeface="DejaVu Sans"/>
              </a:defRPr>
            </a:lvl7pPr>
            <a:lvl8pPr algn="r">
              <a:defRPr sz="975" b="1">
                <a:solidFill>
                  <a:srgbClr val="F7B500"/>
                </a:solidFill>
                <a:latin typeface="DejaVu Sans"/>
                <a:ea typeface="DejaVu Sans"/>
                <a:cs typeface="DejaVu Sans"/>
              </a:defRPr>
            </a:lvl8pPr>
            <a:lvl9pPr algn="r">
              <a:defRPr sz="975" b="1">
                <a:solidFill>
                  <a:srgbClr val="F7B500"/>
                </a:solidFill>
                <a:latin typeface="DejaVu Sans"/>
                <a:ea typeface="DejaVu Sans"/>
                <a:cs typeface="DejaVu Sans"/>
              </a:defRPr>
            </a:lvl9pPr>
          </a:lstStyle>
          <a:p xmlns:a="http://schemas.openxmlformats.org/drawingml/2006/main">
            <a:pPr algn="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CAN-L</a:t>
            </a:r>
          </a:p>
        </p:txBody>
      </p:sp>
      <p:sp>
        <p:nvSpPr>
          <p:cNvPr id="34" name="s6-obd-note">
            <a:extLst xmlns:a="http://schemas.openxmlformats.org/drawingml/2006/main">
              <a:ext uri="{FF2B5EF4-FFF2-40B4-BE49-F238E27FC236}">
                <a16:creationId xmlns:a16="http://schemas.microsoft.com/office/drawing/2014/main" id="{46F3BD05-A62D-4549-B821-7C315AC8EBA2}"/>
              </a:ext>
            </a:extLst>
          </p:cNvPr>
          <p:cNvSpPr>
            <a:spLocks xmlns:a="http://schemas.openxmlformats.org/drawingml/2006/main" noGrp="1"/>
          </p:cNvSpPr>
          <p:nvPr/>
        </p:nvSpPr>
        <p:spPr>
          <a:xfrm xmlns:a="http://schemas.openxmlformats.org/drawingml/2006/main">
            <a:off x="6324600" y="5133975"/>
            <a:ext cx="50482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0">
                <a:solidFill>
                  <a:srgbClr val="AFC0D1"/>
                </a:solidFill>
                <a:latin typeface="DejaVu Sans"/>
                <a:ea typeface="DejaVu Sans"/>
                <a:cs typeface="DejaVu Sans"/>
              </a:defRPr>
            </a:defPPr>
            <a:lvl1pPr algn="ctr">
              <a:defRPr sz="900" b="0">
                <a:solidFill>
                  <a:srgbClr val="AFC0D1"/>
                </a:solidFill>
                <a:latin typeface="DejaVu Sans"/>
                <a:ea typeface="DejaVu Sans"/>
                <a:cs typeface="DejaVu Sans"/>
              </a:defRPr>
            </a:lvl1pPr>
            <a:lvl2pPr algn="ctr">
              <a:defRPr sz="900" b="0">
                <a:solidFill>
                  <a:srgbClr val="AFC0D1"/>
                </a:solidFill>
                <a:latin typeface="DejaVu Sans"/>
                <a:ea typeface="DejaVu Sans"/>
                <a:cs typeface="DejaVu Sans"/>
              </a:defRPr>
            </a:lvl2pPr>
            <a:lvl3pPr algn="ctr">
              <a:defRPr sz="900" b="0">
                <a:solidFill>
                  <a:srgbClr val="AFC0D1"/>
                </a:solidFill>
                <a:latin typeface="DejaVu Sans"/>
                <a:ea typeface="DejaVu Sans"/>
                <a:cs typeface="DejaVu Sans"/>
              </a:defRPr>
            </a:lvl3pPr>
            <a:lvl4pPr algn="ctr">
              <a:defRPr sz="900" b="0">
                <a:solidFill>
                  <a:srgbClr val="AFC0D1"/>
                </a:solidFill>
                <a:latin typeface="DejaVu Sans"/>
                <a:ea typeface="DejaVu Sans"/>
                <a:cs typeface="DejaVu Sans"/>
              </a:defRPr>
            </a:lvl4pPr>
            <a:lvl5pPr algn="ctr">
              <a:defRPr sz="900" b="0">
                <a:solidFill>
                  <a:srgbClr val="AFC0D1"/>
                </a:solidFill>
                <a:latin typeface="DejaVu Sans"/>
                <a:ea typeface="DejaVu Sans"/>
                <a:cs typeface="DejaVu Sans"/>
              </a:defRPr>
            </a:lvl5pPr>
            <a:lvl6pPr algn="ctr">
              <a:defRPr sz="900" b="0">
                <a:solidFill>
                  <a:srgbClr val="AFC0D1"/>
                </a:solidFill>
                <a:latin typeface="DejaVu Sans"/>
                <a:ea typeface="DejaVu Sans"/>
                <a:cs typeface="DejaVu Sans"/>
              </a:defRPr>
            </a:lvl6pPr>
            <a:lvl7pPr algn="ctr">
              <a:defRPr sz="900" b="0">
                <a:solidFill>
                  <a:srgbClr val="AFC0D1"/>
                </a:solidFill>
                <a:latin typeface="DejaVu Sans"/>
                <a:ea typeface="DejaVu Sans"/>
                <a:cs typeface="DejaVu Sans"/>
              </a:defRPr>
            </a:lvl7pPr>
            <a:lvl8pPr algn="ctr">
              <a:defRPr sz="900" b="0">
                <a:solidFill>
                  <a:srgbClr val="AFC0D1"/>
                </a:solidFill>
                <a:latin typeface="DejaVu Sans"/>
                <a:ea typeface="DejaVu Sans"/>
                <a:cs typeface="DejaVu Sans"/>
              </a:defRPr>
            </a:lvl8pPr>
            <a:lvl9pPr algn="ctr">
              <a:defRPr sz="900" b="0">
                <a:solidFill>
                  <a:srgbClr val="AFC0D1"/>
                </a:solidFill>
                <a:latin typeface="DejaVu Sans"/>
                <a:ea typeface="DejaVu Sans"/>
                <a:cs typeface="DejaVu Sans"/>
              </a:defRPr>
            </a:lvl9pPr>
          </a:lstStyle>
          <a:p xmlns:a="http://schemas.openxmlformats.org/drawingml/2006/main">
            <a:pPr algn="ctr">
              <a:defRPr sz="900" b="0">
                <a:solidFill>
                  <a:srgbClr val="AFC0D1"/>
                </a:solidFill>
                <a:latin typeface="DejaVu Sans"/>
                <a:ea typeface="DejaVu Sans"/>
                <a:cs typeface="DejaVu Sans"/>
              </a:defRPr>
            </a:pPr>
            <a:r>
              <a:rPr sz="900" b="0">
                <a:solidFill>
                  <a:srgbClr val="AFC0D1"/>
                </a:solidFill>
                <a:latin typeface="DejaVu Sans"/>
                <a:ea typeface="DejaVu Sans"/>
                <a:cs typeface="DejaVu Sans"/>
              </a:rPr>
              <a:t>DLC 16 ακίδων: ακίδες 6/14 για CAN, όπου ισχύει.</a:t>
            </a:r>
          </a:p>
        </p:txBody>
      </p:sp>
      <p:sp>
        <p:nvSpPr>
          <p:cNvPr id="35" name="s6-warning">
            <a:extLst xmlns:a="http://schemas.openxmlformats.org/drawingml/2006/main">
              <a:ext uri="{FF2B5EF4-FFF2-40B4-BE49-F238E27FC236}">
                <a16:creationId xmlns:a16="http://schemas.microsoft.com/office/drawing/2014/main" id="{A54C480E-FD7F-464A-A865-DF6DEEE58764}"/>
              </a:ext>
            </a:extLst>
          </p:cNvPr>
          <p:cNvSpPr>
            <a:spLocks xmlns:a="http://schemas.openxmlformats.org/drawingml/2006/main" noGrp="1"/>
          </p:cNvSpPr>
          <p:nvPr/>
        </p:nvSpPr>
        <p:spPr>
          <a:xfrm xmlns:a="http://schemas.openxmlformats.org/drawingml/2006/main">
            <a:off x="609600" y="5619750"/>
            <a:ext cx="10972800" cy="533400"/>
          </a:xfrm>
          <a:prstGeom xmlns:a="http://schemas.openxmlformats.org/drawingml/2006/main" prst="roundRect">
            <a:avLst>
              <a:gd name="adj" fmla="val 14286"/>
            </a:avLst>
          </a:prstGeom>
          <a:solidFill xmlns:a="http://schemas.openxmlformats.org/drawingml/2006/main">
            <a:srgbClr val="3A2020"/>
          </a:solidFill>
          <a:ln xmlns:a="http://schemas.openxmlformats.org/drawingml/2006/main" w="9525">
            <a:solidFill>
              <a:srgbClr val="9B4A3D"/>
            </a:solidFill>
            <a:prstDash val="solid"/>
          </a:ln>
        </p:spPr>
      </p:sp>
      <p:sp>
        <p:nvSpPr>
          <p:cNvPr id="36" name="s6-warning-text">
            <a:extLst xmlns:a="http://schemas.openxmlformats.org/drawingml/2006/main">
              <a:ext uri="{FF2B5EF4-FFF2-40B4-BE49-F238E27FC236}">
                <a16:creationId xmlns:a16="http://schemas.microsoft.com/office/drawing/2014/main" id="{2A98ADDD-EDAB-44D1-9858-ED7433F19DC2}"/>
              </a:ext>
            </a:extLst>
          </p:cNvPr>
          <p:cNvSpPr>
            <a:spLocks xmlns:a="http://schemas.openxmlformats.org/drawingml/2006/main" noGrp="1"/>
          </p:cNvSpPr>
          <p:nvPr/>
        </p:nvSpPr>
        <p:spPr>
          <a:xfrm xmlns:a="http://schemas.openxmlformats.org/drawingml/2006/main">
            <a:off x="819150" y="5695950"/>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E9E2"/>
                </a:solidFill>
                <a:latin typeface="DejaVu Sans"/>
                <a:ea typeface="DejaVu Sans"/>
                <a:cs typeface="DejaVu Sans"/>
              </a:defRPr>
            </a:defPPr>
            <a:lvl1pPr algn="ctr">
              <a:defRPr sz="1200" b="1">
                <a:solidFill>
                  <a:srgbClr val="FFE9E2"/>
                </a:solidFill>
                <a:latin typeface="DejaVu Sans"/>
                <a:ea typeface="DejaVu Sans"/>
                <a:cs typeface="DejaVu Sans"/>
              </a:defRPr>
            </a:lvl1pPr>
            <a:lvl2pPr algn="ctr">
              <a:defRPr sz="1200" b="1">
                <a:solidFill>
                  <a:srgbClr val="FFE9E2"/>
                </a:solidFill>
                <a:latin typeface="DejaVu Sans"/>
                <a:ea typeface="DejaVu Sans"/>
                <a:cs typeface="DejaVu Sans"/>
              </a:defRPr>
            </a:lvl2pPr>
            <a:lvl3pPr algn="ctr">
              <a:defRPr sz="1200" b="1">
                <a:solidFill>
                  <a:srgbClr val="FFE9E2"/>
                </a:solidFill>
                <a:latin typeface="DejaVu Sans"/>
                <a:ea typeface="DejaVu Sans"/>
                <a:cs typeface="DejaVu Sans"/>
              </a:defRPr>
            </a:lvl3pPr>
            <a:lvl4pPr algn="ctr">
              <a:defRPr sz="1200" b="1">
                <a:solidFill>
                  <a:srgbClr val="FFE9E2"/>
                </a:solidFill>
                <a:latin typeface="DejaVu Sans"/>
                <a:ea typeface="DejaVu Sans"/>
                <a:cs typeface="DejaVu Sans"/>
              </a:defRPr>
            </a:lvl4pPr>
            <a:lvl5pPr algn="ctr">
              <a:defRPr sz="1200" b="1">
                <a:solidFill>
                  <a:srgbClr val="FFE9E2"/>
                </a:solidFill>
                <a:latin typeface="DejaVu Sans"/>
                <a:ea typeface="DejaVu Sans"/>
                <a:cs typeface="DejaVu Sans"/>
              </a:defRPr>
            </a:lvl5pPr>
            <a:lvl6pPr algn="ctr">
              <a:defRPr sz="1200" b="1">
                <a:solidFill>
                  <a:srgbClr val="FFE9E2"/>
                </a:solidFill>
                <a:latin typeface="DejaVu Sans"/>
                <a:ea typeface="DejaVu Sans"/>
                <a:cs typeface="DejaVu Sans"/>
              </a:defRPr>
            </a:lvl6pPr>
            <a:lvl7pPr algn="ctr">
              <a:defRPr sz="1200" b="1">
                <a:solidFill>
                  <a:srgbClr val="FFE9E2"/>
                </a:solidFill>
                <a:latin typeface="DejaVu Sans"/>
                <a:ea typeface="DejaVu Sans"/>
                <a:cs typeface="DejaVu Sans"/>
              </a:defRPr>
            </a:lvl7pPr>
            <a:lvl8pPr algn="ctr">
              <a:defRPr sz="1200" b="1">
                <a:solidFill>
                  <a:srgbClr val="FFE9E2"/>
                </a:solidFill>
                <a:latin typeface="DejaVu Sans"/>
                <a:ea typeface="DejaVu Sans"/>
                <a:cs typeface="DejaVu Sans"/>
              </a:defRPr>
            </a:lvl8pPr>
            <a:lvl9pPr algn="ctr">
              <a:defRPr sz="1200" b="1">
                <a:solidFill>
                  <a:srgbClr val="FFE9E2"/>
                </a:solidFill>
                <a:latin typeface="DejaVu Sans"/>
                <a:ea typeface="DejaVu Sans"/>
                <a:cs typeface="DejaVu Sans"/>
              </a:defRPr>
            </a:lvl9pPr>
          </a:lstStyle>
          <a:p xmlns:a="http://schemas.openxmlformats.org/drawingml/2006/main">
            <a:pPr algn="ctr">
              <a:defRPr sz="1200" b="1">
                <a:solidFill>
                  <a:srgbClr val="FFE9E2"/>
                </a:solidFill>
                <a:latin typeface="DejaVu Sans"/>
                <a:ea typeface="DejaVu Sans"/>
                <a:cs typeface="DejaVu Sans"/>
              </a:defRPr>
            </a:pPr>
            <a:r>
              <a:rPr sz="1200" b="1">
                <a:solidFill>
                  <a:srgbClr val="FFE9E2"/>
                </a:solidFill>
                <a:latin typeface="DejaVu Sans"/>
                <a:ea typeface="DejaVu Sans"/>
                <a:cs typeface="DejaVu Sans"/>
              </a:rPr>
              <a:t>Μέτρηση Ω μόνο σε απενεργοποιημένο κύκλωμα. Ακολούθησε πάντα τη διαδικασία του κατασκευαστή.</a:t>
            </a:r>
          </a:p>
        </p:txBody>
      </p:sp>
      <p:sp>
        <p:nvSpPr>
          <p:cNvPr id="37" name="s6-note">
            <a:extLst xmlns:a="http://schemas.openxmlformats.org/drawingml/2006/main">
              <a:ext uri="{FF2B5EF4-FFF2-40B4-BE49-F238E27FC236}">
                <a16:creationId xmlns:a16="http://schemas.microsoft.com/office/drawing/2014/main" id="{FF2D3D91-0A60-4A25-A8E8-7EAB5AD20DFE}"/>
              </a:ext>
            </a:extLst>
          </p:cNvPr>
          <p:cNvSpPr>
            <a:spLocks xmlns:a="http://schemas.openxmlformats.org/drawingml/2006/main" noGrp="1"/>
          </p:cNvSpPr>
          <p:nvPr/>
        </p:nvSpPr>
        <p:spPr>
          <a:xfrm xmlns:a="http://schemas.openxmlformats.org/drawingml/2006/main">
            <a:off x="609600" y="6248400"/>
            <a:ext cx="1009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Τα ~60 Ω είναι τυπική ένδειξη για δίκτυο υψηλής ταχύτητας με δύο τερματισμούς 120 Ω.</a:t>
            </a:r>
          </a:p>
        </p:txBody>
      </p:sp>
      <p:sp>
        <p:nvSpPr>
          <p:cNvPr id="38" name="s6-footer">
            <a:extLst xmlns:a="http://schemas.openxmlformats.org/drawingml/2006/main">
              <a:ext uri="{FF2B5EF4-FFF2-40B4-BE49-F238E27FC236}">
                <a16:creationId xmlns:a16="http://schemas.microsoft.com/office/drawing/2014/main" id="{A712F2DB-5D18-4A3F-A174-33DB211F8CF0}"/>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Δίκτυα και Επικοινωνία Οχημάτων</a:t>
            </a:r>
          </a:p>
        </p:txBody>
      </p:sp>
      <p:sp>
        <p:nvSpPr>
          <p:cNvPr id="39" name="s6-page-number">
            <a:extLst xmlns:a="http://schemas.openxmlformats.org/drawingml/2006/main">
              <a:ext uri="{FF2B5EF4-FFF2-40B4-BE49-F238E27FC236}">
                <a16:creationId xmlns:a16="http://schemas.microsoft.com/office/drawing/2014/main" id="{3159FE02-8165-42E0-AC74-B028CF4D667F}"/>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AFC0D1"/>
                </a:solidFill>
                <a:latin typeface="DejaVu Sans"/>
                <a:ea typeface="DejaVu Sans"/>
                <a:cs typeface="DejaVu Sans"/>
              </a:defRPr>
            </a:defPPr>
            <a:lvl1pPr algn="r">
              <a:defRPr sz="1200" b="1">
                <a:solidFill>
                  <a:srgbClr val="AFC0D1"/>
                </a:solidFill>
                <a:latin typeface="DejaVu Sans"/>
                <a:ea typeface="DejaVu Sans"/>
                <a:cs typeface="DejaVu Sans"/>
              </a:defRPr>
            </a:lvl1pPr>
            <a:lvl2pPr algn="r">
              <a:defRPr sz="1200" b="1">
                <a:solidFill>
                  <a:srgbClr val="AFC0D1"/>
                </a:solidFill>
                <a:latin typeface="DejaVu Sans"/>
                <a:ea typeface="DejaVu Sans"/>
                <a:cs typeface="DejaVu Sans"/>
              </a:defRPr>
            </a:lvl2pPr>
            <a:lvl3pPr algn="r">
              <a:defRPr sz="1200" b="1">
                <a:solidFill>
                  <a:srgbClr val="AFC0D1"/>
                </a:solidFill>
                <a:latin typeface="DejaVu Sans"/>
                <a:ea typeface="DejaVu Sans"/>
                <a:cs typeface="DejaVu Sans"/>
              </a:defRPr>
            </a:lvl3pPr>
            <a:lvl4pPr algn="r">
              <a:defRPr sz="1200" b="1">
                <a:solidFill>
                  <a:srgbClr val="AFC0D1"/>
                </a:solidFill>
                <a:latin typeface="DejaVu Sans"/>
                <a:ea typeface="DejaVu Sans"/>
                <a:cs typeface="DejaVu Sans"/>
              </a:defRPr>
            </a:lvl4pPr>
            <a:lvl5pPr algn="r">
              <a:defRPr sz="1200" b="1">
                <a:solidFill>
                  <a:srgbClr val="AFC0D1"/>
                </a:solidFill>
                <a:latin typeface="DejaVu Sans"/>
                <a:ea typeface="DejaVu Sans"/>
                <a:cs typeface="DejaVu Sans"/>
              </a:defRPr>
            </a:lvl5pPr>
            <a:lvl6pPr algn="r">
              <a:defRPr sz="1200" b="1">
                <a:solidFill>
                  <a:srgbClr val="AFC0D1"/>
                </a:solidFill>
                <a:latin typeface="DejaVu Sans"/>
                <a:ea typeface="DejaVu Sans"/>
                <a:cs typeface="DejaVu Sans"/>
              </a:defRPr>
            </a:lvl6pPr>
            <a:lvl7pPr algn="r">
              <a:defRPr sz="1200" b="1">
                <a:solidFill>
                  <a:srgbClr val="AFC0D1"/>
                </a:solidFill>
                <a:latin typeface="DejaVu Sans"/>
                <a:ea typeface="DejaVu Sans"/>
                <a:cs typeface="DejaVu Sans"/>
              </a:defRPr>
            </a:lvl7pPr>
            <a:lvl8pPr algn="r">
              <a:defRPr sz="1200" b="1">
                <a:solidFill>
                  <a:srgbClr val="AFC0D1"/>
                </a:solidFill>
                <a:latin typeface="DejaVu Sans"/>
                <a:ea typeface="DejaVu Sans"/>
                <a:cs typeface="DejaVu Sans"/>
              </a:defRPr>
            </a:lvl8pPr>
            <a:lvl9pPr algn="r">
              <a:defRPr sz="1200" b="1">
                <a:solidFill>
                  <a:srgbClr val="AFC0D1"/>
                </a:solidFill>
                <a:latin typeface="DejaVu Sans"/>
                <a:ea typeface="DejaVu Sans"/>
                <a:cs typeface="DejaVu Sans"/>
              </a:defRPr>
            </a:lvl9pPr>
          </a:lstStyle>
          <a:p xmlns:a="http://schemas.openxmlformats.org/drawingml/2006/main">
            <a:pPr algn="r">
              <a:defRPr sz="1200" b="1">
                <a:solidFill>
                  <a:srgbClr val="AFC0D1"/>
                </a:solidFill>
                <a:latin typeface="DejaVu Sans"/>
                <a:ea typeface="DejaVu Sans"/>
                <a:cs typeface="DejaVu Sans"/>
              </a:defRPr>
            </a:pPr>
            <a:r>
              <a:rPr sz="1200" b="1">
                <a:solidFill>
                  <a:srgbClr val="AFC0D1"/>
                </a:solidFill>
                <a:latin typeface="DejaVu Sans"/>
                <a:ea typeface="DejaVu Sans"/>
                <a:cs typeface="DejaVu Sans"/>
              </a:rPr>
              <a:t>06</a:t>
            </a:r>
          </a:p>
        </p:txBody>
      </p:sp>
    </p:spTree>
    <p:extLst>
      <p:ext uri="{BB962C8B-B14F-4D97-AF65-F5344CB8AC3E}">
        <p14:creationId xmlns:p14="http://schemas.microsoft.com/office/powerpoint/2010/main" val="1748780326"/>
      </p:ext>
    </p:extLst>
  </p:cSld>
</p:sld>
</file>

<file path=ppt/slides/slide7.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7" name="s7-kicker">
            <a:extLst xmlns:a="http://schemas.openxmlformats.org/drawingml/2006/main">
              <a:ext uri="{FF2B5EF4-FFF2-40B4-BE49-F238E27FC236}">
                <a16:creationId xmlns:a16="http://schemas.microsoft.com/office/drawing/2014/main" id="{6995AEFD-A5A1-478C-B661-5B6D3EE0C199}"/>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7-title">
            <a:extLst xmlns:a="http://schemas.openxmlformats.org/drawingml/2006/main">
              <a:ext uri="{FF2B5EF4-FFF2-40B4-BE49-F238E27FC236}">
                <a16:creationId xmlns:a16="http://schemas.microsoft.com/office/drawing/2014/main" id="{DF1BD7F5-5EDD-4B08-8E56-71177FEB1C90}"/>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01D31"/>
                </a:solidFill>
                <a:latin typeface="DejaVu Sans"/>
                <a:ea typeface="DejaVu Sans"/>
                <a:cs typeface="DejaVu Sans"/>
              </a:defRPr>
            </a:defPPr>
            <a:lvl1pPr algn="l">
              <a:defRPr sz="2850" b="1">
                <a:solidFill>
                  <a:srgbClr val="101D31"/>
                </a:solidFill>
                <a:latin typeface="DejaVu Sans"/>
                <a:ea typeface="DejaVu Sans"/>
                <a:cs typeface="DejaVu Sans"/>
              </a:defRPr>
            </a:lvl1pPr>
            <a:lvl2pPr algn="l">
              <a:defRPr sz="2850" b="1">
                <a:solidFill>
                  <a:srgbClr val="101D31"/>
                </a:solidFill>
                <a:latin typeface="DejaVu Sans"/>
                <a:ea typeface="DejaVu Sans"/>
                <a:cs typeface="DejaVu Sans"/>
              </a:defRPr>
            </a:lvl2pPr>
            <a:lvl3pPr algn="l">
              <a:defRPr sz="2850" b="1">
                <a:solidFill>
                  <a:srgbClr val="101D31"/>
                </a:solidFill>
                <a:latin typeface="DejaVu Sans"/>
                <a:ea typeface="DejaVu Sans"/>
                <a:cs typeface="DejaVu Sans"/>
              </a:defRPr>
            </a:lvl3pPr>
            <a:lvl4pPr algn="l">
              <a:defRPr sz="2850" b="1">
                <a:solidFill>
                  <a:srgbClr val="101D31"/>
                </a:solidFill>
                <a:latin typeface="DejaVu Sans"/>
                <a:ea typeface="DejaVu Sans"/>
                <a:cs typeface="DejaVu Sans"/>
              </a:defRPr>
            </a:lvl4pPr>
            <a:lvl5pPr algn="l">
              <a:defRPr sz="2850" b="1">
                <a:solidFill>
                  <a:srgbClr val="101D31"/>
                </a:solidFill>
                <a:latin typeface="DejaVu Sans"/>
                <a:ea typeface="DejaVu Sans"/>
                <a:cs typeface="DejaVu Sans"/>
              </a:defRPr>
            </a:lvl5pPr>
            <a:lvl6pPr algn="l">
              <a:defRPr sz="2850" b="1">
                <a:solidFill>
                  <a:srgbClr val="101D31"/>
                </a:solidFill>
                <a:latin typeface="DejaVu Sans"/>
                <a:ea typeface="DejaVu Sans"/>
                <a:cs typeface="DejaVu Sans"/>
              </a:defRPr>
            </a:lvl6pPr>
            <a:lvl7pPr algn="l">
              <a:defRPr sz="2850" b="1">
                <a:solidFill>
                  <a:srgbClr val="101D31"/>
                </a:solidFill>
                <a:latin typeface="DejaVu Sans"/>
                <a:ea typeface="DejaVu Sans"/>
                <a:cs typeface="DejaVu Sans"/>
              </a:defRPr>
            </a:lvl7pPr>
            <a:lvl8pPr algn="l">
              <a:defRPr sz="2850" b="1">
                <a:solidFill>
                  <a:srgbClr val="101D31"/>
                </a:solidFill>
                <a:latin typeface="DejaVu Sans"/>
                <a:ea typeface="DejaVu Sans"/>
                <a:cs typeface="DejaVu Sans"/>
              </a:defRPr>
            </a:lvl8pPr>
            <a:lvl9pPr algn="l">
              <a:defRPr sz="2850" b="1">
                <a:solidFill>
                  <a:srgbClr val="101D31"/>
                </a:solidFill>
                <a:latin typeface="DejaVu Sans"/>
                <a:ea typeface="DejaVu Sans"/>
                <a:cs typeface="DejaVu Sans"/>
              </a:defRPr>
            </a:lvl9pPr>
          </a:lstStyle>
          <a:p xmlns:a="http://schemas.openxmlformats.org/drawingml/2006/main">
            <a:pPr algn="l">
              <a:defRPr sz="2850" b="1">
                <a:solidFill>
                  <a:srgbClr val="101D31"/>
                </a:solidFill>
                <a:latin typeface="DejaVu Sans"/>
                <a:ea typeface="DejaVu Sans"/>
                <a:cs typeface="DejaVu Sans"/>
              </a:defRPr>
            </a:pPr>
            <a:r>
              <a:rPr sz="2850" b="1">
                <a:solidFill>
                  <a:srgbClr val="101D31"/>
                </a:solidFill>
                <a:latin typeface="DejaVu Sans"/>
                <a:ea typeface="DejaVu Sans"/>
                <a:cs typeface="DejaVu Sans"/>
              </a:rPr>
              <a:t>Τι βλέπουμε όταν μετράμε τάση;</a:t>
            </a:r>
          </a:p>
        </p:txBody>
      </p:sp>
      <p:sp>
        <p:nvSpPr>
          <p:cNvPr id="3" name="s7-title-rule">
            <a:extLst xmlns:a="http://schemas.openxmlformats.org/drawingml/2006/main">
              <a:ext uri="{FF2B5EF4-FFF2-40B4-BE49-F238E27FC236}">
                <a16:creationId xmlns:a16="http://schemas.microsoft.com/office/drawing/2014/main" id="{6C61AD1E-2FA7-401B-80E8-BF9A17D97BB2}"/>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7-subtitle">
            <a:extLst xmlns:a="http://schemas.openxmlformats.org/drawingml/2006/main">
              <a:ext uri="{FF2B5EF4-FFF2-40B4-BE49-F238E27FC236}">
                <a16:creationId xmlns:a16="http://schemas.microsoft.com/office/drawing/2014/main" id="{42B03263-D331-459D-A742-9692DE26AA3A}"/>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Το πολύμετρο δίνει μια ένδειξη· ο παλμογράφος αποκαλύπτει τις εναλλαγές του σήματος.</a:t>
            </a:r>
          </a:p>
        </p:txBody>
      </p:sp>
      <p:sp>
        <p:nvSpPr>
          <p:cNvPr id="5" name="s7-meter-panel">
            <a:extLst xmlns:a="http://schemas.openxmlformats.org/drawingml/2006/main">
              <a:ext uri="{FF2B5EF4-FFF2-40B4-BE49-F238E27FC236}">
                <a16:creationId xmlns:a16="http://schemas.microsoft.com/office/drawing/2014/main" id="{41E8ADEB-50DF-43B4-A1FD-52A9DE038FCE}"/>
              </a:ext>
            </a:extLst>
          </p:cNvPr>
          <p:cNvSpPr>
            <a:spLocks xmlns:a="http://schemas.openxmlformats.org/drawingml/2006/main" noGrp="1"/>
          </p:cNvSpPr>
          <p:nvPr/>
        </p:nvSpPr>
        <p:spPr>
          <a:xfrm xmlns:a="http://schemas.openxmlformats.org/drawingml/2006/main">
            <a:off x="609600" y="2209800"/>
            <a:ext cx="4762500" cy="3257550"/>
          </a:xfrm>
          <a:prstGeom xmlns:a="http://schemas.openxmlformats.org/drawingml/2006/main" prst="roundRect">
            <a:avLst>
              <a:gd name="adj" fmla="val 2339"/>
            </a:avLst>
          </a:prstGeom>
          <a:solidFill xmlns:a="http://schemas.openxmlformats.org/drawingml/2006/main">
            <a:srgbClr val="FFFFFF"/>
          </a:solidFill>
          <a:ln xmlns:a="http://schemas.openxmlformats.org/drawingml/2006/main" w="14288">
            <a:solidFill>
              <a:srgbClr val="D6E2ED"/>
            </a:solidFill>
            <a:prstDash val="solid"/>
          </a:ln>
        </p:spPr>
      </p:sp>
      <p:sp>
        <p:nvSpPr>
          <p:cNvPr id="6" name="s7-meter-title">
            <a:extLst xmlns:a="http://schemas.openxmlformats.org/drawingml/2006/main">
              <a:ext uri="{FF2B5EF4-FFF2-40B4-BE49-F238E27FC236}">
                <a16:creationId xmlns:a16="http://schemas.microsoft.com/office/drawing/2014/main" id="{672C2021-3157-4B28-BC5A-779011D21503}"/>
              </a:ext>
            </a:extLst>
          </p:cNvPr>
          <p:cNvSpPr>
            <a:spLocks xmlns:a="http://schemas.openxmlformats.org/drawingml/2006/main" noGrp="1"/>
          </p:cNvSpPr>
          <p:nvPr/>
        </p:nvSpPr>
        <p:spPr>
          <a:xfrm xmlns:a="http://schemas.openxmlformats.org/drawingml/2006/main">
            <a:off x="895350" y="24193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ΠΟΛΥΜΕΤΡΟ · DC V</a:t>
            </a:r>
          </a:p>
        </p:txBody>
      </p:sp>
      <p:sp>
        <p:nvSpPr>
          <p:cNvPr id="7" name="s7-meter-body">
            <a:extLst xmlns:a="http://schemas.openxmlformats.org/drawingml/2006/main">
              <a:ext uri="{FF2B5EF4-FFF2-40B4-BE49-F238E27FC236}">
                <a16:creationId xmlns:a16="http://schemas.microsoft.com/office/drawing/2014/main" id="{06756060-6FE6-442D-AAD0-E794769C7AFA}"/>
              </a:ext>
            </a:extLst>
          </p:cNvPr>
          <p:cNvSpPr>
            <a:spLocks xmlns:a="http://schemas.openxmlformats.org/drawingml/2006/main" noGrp="1"/>
          </p:cNvSpPr>
          <p:nvPr/>
        </p:nvSpPr>
        <p:spPr>
          <a:xfrm xmlns:a="http://schemas.openxmlformats.org/drawingml/2006/main">
            <a:off x="1619250" y="2914650"/>
            <a:ext cx="2743200" cy="1666875"/>
          </a:xfrm>
          <a:prstGeom xmlns:a="http://schemas.openxmlformats.org/drawingml/2006/main" prst="roundRect">
            <a:avLst>
              <a:gd name="adj" fmla="val 4571"/>
            </a:avLst>
          </a:prstGeom>
          <a:solidFill xmlns:a="http://schemas.openxmlformats.org/drawingml/2006/main">
            <a:srgbClr val="E8EEF4"/>
          </a:solidFill>
          <a:ln xmlns:a="http://schemas.openxmlformats.org/drawingml/2006/main" w="19050">
            <a:solidFill>
              <a:srgbClr val="9AAABD"/>
            </a:solidFill>
            <a:prstDash val="solid"/>
          </a:ln>
        </p:spPr>
      </p:sp>
      <p:sp>
        <p:nvSpPr>
          <p:cNvPr id="8" name="s7-meter-display">
            <a:extLst xmlns:a="http://schemas.openxmlformats.org/drawingml/2006/main">
              <a:ext uri="{FF2B5EF4-FFF2-40B4-BE49-F238E27FC236}">
                <a16:creationId xmlns:a16="http://schemas.microsoft.com/office/drawing/2014/main" id="{E56BC1F7-F2CB-4348-B850-965E5D27817D}"/>
              </a:ext>
            </a:extLst>
          </p:cNvPr>
          <p:cNvSpPr>
            <a:spLocks xmlns:a="http://schemas.openxmlformats.org/drawingml/2006/main" noGrp="1"/>
          </p:cNvSpPr>
          <p:nvPr/>
        </p:nvSpPr>
        <p:spPr>
          <a:xfrm xmlns:a="http://schemas.openxmlformats.org/drawingml/2006/main">
            <a:off x="1943100" y="3114675"/>
            <a:ext cx="2095500" cy="676275"/>
          </a:xfrm>
          <a:prstGeom xmlns:a="http://schemas.openxmlformats.org/drawingml/2006/main" prst="roundRect">
            <a:avLst>
              <a:gd name="adj" fmla="val 11268"/>
            </a:avLst>
          </a:prstGeom>
          <a:solidFill xmlns:a="http://schemas.openxmlformats.org/drawingml/2006/main">
            <a:srgbClr val="DDF6E9"/>
          </a:solidFill>
          <a:ln xmlns:a="http://schemas.openxmlformats.org/drawingml/2006/main" w="9525">
            <a:solidFill>
              <a:srgbClr val="93C9A8"/>
            </a:solidFill>
            <a:prstDash val="solid"/>
          </a:ln>
        </p:spPr>
      </p:sp>
      <p:sp>
        <p:nvSpPr>
          <p:cNvPr id="9" name="s7-meter-display-text">
            <a:extLst xmlns:a="http://schemas.openxmlformats.org/drawingml/2006/main">
              <a:ext uri="{FF2B5EF4-FFF2-40B4-BE49-F238E27FC236}">
                <a16:creationId xmlns:a16="http://schemas.microsoft.com/office/drawing/2014/main" id="{CC1677EE-F6F6-4BD3-B95B-941B866DCDE8}"/>
              </a:ext>
            </a:extLst>
          </p:cNvPr>
          <p:cNvSpPr>
            <a:spLocks xmlns:a="http://schemas.openxmlformats.org/drawingml/2006/main" noGrp="1"/>
          </p:cNvSpPr>
          <p:nvPr/>
        </p:nvSpPr>
        <p:spPr>
          <a:xfrm xmlns:a="http://schemas.openxmlformats.org/drawingml/2006/main">
            <a:off x="2057400" y="3228975"/>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55938"/>
                </a:solidFill>
                <a:latin typeface="DejaVu Sans"/>
                <a:ea typeface="DejaVu Sans"/>
                <a:cs typeface="DejaVu Sans"/>
              </a:defRPr>
            </a:defPPr>
            <a:lvl1pPr algn="ctr">
              <a:defRPr sz="1050" b="1">
                <a:solidFill>
                  <a:srgbClr val="155938"/>
                </a:solidFill>
                <a:latin typeface="DejaVu Sans"/>
                <a:ea typeface="DejaVu Sans"/>
                <a:cs typeface="DejaVu Sans"/>
              </a:defRPr>
            </a:lvl1pPr>
            <a:lvl2pPr algn="ctr">
              <a:defRPr sz="1050" b="1">
                <a:solidFill>
                  <a:srgbClr val="155938"/>
                </a:solidFill>
                <a:latin typeface="DejaVu Sans"/>
                <a:ea typeface="DejaVu Sans"/>
                <a:cs typeface="DejaVu Sans"/>
              </a:defRPr>
            </a:lvl2pPr>
            <a:lvl3pPr algn="ctr">
              <a:defRPr sz="1050" b="1">
                <a:solidFill>
                  <a:srgbClr val="155938"/>
                </a:solidFill>
                <a:latin typeface="DejaVu Sans"/>
                <a:ea typeface="DejaVu Sans"/>
                <a:cs typeface="DejaVu Sans"/>
              </a:defRPr>
            </a:lvl3pPr>
            <a:lvl4pPr algn="ctr">
              <a:defRPr sz="1050" b="1">
                <a:solidFill>
                  <a:srgbClr val="155938"/>
                </a:solidFill>
                <a:latin typeface="DejaVu Sans"/>
                <a:ea typeface="DejaVu Sans"/>
                <a:cs typeface="DejaVu Sans"/>
              </a:defRPr>
            </a:lvl4pPr>
            <a:lvl5pPr algn="ctr">
              <a:defRPr sz="1050" b="1">
                <a:solidFill>
                  <a:srgbClr val="155938"/>
                </a:solidFill>
                <a:latin typeface="DejaVu Sans"/>
                <a:ea typeface="DejaVu Sans"/>
                <a:cs typeface="DejaVu Sans"/>
              </a:defRPr>
            </a:lvl5pPr>
            <a:lvl6pPr algn="ctr">
              <a:defRPr sz="1050" b="1">
                <a:solidFill>
                  <a:srgbClr val="155938"/>
                </a:solidFill>
                <a:latin typeface="DejaVu Sans"/>
                <a:ea typeface="DejaVu Sans"/>
                <a:cs typeface="DejaVu Sans"/>
              </a:defRPr>
            </a:lvl6pPr>
            <a:lvl7pPr algn="ctr">
              <a:defRPr sz="1050" b="1">
                <a:solidFill>
                  <a:srgbClr val="155938"/>
                </a:solidFill>
                <a:latin typeface="DejaVu Sans"/>
                <a:ea typeface="DejaVu Sans"/>
                <a:cs typeface="DejaVu Sans"/>
              </a:defRPr>
            </a:lvl7pPr>
            <a:lvl8pPr algn="ctr">
              <a:defRPr sz="1050" b="1">
                <a:solidFill>
                  <a:srgbClr val="155938"/>
                </a:solidFill>
                <a:latin typeface="DejaVu Sans"/>
                <a:ea typeface="DejaVu Sans"/>
                <a:cs typeface="DejaVu Sans"/>
              </a:defRPr>
            </a:lvl8pPr>
            <a:lvl9pPr algn="ctr">
              <a:defRPr sz="1050" b="1">
                <a:solidFill>
                  <a:srgbClr val="155938"/>
                </a:solidFill>
                <a:latin typeface="DejaVu Sans"/>
                <a:ea typeface="DejaVu Sans"/>
                <a:cs typeface="DejaVu Sans"/>
              </a:defRPr>
            </a:lvl9pPr>
          </a:lstStyle>
          <a:p xmlns:a="http://schemas.openxmlformats.org/drawingml/2006/main">
            <a:pPr algn="ctr">
              <a:defRPr sz="1050" b="1">
                <a:solidFill>
                  <a:srgbClr val="155938"/>
                </a:solidFill>
                <a:latin typeface="DejaVu Sans"/>
                <a:ea typeface="DejaVu Sans"/>
                <a:cs typeface="DejaVu Sans"/>
              </a:defRPr>
            </a:pPr>
            <a:r>
              <a:rPr sz="1050" b="1">
                <a:solidFill>
                  <a:srgbClr val="155938"/>
                </a:solidFill>
                <a:latin typeface="DejaVu Sans"/>
                <a:ea typeface="DejaVu Sans"/>
                <a:cs typeface="DejaVu Sans"/>
              </a:rPr>
              <a:t>ΜΕΣΗ ΕΝΔΕΙΞΗ</a:t>
            </a:r>
          </a:p>
        </p:txBody>
      </p:sp>
      <p:sp>
        <p:nvSpPr>
          <p:cNvPr id="10" name="s7-meter-display-sub">
            <a:extLst xmlns:a="http://schemas.openxmlformats.org/drawingml/2006/main">
              <a:ext uri="{FF2B5EF4-FFF2-40B4-BE49-F238E27FC236}">
                <a16:creationId xmlns:a16="http://schemas.microsoft.com/office/drawing/2014/main" id="{48FB8E84-A9C4-4A5C-A2B1-37A9B93B75DE}"/>
              </a:ext>
            </a:extLst>
          </p:cNvPr>
          <p:cNvSpPr>
            <a:spLocks xmlns:a="http://schemas.openxmlformats.org/drawingml/2006/main" noGrp="1"/>
          </p:cNvSpPr>
          <p:nvPr/>
        </p:nvSpPr>
        <p:spPr>
          <a:xfrm xmlns:a="http://schemas.openxmlformats.org/drawingml/2006/main">
            <a:off x="2057400" y="3476625"/>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155938"/>
                </a:solidFill>
                <a:latin typeface="DejaVu Sans"/>
                <a:ea typeface="DejaVu Sans"/>
                <a:cs typeface="DejaVu Sans"/>
              </a:defRPr>
            </a:defPPr>
            <a:lvl1pPr algn="ctr">
              <a:defRPr sz="1050" b="0">
                <a:solidFill>
                  <a:srgbClr val="155938"/>
                </a:solidFill>
                <a:latin typeface="DejaVu Sans"/>
                <a:ea typeface="DejaVu Sans"/>
                <a:cs typeface="DejaVu Sans"/>
              </a:defRPr>
            </a:lvl1pPr>
            <a:lvl2pPr algn="ctr">
              <a:defRPr sz="1050" b="0">
                <a:solidFill>
                  <a:srgbClr val="155938"/>
                </a:solidFill>
                <a:latin typeface="DejaVu Sans"/>
                <a:ea typeface="DejaVu Sans"/>
                <a:cs typeface="DejaVu Sans"/>
              </a:defRPr>
            </a:lvl2pPr>
            <a:lvl3pPr algn="ctr">
              <a:defRPr sz="1050" b="0">
                <a:solidFill>
                  <a:srgbClr val="155938"/>
                </a:solidFill>
                <a:latin typeface="DejaVu Sans"/>
                <a:ea typeface="DejaVu Sans"/>
                <a:cs typeface="DejaVu Sans"/>
              </a:defRPr>
            </a:lvl3pPr>
            <a:lvl4pPr algn="ctr">
              <a:defRPr sz="1050" b="0">
                <a:solidFill>
                  <a:srgbClr val="155938"/>
                </a:solidFill>
                <a:latin typeface="DejaVu Sans"/>
                <a:ea typeface="DejaVu Sans"/>
                <a:cs typeface="DejaVu Sans"/>
              </a:defRPr>
            </a:lvl4pPr>
            <a:lvl5pPr algn="ctr">
              <a:defRPr sz="1050" b="0">
                <a:solidFill>
                  <a:srgbClr val="155938"/>
                </a:solidFill>
                <a:latin typeface="DejaVu Sans"/>
                <a:ea typeface="DejaVu Sans"/>
                <a:cs typeface="DejaVu Sans"/>
              </a:defRPr>
            </a:lvl5pPr>
            <a:lvl6pPr algn="ctr">
              <a:defRPr sz="1050" b="0">
                <a:solidFill>
                  <a:srgbClr val="155938"/>
                </a:solidFill>
                <a:latin typeface="DejaVu Sans"/>
                <a:ea typeface="DejaVu Sans"/>
                <a:cs typeface="DejaVu Sans"/>
              </a:defRPr>
            </a:lvl6pPr>
            <a:lvl7pPr algn="ctr">
              <a:defRPr sz="1050" b="0">
                <a:solidFill>
                  <a:srgbClr val="155938"/>
                </a:solidFill>
                <a:latin typeface="DejaVu Sans"/>
                <a:ea typeface="DejaVu Sans"/>
                <a:cs typeface="DejaVu Sans"/>
              </a:defRPr>
            </a:lvl7pPr>
            <a:lvl8pPr algn="ctr">
              <a:defRPr sz="1050" b="0">
                <a:solidFill>
                  <a:srgbClr val="155938"/>
                </a:solidFill>
                <a:latin typeface="DejaVu Sans"/>
                <a:ea typeface="DejaVu Sans"/>
                <a:cs typeface="DejaVu Sans"/>
              </a:defRPr>
            </a:lvl8pPr>
            <a:lvl9pPr algn="ctr">
              <a:defRPr sz="1050" b="0">
                <a:solidFill>
                  <a:srgbClr val="155938"/>
                </a:solidFill>
                <a:latin typeface="DejaVu Sans"/>
                <a:ea typeface="DejaVu Sans"/>
                <a:cs typeface="DejaVu Sans"/>
              </a:defRPr>
            </a:lvl9pPr>
          </a:lstStyle>
          <a:p xmlns:a="http://schemas.openxmlformats.org/drawingml/2006/main">
            <a:pPr algn="ctr">
              <a:defRPr sz="1050" b="0">
                <a:solidFill>
                  <a:srgbClr val="155938"/>
                </a:solidFill>
                <a:latin typeface="DejaVu Sans"/>
                <a:ea typeface="DejaVu Sans"/>
                <a:cs typeface="DejaVu Sans"/>
              </a:defRPr>
            </a:pPr>
            <a:r>
              <a:rPr sz="1050" b="0">
                <a:solidFill>
                  <a:srgbClr val="155938"/>
                </a:solidFill>
                <a:latin typeface="DejaVu Sans"/>
                <a:ea typeface="DejaVu Sans"/>
                <a:cs typeface="DejaVu Sans"/>
              </a:rPr>
              <a:t>CAN-H ή CAN-L</a:t>
            </a:r>
          </a:p>
        </p:txBody>
      </p:sp>
      <p:sp>
        <p:nvSpPr>
          <p:cNvPr id="11" name="s7-meter-dial">
            <a:extLst xmlns:a="http://schemas.openxmlformats.org/drawingml/2006/main">
              <a:ext uri="{FF2B5EF4-FFF2-40B4-BE49-F238E27FC236}">
                <a16:creationId xmlns:a16="http://schemas.microsoft.com/office/drawing/2014/main" id="{C484FCDB-CE65-4FB8-BA3B-353C49850D79}"/>
              </a:ext>
            </a:extLst>
          </p:cNvPr>
          <p:cNvSpPr>
            <a:spLocks xmlns:a="http://schemas.openxmlformats.org/drawingml/2006/main" noGrp="1"/>
          </p:cNvSpPr>
          <p:nvPr/>
        </p:nvSpPr>
        <p:spPr>
          <a:xfrm xmlns:a="http://schemas.openxmlformats.org/drawingml/2006/main">
            <a:off x="2638425" y="3943350"/>
            <a:ext cx="704850" cy="476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6F8194"/>
            </a:solidFill>
            <a:prstDash val="solid"/>
          </a:ln>
        </p:spPr>
      </p:sp>
      <p:sp>
        <p:nvSpPr>
          <p:cNvPr id="12" name="s7-meter-pointer">
            <a:extLst xmlns:a="http://schemas.openxmlformats.org/drawingml/2006/main">
              <a:ext uri="{FF2B5EF4-FFF2-40B4-BE49-F238E27FC236}">
                <a16:creationId xmlns:a16="http://schemas.microsoft.com/office/drawing/2014/main" id="{94951843-796D-467B-9DD8-857EDE78E673}"/>
              </a:ext>
            </a:extLst>
          </p:cNvPr>
          <p:cNvSpPr>
            <a:spLocks xmlns:a="http://schemas.openxmlformats.org/drawingml/2006/main" noGrp="1"/>
          </p:cNvSpPr>
          <p:nvPr/>
        </p:nvSpPr>
        <p:spPr>
          <a:xfrm xmlns:a="http://schemas.openxmlformats.org/drawingml/2006/main">
            <a:off x="2981325" y="4010025"/>
            <a:ext cx="28575" cy="247650"/>
          </a:xfrm>
          <a:prstGeom xmlns:a="http://schemas.openxmlformats.org/drawingml/2006/main" prst="rect">
            <a:avLst/>
          </a:prstGeom>
          <a:noFill xmlns:a="http://schemas.openxmlformats.org/drawingml/2006/main"/>
          <a:ln xmlns:a="http://schemas.openxmlformats.org/drawingml/2006/main" w="0">
            <a:noFill/>
            <a:prstDash val="solid"/>
          </a:ln>
        </p:spPr>
      </p:sp>
      <p:sp>
        <p:nvSpPr>
          <p:cNvPr id="13" name="s7-meter-caption">
            <a:extLst xmlns:a="http://schemas.openxmlformats.org/drawingml/2006/main">
              <a:ext uri="{FF2B5EF4-FFF2-40B4-BE49-F238E27FC236}">
                <a16:creationId xmlns:a16="http://schemas.microsoft.com/office/drawing/2014/main" id="{2EA3786D-5B0C-42F3-88F9-7ABF0E1257F1}"/>
              </a:ext>
            </a:extLst>
          </p:cNvPr>
          <p:cNvSpPr>
            <a:spLocks xmlns:a="http://schemas.openxmlformats.org/drawingml/2006/main" noGrp="1"/>
          </p:cNvSpPr>
          <p:nvPr/>
        </p:nvSpPr>
        <p:spPr>
          <a:xfrm xmlns:a="http://schemas.openxmlformats.org/drawingml/2006/main">
            <a:off x="895350" y="47053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Μέτρηση γραμμής ως προς γείωση</a:t>
            </a:r>
          </a:p>
        </p:txBody>
      </p:sp>
      <p:sp>
        <p:nvSpPr>
          <p:cNvPr id="14" name="s7-meter-note">
            <a:extLst xmlns:a="http://schemas.openxmlformats.org/drawingml/2006/main">
              <a:ext uri="{FF2B5EF4-FFF2-40B4-BE49-F238E27FC236}">
                <a16:creationId xmlns:a16="http://schemas.microsoft.com/office/drawing/2014/main" id="{4F853907-F641-4C71-8A65-50644AA36340}"/>
              </a:ext>
            </a:extLst>
          </p:cNvPr>
          <p:cNvSpPr>
            <a:spLocks xmlns:a="http://schemas.openxmlformats.org/drawingml/2006/main" noGrp="1"/>
          </p:cNvSpPr>
          <p:nvPr/>
        </p:nvSpPr>
        <p:spPr>
          <a:xfrm xmlns:a="http://schemas.openxmlformats.org/drawingml/2006/main">
            <a:off x="895350" y="50673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Η ένδειξη μεταβάλλεται ανάλογα με την κίνηση στο δίκτυο.</a:t>
            </a:r>
          </a:p>
        </p:txBody>
      </p:sp>
      <p:sp>
        <p:nvSpPr>
          <p:cNvPr id="15" name="s7-scope-panel">
            <a:extLst xmlns:a="http://schemas.openxmlformats.org/drawingml/2006/main">
              <a:ext uri="{FF2B5EF4-FFF2-40B4-BE49-F238E27FC236}">
                <a16:creationId xmlns:a16="http://schemas.microsoft.com/office/drawing/2014/main" id="{364109FB-CCF2-4AB3-A90B-2FE958F929A3}"/>
              </a:ext>
            </a:extLst>
          </p:cNvPr>
          <p:cNvSpPr>
            <a:spLocks xmlns:a="http://schemas.openxmlformats.org/drawingml/2006/main" noGrp="1"/>
          </p:cNvSpPr>
          <p:nvPr/>
        </p:nvSpPr>
        <p:spPr>
          <a:xfrm xmlns:a="http://schemas.openxmlformats.org/drawingml/2006/main">
            <a:off x="5772150" y="2209800"/>
            <a:ext cx="5810250" cy="3257550"/>
          </a:xfrm>
          <a:prstGeom xmlns:a="http://schemas.openxmlformats.org/drawingml/2006/main" prst="roundRect">
            <a:avLst>
              <a:gd name="adj" fmla="val 2339"/>
            </a:avLst>
          </a:prstGeom>
          <a:solidFill xmlns:a="http://schemas.openxmlformats.org/drawingml/2006/main">
            <a:srgbClr val="071426"/>
          </a:solidFill>
          <a:ln xmlns:a="http://schemas.openxmlformats.org/drawingml/2006/main" w="0">
            <a:noFill/>
            <a:prstDash val="solid"/>
          </a:ln>
        </p:spPr>
      </p:sp>
      <p:sp>
        <p:nvSpPr>
          <p:cNvPr id="16" name="s7-scope-title">
            <a:extLst xmlns:a="http://schemas.openxmlformats.org/drawingml/2006/main">
              <a:ext uri="{FF2B5EF4-FFF2-40B4-BE49-F238E27FC236}">
                <a16:creationId xmlns:a16="http://schemas.microsoft.com/office/drawing/2014/main" id="{533EF62D-9E0C-4929-87A9-ECB522154EED}"/>
              </a:ext>
            </a:extLst>
          </p:cNvPr>
          <p:cNvSpPr>
            <a:spLocks xmlns:a="http://schemas.openxmlformats.org/drawingml/2006/main" noGrp="1"/>
          </p:cNvSpPr>
          <p:nvPr/>
        </p:nvSpPr>
        <p:spPr>
          <a:xfrm xmlns:a="http://schemas.openxmlformats.org/drawingml/2006/main">
            <a:off x="6057900" y="24193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ΠΑΛΜΟΓΡΑΦΟΣ · ΚΥΜΑΤΟΜΟΡΦΗ</a:t>
            </a:r>
          </a:p>
        </p:txBody>
      </p:sp>
      <p:sp>
        <p:nvSpPr>
          <p:cNvPr id="17" name="s7-grid-bg">
            <a:extLst xmlns:a="http://schemas.openxmlformats.org/drawingml/2006/main">
              <a:ext uri="{FF2B5EF4-FFF2-40B4-BE49-F238E27FC236}">
                <a16:creationId xmlns:a16="http://schemas.microsoft.com/office/drawing/2014/main" id="{D0726A5A-7C18-4032-869F-8C0CEE4280CA}"/>
              </a:ext>
            </a:extLst>
          </p:cNvPr>
          <p:cNvSpPr>
            <a:spLocks xmlns:a="http://schemas.openxmlformats.org/drawingml/2006/main" noGrp="1"/>
          </p:cNvSpPr>
          <p:nvPr/>
        </p:nvSpPr>
        <p:spPr>
          <a:xfrm xmlns:a="http://schemas.openxmlformats.org/drawingml/2006/main">
            <a:off x="7467600" y="3181350"/>
            <a:ext cx="3505200" cy="1600200"/>
          </a:xfrm>
          <a:prstGeom xmlns:a="http://schemas.openxmlformats.org/drawingml/2006/main" prst="rect">
            <a:avLst/>
          </a:prstGeom>
          <a:solidFill xmlns:a="http://schemas.openxmlformats.org/drawingml/2006/main">
            <a:srgbClr val="0C1D31"/>
          </a:solidFill>
          <a:ln xmlns:a="http://schemas.openxmlformats.org/drawingml/2006/main" w="9525">
            <a:solidFill>
              <a:srgbClr val="2A4158"/>
            </a:solidFill>
            <a:prstDash val="solid"/>
          </a:ln>
        </p:spPr>
      </p:sp>
      <p:sp>
        <p:nvSpPr>
          <p:cNvPr id="18" name="s7-grid-v-1">
            <a:extLst xmlns:a="http://schemas.openxmlformats.org/drawingml/2006/main">
              <a:ext uri="{FF2B5EF4-FFF2-40B4-BE49-F238E27FC236}">
                <a16:creationId xmlns:a16="http://schemas.microsoft.com/office/drawing/2014/main" id="{79809314-40C1-46ED-88A5-EEF502A40714}"/>
              </a:ext>
            </a:extLst>
          </p:cNvPr>
          <p:cNvSpPr>
            <a:spLocks xmlns:a="http://schemas.openxmlformats.org/drawingml/2006/main" noGrp="1"/>
          </p:cNvSpPr>
          <p:nvPr/>
        </p:nvSpPr>
        <p:spPr>
          <a:xfrm xmlns:a="http://schemas.openxmlformats.org/drawingml/2006/main">
            <a:off x="8343900" y="3181350"/>
            <a:ext cx="9525" cy="1600200"/>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19" name="s7-grid-v-2">
            <a:extLst xmlns:a="http://schemas.openxmlformats.org/drawingml/2006/main">
              <a:ext uri="{FF2B5EF4-FFF2-40B4-BE49-F238E27FC236}">
                <a16:creationId xmlns:a16="http://schemas.microsoft.com/office/drawing/2014/main" id="{83E8549B-CDCF-47F9-A43C-4AE53FF400BB}"/>
              </a:ext>
            </a:extLst>
          </p:cNvPr>
          <p:cNvSpPr>
            <a:spLocks xmlns:a="http://schemas.openxmlformats.org/drawingml/2006/main" noGrp="1"/>
          </p:cNvSpPr>
          <p:nvPr/>
        </p:nvSpPr>
        <p:spPr>
          <a:xfrm xmlns:a="http://schemas.openxmlformats.org/drawingml/2006/main">
            <a:off x="9220200" y="3181350"/>
            <a:ext cx="9525" cy="1600200"/>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0" name="s7-grid-v-3">
            <a:extLst xmlns:a="http://schemas.openxmlformats.org/drawingml/2006/main">
              <a:ext uri="{FF2B5EF4-FFF2-40B4-BE49-F238E27FC236}">
                <a16:creationId xmlns:a16="http://schemas.microsoft.com/office/drawing/2014/main" id="{21ACA0C2-8DAD-499C-9867-E65A895069AA}"/>
              </a:ext>
            </a:extLst>
          </p:cNvPr>
          <p:cNvSpPr>
            <a:spLocks xmlns:a="http://schemas.openxmlformats.org/drawingml/2006/main" noGrp="1"/>
          </p:cNvSpPr>
          <p:nvPr/>
        </p:nvSpPr>
        <p:spPr>
          <a:xfrm xmlns:a="http://schemas.openxmlformats.org/drawingml/2006/main">
            <a:off x="10096500" y="3181350"/>
            <a:ext cx="9525" cy="1600200"/>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1" name="s7-grid-h-1">
            <a:extLst xmlns:a="http://schemas.openxmlformats.org/drawingml/2006/main">
              <a:ext uri="{FF2B5EF4-FFF2-40B4-BE49-F238E27FC236}">
                <a16:creationId xmlns:a16="http://schemas.microsoft.com/office/drawing/2014/main" id="{35BFD371-19AB-4063-A976-0DDC1D254BD4}"/>
              </a:ext>
            </a:extLst>
          </p:cNvPr>
          <p:cNvSpPr>
            <a:spLocks xmlns:a="http://schemas.openxmlformats.org/drawingml/2006/main" noGrp="1"/>
          </p:cNvSpPr>
          <p:nvPr/>
        </p:nvSpPr>
        <p:spPr>
          <a:xfrm xmlns:a="http://schemas.openxmlformats.org/drawingml/2006/main">
            <a:off x="7467600" y="3581400"/>
            <a:ext cx="350520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2" name="s7-grid-h-2">
            <a:extLst xmlns:a="http://schemas.openxmlformats.org/drawingml/2006/main">
              <a:ext uri="{FF2B5EF4-FFF2-40B4-BE49-F238E27FC236}">
                <a16:creationId xmlns:a16="http://schemas.microsoft.com/office/drawing/2014/main" id="{3EF17256-7941-4CE3-BBD3-8D6C089CBF1C}"/>
              </a:ext>
            </a:extLst>
          </p:cNvPr>
          <p:cNvSpPr>
            <a:spLocks xmlns:a="http://schemas.openxmlformats.org/drawingml/2006/main" noGrp="1"/>
          </p:cNvSpPr>
          <p:nvPr/>
        </p:nvSpPr>
        <p:spPr>
          <a:xfrm xmlns:a="http://schemas.openxmlformats.org/drawingml/2006/main">
            <a:off x="7467600" y="3981450"/>
            <a:ext cx="350520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3" name="s7-grid-h-3">
            <a:extLst xmlns:a="http://schemas.openxmlformats.org/drawingml/2006/main">
              <a:ext uri="{FF2B5EF4-FFF2-40B4-BE49-F238E27FC236}">
                <a16:creationId xmlns:a16="http://schemas.microsoft.com/office/drawing/2014/main" id="{31337183-A95D-4653-AE82-648910D50037}"/>
              </a:ext>
            </a:extLst>
          </p:cNvPr>
          <p:cNvSpPr>
            <a:spLocks xmlns:a="http://schemas.openxmlformats.org/drawingml/2006/main" noGrp="1"/>
          </p:cNvSpPr>
          <p:nvPr/>
        </p:nvSpPr>
        <p:spPr>
          <a:xfrm xmlns:a="http://schemas.openxmlformats.org/drawingml/2006/main">
            <a:off x="7467600" y="4381500"/>
            <a:ext cx="350520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4" name="s7-level-high">
            <a:extLst xmlns:a="http://schemas.openxmlformats.org/drawingml/2006/main">
              <a:ext uri="{FF2B5EF4-FFF2-40B4-BE49-F238E27FC236}">
                <a16:creationId xmlns:a16="http://schemas.microsoft.com/office/drawing/2014/main" id="{63F90041-5E62-4C76-A18A-A68B2A3D4BEC}"/>
              </a:ext>
            </a:extLst>
          </p:cNvPr>
          <p:cNvSpPr>
            <a:spLocks xmlns:a="http://schemas.openxmlformats.org/drawingml/2006/main" noGrp="1"/>
          </p:cNvSpPr>
          <p:nvPr/>
        </p:nvSpPr>
        <p:spPr>
          <a:xfrm xmlns:a="http://schemas.openxmlformats.org/drawingml/2006/main">
            <a:off x="6667500" y="32956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10BFD9"/>
                </a:solidFill>
                <a:latin typeface="DejaVu Sans"/>
                <a:ea typeface="DejaVu Sans"/>
                <a:cs typeface="DejaVu Sans"/>
              </a:defRPr>
            </a:defPPr>
            <a:lvl1pPr algn="r">
              <a:defRPr sz="900" b="1">
                <a:solidFill>
                  <a:srgbClr val="10BFD9"/>
                </a:solidFill>
                <a:latin typeface="DejaVu Sans"/>
                <a:ea typeface="DejaVu Sans"/>
                <a:cs typeface="DejaVu Sans"/>
              </a:defRPr>
            </a:lvl1pPr>
            <a:lvl2pPr algn="r">
              <a:defRPr sz="900" b="1">
                <a:solidFill>
                  <a:srgbClr val="10BFD9"/>
                </a:solidFill>
                <a:latin typeface="DejaVu Sans"/>
                <a:ea typeface="DejaVu Sans"/>
                <a:cs typeface="DejaVu Sans"/>
              </a:defRPr>
            </a:lvl2pPr>
            <a:lvl3pPr algn="r">
              <a:defRPr sz="900" b="1">
                <a:solidFill>
                  <a:srgbClr val="10BFD9"/>
                </a:solidFill>
                <a:latin typeface="DejaVu Sans"/>
                <a:ea typeface="DejaVu Sans"/>
                <a:cs typeface="DejaVu Sans"/>
              </a:defRPr>
            </a:lvl3pPr>
            <a:lvl4pPr algn="r">
              <a:defRPr sz="900" b="1">
                <a:solidFill>
                  <a:srgbClr val="10BFD9"/>
                </a:solidFill>
                <a:latin typeface="DejaVu Sans"/>
                <a:ea typeface="DejaVu Sans"/>
                <a:cs typeface="DejaVu Sans"/>
              </a:defRPr>
            </a:lvl4pPr>
            <a:lvl5pPr algn="r">
              <a:defRPr sz="900" b="1">
                <a:solidFill>
                  <a:srgbClr val="10BFD9"/>
                </a:solidFill>
                <a:latin typeface="DejaVu Sans"/>
                <a:ea typeface="DejaVu Sans"/>
                <a:cs typeface="DejaVu Sans"/>
              </a:defRPr>
            </a:lvl5pPr>
            <a:lvl6pPr algn="r">
              <a:defRPr sz="900" b="1">
                <a:solidFill>
                  <a:srgbClr val="10BFD9"/>
                </a:solidFill>
                <a:latin typeface="DejaVu Sans"/>
                <a:ea typeface="DejaVu Sans"/>
                <a:cs typeface="DejaVu Sans"/>
              </a:defRPr>
            </a:lvl6pPr>
            <a:lvl7pPr algn="r">
              <a:defRPr sz="900" b="1">
                <a:solidFill>
                  <a:srgbClr val="10BFD9"/>
                </a:solidFill>
                <a:latin typeface="DejaVu Sans"/>
                <a:ea typeface="DejaVu Sans"/>
                <a:cs typeface="DejaVu Sans"/>
              </a:defRPr>
            </a:lvl7pPr>
            <a:lvl8pPr algn="r">
              <a:defRPr sz="900" b="1">
                <a:solidFill>
                  <a:srgbClr val="10BFD9"/>
                </a:solidFill>
                <a:latin typeface="DejaVu Sans"/>
                <a:ea typeface="DejaVu Sans"/>
                <a:cs typeface="DejaVu Sans"/>
              </a:defRPr>
            </a:lvl8pPr>
            <a:lvl9pPr algn="r">
              <a:defRPr sz="900" b="1">
                <a:solidFill>
                  <a:srgbClr val="10BFD9"/>
                </a:solidFill>
                <a:latin typeface="DejaVu Sans"/>
                <a:ea typeface="DejaVu Sans"/>
                <a:cs typeface="DejaVu Sans"/>
              </a:defRPr>
            </a:lvl9pPr>
          </a:lstStyle>
          <a:p xmlns:a="http://schemas.openxmlformats.org/drawingml/2006/main">
            <a:pPr algn="r">
              <a:defRPr sz="900" b="1">
                <a:solidFill>
                  <a:srgbClr val="10BFD9"/>
                </a:solidFill>
                <a:latin typeface="DejaVu Sans"/>
                <a:ea typeface="DejaVu Sans"/>
                <a:cs typeface="DejaVu Sans"/>
              </a:defRPr>
            </a:pPr>
            <a:r>
              <a:rPr sz="900" b="1">
                <a:solidFill>
                  <a:srgbClr val="10BFD9"/>
                </a:solidFill>
                <a:latin typeface="DejaVu Sans"/>
                <a:ea typeface="DejaVu Sans"/>
                <a:cs typeface="DejaVu Sans"/>
              </a:rPr>
              <a:t>3,5 V</a:t>
            </a:r>
          </a:p>
        </p:txBody>
      </p:sp>
      <p:sp>
        <p:nvSpPr>
          <p:cNvPr id="25" name="s7-level-mid">
            <a:extLst xmlns:a="http://schemas.openxmlformats.org/drawingml/2006/main">
              <a:ext uri="{FF2B5EF4-FFF2-40B4-BE49-F238E27FC236}">
                <a16:creationId xmlns:a16="http://schemas.microsoft.com/office/drawing/2014/main" id="{768325D6-032F-41FA-A5BA-C8A6630D9872}"/>
              </a:ext>
            </a:extLst>
          </p:cNvPr>
          <p:cNvSpPr>
            <a:spLocks xmlns:a="http://schemas.openxmlformats.org/drawingml/2006/main" noGrp="1"/>
          </p:cNvSpPr>
          <p:nvPr/>
        </p:nvSpPr>
        <p:spPr>
          <a:xfrm xmlns:a="http://schemas.openxmlformats.org/drawingml/2006/main">
            <a:off x="6667500" y="38290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0">
                <a:solidFill>
                  <a:srgbClr val="53657A"/>
                </a:solidFill>
                <a:latin typeface="DejaVu Sans"/>
                <a:ea typeface="DejaVu Sans"/>
                <a:cs typeface="DejaVu Sans"/>
              </a:defRPr>
            </a:defPPr>
            <a:lvl1pPr algn="r">
              <a:defRPr sz="900" b="0">
                <a:solidFill>
                  <a:srgbClr val="53657A"/>
                </a:solidFill>
                <a:latin typeface="DejaVu Sans"/>
                <a:ea typeface="DejaVu Sans"/>
                <a:cs typeface="DejaVu Sans"/>
              </a:defRPr>
            </a:lvl1pPr>
            <a:lvl2pPr algn="r">
              <a:defRPr sz="900" b="0">
                <a:solidFill>
                  <a:srgbClr val="53657A"/>
                </a:solidFill>
                <a:latin typeface="DejaVu Sans"/>
                <a:ea typeface="DejaVu Sans"/>
                <a:cs typeface="DejaVu Sans"/>
              </a:defRPr>
            </a:lvl2pPr>
            <a:lvl3pPr algn="r">
              <a:defRPr sz="900" b="0">
                <a:solidFill>
                  <a:srgbClr val="53657A"/>
                </a:solidFill>
                <a:latin typeface="DejaVu Sans"/>
                <a:ea typeface="DejaVu Sans"/>
                <a:cs typeface="DejaVu Sans"/>
              </a:defRPr>
            </a:lvl3pPr>
            <a:lvl4pPr algn="r">
              <a:defRPr sz="900" b="0">
                <a:solidFill>
                  <a:srgbClr val="53657A"/>
                </a:solidFill>
                <a:latin typeface="DejaVu Sans"/>
                <a:ea typeface="DejaVu Sans"/>
                <a:cs typeface="DejaVu Sans"/>
              </a:defRPr>
            </a:lvl4pPr>
            <a:lvl5pPr algn="r">
              <a:defRPr sz="900" b="0">
                <a:solidFill>
                  <a:srgbClr val="53657A"/>
                </a:solidFill>
                <a:latin typeface="DejaVu Sans"/>
                <a:ea typeface="DejaVu Sans"/>
                <a:cs typeface="DejaVu Sans"/>
              </a:defRPr>
            </a:lvl5pPr>
            <a:lvl6pPr algn="r">
              <a:defRPr sz="900" b="0">
                <a:solidFill>
                  <a:srgbClr val="53657A"/>
                </a:solidFill>
                <a:latin typeface="DejaVu Sans"/>
                <a:ea typeface="DejaVu Sans"/>
                <a:cs typeface="DejaVu Sans"/>
              </a:defRPr>
            </a:lvl6pPr>
            <a:lvl7pPr algn="r">
              <a:defRPr sz="900" b="0">
                <a:solidFill>
                  <a:srgbClr val="53657A"/>
                </a:solidFill>
                <a:latin typeface="DejaVu Sans"/>
                <a:ea typeface="DejaVu Sans"/>
                <a:cs typeface="DejaVu Sans"/>
              </a:defRPr>
            </a:lvl7pPr>
            <a:lvl8pPr algn="r">
              <a:defRPr sz="900" b="0">
                <a:solidFill>
                  <a:srgbClr val="53657A"/>
                </a:solidFill>
                <a:latin typeface="DejaVu Sans"/>
                <a:ea typeface="DejaVu Sans"/>
                <a:cs typeface="DejaVu Sans"/>
              </a:defRPr>
            </a:lvl8pPr>
            <a:lvl9pPr algn="r">
              <a:defRPr sz="900" b="0">
                <a:solidFill>
                  <a:srgbClr val="53657A"/>
                </a:solidFill>
                <a:latin typeface="DejaVu Sans"/>
                <a:ea typeface="DejaVu Sans"/>
                <a:cs typeface="DejaVu Sans"/>
              </a:defRPr>
            </a:lvl9pPr>
          </a:lstStyle>
          <a:p xmlns:a="http://schemas.openxmlformats.org/drawingml/2006/main">
            <a:pPr algn="r">
              <a:defRPr sz="900" b="0">
                <a:solidFill>
                  <a:srgbClr val="53657A"/>
                </a:solidFill>
                <a:latin typeface="DejaVu Sans"/>
                <a:ea typeface="DejaVu Sans"/>
                <a:cs typeface="DejaVu Sans"/>
              </a:defRPr>
            </a:pPr>
            <a:r>
              <a:rPr sz="900" b="0">
                <a:solidFill>
                  <a:srgbClr val="53657A"/>
                </a:solidFill>
                <a:latin typeface="DejaVu Sans"/>
                <a:ea typeface="DejaVu Sans"/>
                <a:cs typeface="DejaVu Sans"/>
              </a:rPr>
              <a:t>2,5 V</a:t>
            </a:r>
          </a:p>
        </p:txBody>
      </p:sp>
      <p:sp>
        <p:nvSpPr>
          <p:cNvPr id="26" name="s7-level-low">
            <a:extLst xmlns:a="http://schemas.openxmlformats.org/drawingml/2006/main">
              <a:ext uri="{FF2B5EF4-FFF2-40B4-BE49-F238E27FC236}">
                <a16:creationId xmlns:a16="http://schemas.microsoft.com/office/drawing/2014/main" id="{CC24F0E3-4EA9-4C45-90D6-FF6ECFEAAAAE}"/>
              </a:ext>
            </a:extLst>
          </p:cNvPr>
          <p:cNvSpPr>
            <a:spLocks xmlns:a="http://schemas.openxmlformats.org/drawingml/2006/main" noGrp="1"/>
          </p:cNvSpPr>
          <p:nvPr/>
        </p:nvSpPr>
        <p:spPr>
          <a:xfrm xmlns:a="http://schemas.openxmlformats.org/drawingml/2006/main">
            <a:off x="6667500" y="43434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00" b="1">
                <a:solidFill>
                  <a:srgbClr val="F7B500"/>
                </a:solidFill>
                <a:latin typeface="DejaVu Sans"/>
                <a:ea typeface="DejaVu Sans"/>
                <a:cs typeface="DejaVu Sans"/>
              </a:defRPr>
            </a:defPPr>
            <a:lvl1pPr algn="r">
              <a:defRPr sz="900" b="1">
                <a:solidFill>
                  <a:srgbClr val="F7B500"/>
                </a:solidFill>
                <a:latin typeface="DejaVu Sans"/>
                <a:ea typeface="DejaVu Sans"/>
                <a:cs typeface="DejaVu Sans"/>
              </a:defRPr>
            </a:lvl1pPr>
            <a:lvl2pPr algn="r">
              <a:defRPr sz="900" b="1">
                <a:solidFill>
                  <a:srgbClr val="F7B500"/>
                </a:solidFill>
                <a:latin typeface="DejaVu Sans"/>
                <a:ea typeface="DejaVu Sans"/>
                <a:cs typeface="DejaVu Sans"/>
              </a:defRPr>
            </a:lvl2pPr>
            <a:lvl3pPr algn="r">
              <a:defRPr sz="900" b="1">
                <a:solidFill>
                  <a:srgbClr val="F7B500"/>
                </a:solidFill>
                <a:latin typeface="DejaVu Sans"/>
                <a:ea typeface="DejaVu Sans"/>
                <a:cs typeface="DejaVu Sans"/>
              </a:defRPr>
            </a:lvl3pPr>
            <a:lvl4pPr algn="r">
              <a:defRPr sz="900" b="1">
                <a:solidFill>
                  <a:srgbClr val="F7B500"/>
                </a:solidFill>
                <a:latin typeface="DejaVu Sans"/>
                <a:ea typeface="DejaVu Sans"/>
                <a:cs typeface="DejaVu Sans"/>
              </a:defRPr>
            </a:lvl4pPr>
            <a:lvl5pPr algn="r">
              <a:defRPr sz="900" b="1">
                <a:solidFill>
                  <a:srgbClr val="F7B500"/>
                </a:solidFill>
                <a:latin typeface="DejaVu Sans"/>
                <a:ea typeface="DejaVu Sans"/>
                <a:cs typeface="DejaVu Sans"/>
              </a:defRPr>
            </a:lvl5pPr>
            <a:lvl6pPr algn="r">
              <a:defRPr sz="900" b="1">
                <a:solidFill>
                  <a:srgbClr val="F7B500"/>
                </a:solidFill>
                <a:latin typeface="DejaVu Sans"/>
                <a:ea typeface="DejaVu Sans"/>
                <a:cs typeface="DejaVu Sans"/>
              </a:defRPr>
            </a:lvl6pPr>
            <a:lvl7pPr algn="r">
              <a:defRPr sz="900" b="1">
                <a:solidFill>
                  <a:srgbClr val="F7B500"/>
                </a:solidFill>
                <a:latin typeface="DejaVu Sans"/>
                <a:ea typeface="DejaVu Sans"/>
                <a:cs typeface="DejaVu Sans"/>
              </a:defRPr>
            </a:lvl7pPr>
            <a:lvl8pPr algn="r">
              <a:defRPr sz="900" b="1">
                <a:solidFill>
                  <a:srgbClr val="F7B500"/>
                </a:solidFill>
                <a:latin typeface="DejaVu Sans"/>
                <a:ea typeface="DejaVu Sans"/>
                <a:cs typeface="DejaVu Sans"/>
              </a:defRPr>
            </a:lvl8pPr>
            <a:lvl9pPr algn="r">
              <a:defRPr sz="900" b="1">
                <a:solidFill>
                  <a:srgbClr val="F7B500"/>
                </a:solidFill>
                <a:latin typeface="DejaVu Sans"/>
                <a:ea typeface="DejaVu Sans"/>
                <a:cs typeface="DejaVu Sans"/>
              </a:defRPr>
            </a:lvl9pPr>
          </a:lstStyle>
          <a:p xmlns:a="http://schemas.openxmlformats.org/drawingml/2006/main">
            <a:pPr algn="r">
              <a:defRPr sz="900" b="1">
                <a:solidFill>
                  <a:srgbClr val="F7B500"/>
                </a:solidFill>
                <a:latin typeface="DejaVu Sans"/>
                <a:ea typeface="DejaVu Sans"/>
                <a:cs typeface="DejaVu Sans"/>
              </a:defRPr>
            </a:pPr>
            <a:r>
              <a:rPr sz="900" b="1">
                <a:solidFill>
                  <a:srgbClr val="F7B500"/>
                </a:solidFill>
                <a:latin typeface="DejaVu Sans"/>
                <a:ea typeface="DejaVu Sans"/>
                <a:cs typeface="DejaVu Sans"/>
              </a:rPr>
              <a:t>1,5 V</a:t>
            </a:r>
          </a:p>
        </p:txBody>
      </p:sp>
      <p:sp>
        <p:nvSpPr>
          <p:cNvPr id="27" name="s7-can-h-a">
            <a:extLst xmlns:a="http://schemas.openxmlformats.org/drawingml/2006/main">
              <a:ext uri="{FF2B5EF4-FFF2-40B4-BE49-F238E27FC236}">
                <a16:creationId xmlns:a16="http://schemas.microsoft.com/office/drawing/2014/main" id="{7CD7DB97-6022-411B-A628-B717E126E529}"/>
              </a:ext>
            </a:extLst>
          </p:cNvPr>
          <p:cNvSpPr>
            <a:spLocks xmlns:a="http://schemas.openxmlformats.org/drawingml/2006/main" noGrp="1"/>
          </p:cNvSpPr>
          <p:nvPr/>
        </p:nvSpPr>
        <p:spPr>
          <a:xfrm xmlns:a="http://schemas.openxmlformats.org/drawingml/2006/main">
            <a:off x="7696200" y="3914775"/>
            <a:ext cx="10477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8" name="s7-can-h-up">
            <a:extLst xmlns:a="http://schemas.openxmlformats.org/drawingml/2006/main">
              <a:ext uri="{FF2B5EF4-FFF2-40B4-BE49-F238E27FC236}">
                <a16:creationId xmlns:a16="http://schemas.microsoft.com/office/drawing/2014/main" id="{5C28CFE7-D966-44B2-AA08-7BC3EB44746A}"/>
              </a:ext>
            </a:extLst>
          </p:cNvPr>
          <p:cNvSpPr>
            <a:spLocks xmlns:a="http://schemas.openxmlformats.org/drawingml/2006/main" noGrp="1"/>
          </p:cNvSpPr>
          <p:nvPr/>
        </p:nvSpPr>
        <p:spPr>
          <a:xfrm xmlns:a="http://schemas.openxmlformats.org/drawingml/2006/main">
            <a:off x="8743950" y="3648075"/>
            <a:ext cx="47625" cy="3143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9" name="s7-can-h-b">
            <a:extLst xmlns:a="http://schemas.openxmlformats.org/drawingml/2006/main">
              <a:ext uri="{FF2B5EF4-FFF2-40B4-BE49-F238E27FC236}">
                <a16:creationId xmlns:a16="http://schemas.microsoft.com/office/drawing/2014/main" id="{97F3FD57-F29A-47EE-868D-1D71C9105A6C}"/>
              </a:ext>
            </a:extLst>
          </p:cNvPr>
          <p:cNvSpPr>
            <a:spLocks xmlns:a="http://schemas.openxmlformats.org/drawingml/2006/main" noGrp="1"/>
          </p:cNvSpPr>
          <p:nvPr/>
        </p:nvSpPr>
        <p:spPr>
          <a:xfrm xmlns:a="http://schemas.openxmlformats.org/drawingml/2006/main">
            <a:off x="8743950" y="3648075"/>
            <a:ext cx="10287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0" name="s7-can-h-down">
            <a:extLst xmlns:a="http://schemas.openxmlformats.org/drawingml/2006/main">
              <a:ext uri="{FF2B5EF4-FFF2-40B4-BE49-F238E27FC236}">
                <a16:creationId xmlns:a16="http://schemas.microsoft.com/office/drawing/2014/main" id="{9E031534-1C21-49E0-8FB7-A99AF2528821}"/>
              </a:ext>
            </a:extLst>
          </p:cNvPr>
          <p:cNvSpPr>
            <a:spLocks xmlns:a="http://schemas.openxmlformats.org/drawingml/2006/main" noGrp="1"/>
          </p:cNvSpPr>
          <p:nvPr/>
        </p:nvSpPr>
        <p:spPr>
          <a:xfrm xmlns:a="http://schemas.openxmlformats.org/drawingml/2006/main">
            <a:off x="9772650" y="3648075"/>
            <a:ext cx="47625" cy="3143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1" name="s7-can-h-c">
            <a:extLst xmlns:a="http://schemas.openxmlformats.org/drawingml/2006/main">
              <a:ext uri="{FF2B5EF4-FFF2-40B4-BE49-F238E27FC236}">
                <a16:creationId xmlns:a16="http://schemas.microsoft.com/office/drawing/2014/main" id="{22AF83BA-B66C-4CF4-B701-E6064E3E6325}"/>
              </a:ext>
            </a:extLst>
          </p:cNvPr>
          <p:cNvSpPr>
            <a:spLocks xmlns:a="http://schemas.openxmlformats.org/drawingml/2006/main" noGrp="1"/>
          </p:cNvSpPr>
          <p:nvPr/>
        </p:nvSpPr>
        <p:spPr>
          <a:xfrm xmlns:a="http://schemas.openxmlformats.org/drawingml/2006/main">
            <a:off x="9772650" y="3914775"/>
            <a:ext cx="9525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2" name="s7-can-l-a">
            <a:extLst xmlns:a="http://schemas.openxmlformats.org/drawingml/2006/main">
              <a:ext uri="{FF2B5EF4-FFF2-40B4-BE49-F238E27FC236}">
                <a16:creationId xmlns:a16="http://schemas.microsoft.com/office/drawing/2014/main" id="{9E48E107-9857-4582-9461-EC4E6BB6CA81}"/>
              </a:ext>
            </a:extLst>
          </p:cNvPr>
          <p:cNvSpPr>
            <a:spLocks xmlns:a="http://schemas.openxmlformats.org/drawingml/2006/main" noGrp="1"/>
          </p:cNvSpPr>
          <p:nvPr/>
        </p:nvSpPr>
        <p:spPr>
          <a:xfrm xmlns:a="http://schemas.openxmlformats.org/drawingml/2006/main">
            <a:off x="7696200" y="3971925"/>
            <a:ext cx="10477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3" name="s7-can-l-down">
            <a:extLst xmlns:a="http://schemas.openxmlformats.org/drawingml/2006/main">
              <a:ext uri="{FF2B5EF4-FFF2-40B4-BE49-F238E27FC236}">
                <a16:creationId xmlns:a16="http://schemas.microsoft.com/office/drawing/2014/main" id="{7DB71C5C-444F-4149-BAE9-9599A70DEE8D}"/>
              </a:ext>
            </a:extLst>
          </p:cNvPr>
          <p:cNvSpPr>
            <a:spLocks xmlns:a="http://schemas.openxmlformats.org/drawingml/2006/main" noGrp="1"/>
          </p:cNvSpPr>
          <p:nvPr/>
        </p:nvSpPr>
        <p:spPr>
          <a:xfrm xmlns:a="http://schemas.openxmlformats.org/drawingml/2006/main">
            <a:off x="8743950" y="3971925"/>
            <a:ext cx="47625" cy="32385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4" name="s7-can-l-b">
            <a:extLst xmlns:a="http://schemas.openxmlformats.org/drawingml/2006/main">
              <a:ext uri="{FF2B5EF4-FFF2-40B4-BE49-F238E27FC236}">
                <a16:creationId xmlns:a16="http://schemas.microsoft.com/office/drawing/2014/main" id="{198A88B7-43BB-4B7C-A36C-803CDCE6257F}"/>
              </a:ext>
            </a:extLst>
          </p:cNvPr>
          <p:cNvSpPr>
            <a:spLocks xmlns:a="http://schemas.openxmlformats.org/drawingml/2006/main" noGrp="1"/>
          </p:cNvSpPr>
          <p:nvPr/>
        </p:nvSpPr>
        <p:spPr>
          <a:xfrm xmlns:a="http://schemas.openxmlformats.org/drawingml/2006/main">
            <a:off x="8743950" y="4248150"/>
            <a:ext cx="102870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5" name="s7-can-l-up">
            <a:extLst xmlns:a="http://schemas.openxmlformats.org/drawingml/2006/main">
              <a:ext uri="{FF2B5EF4-FFF2-40B4-BE49-F238E27FC236}">
                <a16:creationId xmlns:a16="http://schemas.microsoft.com/office/drawing/2014/main" id="{5869DFB6-59AC-4206-ADF0-ADB5F5B8E5B1}"/>
              </a:ext>
            </a:extLst>
          </p:cNvPr>
          <p:cNvSpPr>
            <a:spLocks xmlns:a="http://schemas.openxmlformats.org/drawingml/2006/main" noGrp="1"/>
          </p:cNvSpPr>
          <p:nvPr/>
        </p:nvSpPr>
        <p:spPr>
          <a:xfrm xmlns:a="http://schemas.openxmlformats.org/drawingml/2006/main">
            <a:off x="9772650" y="3971925"/>
            <a:ext cx="47625" cy="32385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6" name="s7-can-l-c">
            <a:extLst xmlns:a="http://schemas.openxmlformats.org/drawingml/2006/main">
              <a:ext uri="{FF2B5EF4-FFF2-40B4-BE49-F238E27FC236}">
                <a16:creationId xmlns:a16="http://schemas.microsoft.com/office/drawing/2014/main" id="{1DCDCF37-BC54-418C-943C-ECEFF4675824}"/>
              </a:ext>
            </a:extLst>
          </p:cNvPr>
          <p:cNvSpPr>
            <a:spLocks xmlns:a="http://schemas.openxmlformats.org/drawingml/2006/main" noGrp="1"/>
          </p:cNvSpPr>
          <p:nvPr/>
        </p:nvSpPr>
        <p:spPr>
          <a:xfrm xmlns:a="http://schemas.openxmlformats.org/drawingml/2006/main">
            <a:off x="9772650" y="3971925"/>
            <a:ext cx="95250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7" name="s7-wave-recessive-a">
            <a:extLst xmlns:a="http://schemas.openxmlformats.org/drawingml/2006/main">
              <a:ext uri="{FF2B5EF4-FFF2-40B4-BE49-F238E27FC236}">
                <a16:creationId xmlns:a16="http://schemas.microsoft.com/office/drawing/2014/main" id="{623A9DA4-864F-40AD-95B6-68C185ED359C}"/>
              </a:ext>
            </a:extLst>
          </p:cNvPr>
          <p:cNvSpPr>
            <a:spLocks xmlns:a="http://schemas.openxmlformats.org/drawingml/2006/main" noGrp="1"/>
          </p:cNvSpPr>
          <p:nvPr/>
        </p:nvSpPr>
        <p:spPr>
          <a:xfrm xmlns:a="http://schemas.openxmlformats.org/drawingml/2006/main">
            <a:off x="7696200" y="484822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0">
                <a:solidFill>
                  <a:srgbClr val="53657A"/>
                </a:solidFill>
                <a:latin typeface="DejaVu Sans"/>
                <a:ea typeface="DejaVu Sans"/>
                <a:cs typeface="DejaVu Sans"/>
              </a:defRPr>
            </a:defPPr>
            <a:lvl1pPr algn="ctr">
              <a:defRPr sz="900" b="0">
                <a:solidFill>
                  <a:srgbClr val="53657A"/>
                </a:solidFill>
                <a:latin typeface="DejaVu Sans"/>
                <a:ea typeface="DejaVu Sans"/>
                <a:cs typeface="DejaVu Sans"/>
              </a:defRPr>
            </a:lvl1pPr>
            <a:lvl2pPr algn="ctr">
              <a:defRPr sz="900" b="0">
                <a:solidFill>
                  <a:srgbClr val="53657A"/>
                </a:solidFill>
                <a:latin typeface="DejaVu Sans"/>
                <a:ea typeface="DejaVu Sans"/>
                <a:cs typeface="DejaVu Sans"/>
              </a:defRPr>
            </a:lvl2pPr>
            <a:lvl3pPr algn="ctr">
              <a:defRPr sz="900" b="0">
                <a:solidFill>
                  <a:srgbClr val="53657A"/>
                </a:solidFill>
                <a:latin typeface="DejaVu Sans"/>
                <a:ea typeface="DejaVu Sans"/>
                <a:cs typeface="DejaVu Sans"/>
              </a:defRPr>
            </a:lvl3pPr>
            <a:lvl4pPr algn="ctr">
              <a:defRPr sz="900" b="0">
                <a:solidFill>
                  <a:srgbClr val="53657A"/>
                </a:solidFill>
                <a:latin typeface="DejaVu Sans"/>
                <a:ea typeface="DejaVu Sans"/>
                <a:cs typeface="DejaVu Sans"/>
              </a:defRPr>
            </a:lvl4pPr>
            <a:lvl5pPr algn="ctr">
              <a:defRPr sz="900" b="0">
                <a:solidFill>
                  <a:srgbClr val="53657A"/>
                </a:solidFill>
                <a:latin typeface="DejaVu Sans"/>
                <a:ea typeface="DejaVu Sans"/>
                <a:cs typeface="DejaVu Sans"/>
              </a:defRPr>
            </a:lvl5pPr>
            <a:lvl6pPr algn="ctr">
              <a:defRPr sz="900" b="0">
                <a:solidFill>
                  <a:srgbClr val="53657A"/>
                </a:solidFill>
                <a:latin typeface="DejaVu Sans"/>
                <a:ea typeface="DejaVu Sans"/>
                <a:cs typeface="DejaVu Sans"/>
              </a:defRPr>
            </a:lvl6pPr>
            <a:lvl7pPr algn="ctr">
              <a:defRPr sz="900" b="0">
                <a:solidFill>
                  <a:srgbClr val="53657A"/>
                </a:solidFill>
                <a:latin typeface="DejaVu Sans"/>
                <a:ea typeface="DejaVu Sans"/>
                <a:cs typeface="DejaVu Sans"/>
              </a:defRPr>
            </a:lvl7pPr>
            <a:lvl8pPr algn="ctr">
              <a:defRPr sz="900" b="0">
                <a:solidFill>
                  <a:srgbClr val="53657A"/>
                </a:solidFill>
                <a:latin typeface="DejaVu Sans"/>
                <a:ea typeface="DejaVu Sans"/>
                <a:cs typeface="DejaVu Sans"/>
              </a:defRPr>
            </a:lvl8pPr>
            <a:lvl9pPr algn="ctr">
              <a:defRPr sz="900" b="0">
                <a:solidFill>
                  <a:srgbClr val="53657A"/>
                </a:solidFill>
                <a:latin typeface="DejaVu Sans"/>
                <a:ea typeface="DejaVu Sans"/>
                <a:cs typeface="DejaVu Sans"/>
              </a:defRPr>
            </a:lvl9pPr>
          </a:lstStyle>
          <a:p xmlns:a="http://schemas.openxmlformats.org/drawingml/2006/main">
            <a:pPr algn="ctr">
              <a:defRPr sz="900" b="0">
                <a:solidFill>
                  <a:srgbClr val="53657A"/>
                </a:solidFill>
                <a:latin typeface="DejaVu Sans"/>
                <a:ea typeface="DejaVu Sans"/>
                <a:cs typeface="DejaVu Sans"/>
              </a:defRPr>
            </a:pPr>
            <a:r>
              <a:rPr sz="900" b="0">
                <a:solidFill>
                  <a:srgbClr val="53657A"/>
                </a:solidFill>
                <a:latin typeface="DejaVu Sans"/>
                <a:ea typeface="DejaVu Sans"/>
                <a:cs typeface="DejaVu Sans"/>
              </a:rPr>
              <a:t>recessive</a:t>
            </a:r>
          </a:p>
        </p:txBody>
      </p:sp>
      <p:sp>
        <p:nvSpPr>
          <p:cNvPr id="38" name="s7-wave-dominant">
            <a:extLst xmlns:a="http://schemas.openxmlformats.org/drawingml/2006/main">
              <a:ext uri="{FF2B5EF4-FFF2-40B4-BE49-F238E27FC236}">
                <a16:creationId xmlns:a16="http://schemas.microsoft.com/office/drawing/2014/main" id="{5B2F2370-3C6C-46E6-91E4-F72C32E79983}"/>
              </a:ext>
            </a:extLst>
          </p:cNvPr>
          <p:cNvSpPr>
            <a:spLocks xmlns:a="http://schemas.openxmlformats.org/drawingml/2006/main" noGrp="1"/>
          </p:cNvSpPr>
          <p:nvPr/>
        </p:nvSpPr>
        <p:spPr>
          <a:xfrm xmlns:a="http://schemas.openxmlformats.org/drawingml/2006/main">
            <a:off x="8743950" y="484822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dominant</a:t>
            </a:r>
          </a:p>
        </p:txBody>
      </p:sp>
      <p:sp>
        <p:nvSpPr>
          <p:cNvPr id="39" name="s7-wave-recessive-b">
            <a:extLst xmlns:a="http://schemas.openxmlformats.org/drawingml/2006/main">
              <a:ext uri="{FF2B5EF4-FFF2-40B4-BE49-F238E27FC236}">
                <a16:creationId xmlns:a16="http://schemas.microsoft.com/office/drawing/2014/main" id="{20AC25EE-867E-4D66-94D6-C4DBE68ACD02}"/>
              </a:ext>
            </a:extLst>
          </p:cNvPr>
          <p:cNvSpPr>
            <a:spLocks xmlns:a="http://schemas.openxmlformats.org/drawingml/2006/main" noGrp="1"/>
          </p:cNvSpPr>
          <p:nvPr/>
        </p:nvSpPr>
        <p:spPr>
          <a:xfrm xmlns:a="http://schemas.openxmlformats.org/drawingml/2006/main">
            <a:off x="9772650" y="484822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0">
                <a:solidFill>
                  <a:srgbClr val="53657A"/>
                </a:solidFill>
                <a:latin typeface="DejaVu Sans"/>
                <a:ea typeface="DejaVu Sans"/>
                <a:cs typeface="DejaVu Sans"/>
              </a:defRPr>
            </a:defPPr>
            <a:lvl1pPr algn="ctr">
              <a:defRPr sz="900" b="0">
                <a:solidFill>
                  <a:srgbClr val="53657A"/>
                </a:solidFill>
                <a:latin typeface="DejaVu Sans"/>
                <a:ea typeface="DejaVu Sans"/>
                <a:cs typeface="DejaVu Sans"/>
              </a:defRPr>
            </a:lvl1pPr>
            <a:lvl2pPr algn="ctr">
              <a:defRPr sz="900" b="0">
                <a:solidFill>
                  <a:srgbClr val="53657A"/>
                </a:solidFill>
                <a:latin typeface="DejaVu Sans"/>
                <a:ea typeface="DejaVu Sans"/>
                <a:cs typeface="DejaVu Sans"/>
              </a:defRPr>
            </a:lvl2pPr>
            <a:lvl3pPr algn="ctr">
              <a:defRPr sz="900" b="0">
                <a:solidFill>
                  <a:srgbClr val="53657A"/>
                </a:solidFill>
                <a:latin typeface="DejaVu Sans"/>
                <a:ea typeface="DejaVu Sans"/>
                <a:cs typeface="DejaVu Sans"/>
              </a:defRPr>
            </a:lvl3pPr>
            <a:lvl4pPr algn="ctr">
              <a:defRPr sz="900" b="0">
                <a:solidFill>
                  <a:srgbClr val="53657A"/>
                </a:solidFill>
                <a:latin typeface="DejaVu Sans"/>
                <a:ea typeface="DejaVu Sans"/>
                <a:cs typeface="DejaVu Sans"/>
              </a:defRPr>
            </a:lvl4pPr>
            <a:lvl5pPr algn="ctr">
              <a:defRPr sz="900" b="0">
                <a:solidFill>
                  <a:srgbClr val="53657A"/>
                </a:solidFill>
                <a:latin typeface="DejaVu Sans"/>
                <a:ea typeface="DejaVu Sans"/>
                <a:cs typeface="DejaVu Sans"/>
              </a:defRPr>
            </a:lvl5pPr>
            <a:lvl6pPr algn="ctr">
              <a:defRPr sz="900" b="0">
                <a:solidFill>
                  <a:srgbClr val="53657A"/>
                </a:solidFill>
                <a:latin typeface="DejaVu Sans"/>
                <a:ea typeface="DejaVu Sans"/>
                <a:cs typeface="DejaVu Sans"/>
              </a:defRPr>
            </a:lvl6pPr>
            <a:lvl7pPr algn="ctr">
              <a:defRPr sz="900" b="0">
                <a:solidFill>
                  <a:srgbClr val="53657A"/>
                </a:solidFill>
                <a:latin typeface="DejaVu Sans"/>
                <a:ea typeface="DejaVu Sans"/>
                <a:cs typeface="DejaVu Sans"/>
              </a:defRPr>
            </a:lvl7pPr>
            <a:lvl8pPr algn="ctr">
              <a:defRPr sz="900" b="0">
                <a:solidFill>
                  <a:srgbClr val="53657A"/>
                </a:solidFill>
                <a:latin typeface="DejaVu Sans"/>
                <a:ea typeface="DejaVu Sans"/>
                <a:cs typeface="DejaVu Sans"/>
              </a:defRPr>
            </a:lvl8pPr>
            <a:lvl9pPr algn="ctr">
              <a:defRPr sz="900" b="0">
                <a:solidFill>
                  <a:srgbClr val="53657A"/>
                </a:solidFill>
                <a:latin typeface="DejaVu Sans"/>
                <a:ea typeface="DejaVu Sans"/>
                <a:cs typeface="DejaVu Sans"/>
              </a:defRPr>
            </a:lvl9pPr>
          </a:lstStyle>
          <a:p xmlns:a="http://schemas.openxmlformats.org/drawingml/2006/main">
            <a:pPr algn="ctr">
              <a:defRPr sz="900" b="0">
                <a:solidFill>
                  <a:srgbClr val="53657A"/>
                </a:solidFill>
                <a:latin typeface="DejaVu Sans"/>
                <a:ea typeface="DejaVu Sans"/>
                <a:cs typeface="DejaVu Sans"/>
              </a:defRPr>
            </a:pPr>
            <a:r>
              <a:rPr sz="900" b="0">
                <a:solidFill>
                  <a:srgbClr val="53657A"/>
                </a:solidFill>
                <a:latin typeface="DejaVu Sans"/>
                <a:ea typeface="DejaVu Sans"/>
                <a:cs typeface="DejaVu Sans"/>
              </a:rPr>
              <a:t>recessive</a:t>
            </a:r>
          </a:p>
        </p:txBody>
      </p:sp>
      <p:sp>
        <p:nvSpPr>
          <p:cNvPr id="40" name="s7-scope-legend-h">
            <a:extLst xmlns:a="http://schemas.openxmlformats.org/drawingml/2006/main">
              <a:ext uri="{FF2B5EF4-FFF2-40B4-BE49-F238E27FC236}">
                <a16:creationId xmlns:a16="http://schemas.microsoft.com/office/drawing/2014/main" id="{34B81626-5E6F-4EFA-9E72-A8793677EE05}"/>
              </a:ext>
            </a:extLst>
          </p:cNvPr>
          <p:cNvSpPr>
            <a:spLocks xmlns:a="http://schemas.openxmlformats.org/drawingml/2006/main" noGrp="1"/>
          </p:cNvSpPr>
          <p:nvPr/>
        </p:nvSpPr>
        <p:spPr>
          <a:xfrm xmlns:a="http://schemas.openxmlformats.org/drawingml/2006/main">
            <a:off x="6057900" y="5143500"/>
            <a:ext cx="904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0BFD9"/>
                </a:solidFill>
                <a:latin typeface="DejaVu Sans"/>
                <a:ea typeface="DejaVu Sans"/>
                <a:cs typeface="DejaVu Sans"/>
              </a:defRPr>
            </a:defPPr>
            <a:lvl1pPr algn="l">
              <a:defRPr sz="975" b="1">
                <a:solidFill>
                  <a:srgbClr val="10BFD9"/>
                </a:solidFill>
                <a:latin typeface="DejaVu Sans"/>
                <a:ea typeface="DejaVu Sans"/>
                <a:cs typeface="DejaVu Sans"/>
              </a:defRPr>
            </a:lvl1pPr>
            <a:lvl2pPr algn="l">
              <a:defRPr sz="975" b="1">
                <a:solidFill>
                  <a:srgbClr val="10BFD9"/>
                </a:solidFill>
                <a:latin typeface="DejaVu Sans"/>
                <a:ea typeface="DejaVu Sans"/>
                <a:cs typeface="DejaVu Sans"/>
              </a:defRPr>
            </a:lvl2pPr>
            <a:lvl3pPr algn="l">
              <a:defRPr sz="975" b="1">
                <a:solidFill>
                  <a:srgbClr val="10BFD9"/>
                </a:solidFill>
                <a:latin typeface="DejaVu Sans"/>
                <a:ea typeface="DejaVu Sans"/>
                <a:cs typeface="DejaVu Sans"/>
              </a:defRPr>
            </a:lvl3pPr>
            <a:lvl4pPr algn="l">
              <a:defRPr sz="975" b="1">
                <a:solidFill>
                  <a:srgbClr val="10BFD9"/>
                </a:solidFill>
                <a:latin typeface="DejaVu Sans"/>
                <a:ea typeface="DejaVu Sans"/>
                <a:cs typeface="DejaVu Sans"/>
              </a:defRPr>
            </a:lvl4pPr>
            <a:lvl5pPr algn="l">
              <a:defRPr sz="975" b="1">
                <a:solidFill>
                  <a:srgbClr val="10BFD9"/>
                </a:solidFill>
                <a:latin typeface="DejaVu Sans"/>
                <a:ea typeface="DejaVu Sans"/>
                <a:cs typeface="DejaVu Sans"/>
              </a:defRPr>
            </a:lvl5pPr>
            <a:lvl6pPr algn="l">
              <a:defRPr sz="975" b="1">
                <a:solidFill>
                  <a:srgbClr val="10BFD9"/>
                </a:solidFill>
                <a:latin typeface="DejaVu Sans"/>
                <a:ea typeface="DejaVu Sans"/>
                <a:cs typeface="DejaVu Sans"/>
              </a:defRPr>
            </a:lvl6pPr>
            <a:lvl7pPr algn="l">
              <a:defRPr sz="975" b="1">
                <a:solidFill>
                  <a:srgbClr val="10BFD9"/>
                </a:solidFill>
                <a:latin typeface="DejaVu Sans"/>
                <a:ea typeface="DejaVu Sans"/>
                <a:cs typeface="DejaVu Sans"/>
              </a:defRPr>
            </a:lvl7pPr>
            <a:lvl8pPr algn="l">
              <a:defRPr sz="975" b="1">
                <a:solidFill>
                  <a:srgbClr val="10BFD9"/>
                </a:solidFill>
                <a:latin typeface="DejaVu Sans"/>
                <a:ea typeface="DejaVu Sans"/>
                <a:cs typeface="DejaVu Sans"/>
              </a:defRPr>
            </a:lvl8pPr>
            <a:lvl9pPr algn="l">
              <a:defRPr sz="975" b="1">
                <a:solidFill>
                  <a:srgbClr val="10BFD9"/>
                </a:solidFill>
                <a:latin typeface="DejaVu Sans"/>
                <a:ea typeface="DejaVu Sans"/>
                <a:cs typeface="DejaVu Sans"/>
              </a:defRPr>
            </a:lvl9pPr>
          </a:lstStyle>
          <a:p xmlns:a="http://schemas.openxmlformats.org/drawingml/2006/main">
            <a:pPr algn="l">
              <a:defRPr sz="975" b="1">
                <a:solidFill>
                  <a:srgbClr val="10BFD9"/>
                </a:solidFill>
                <a:latin typeface="DejaVu Sans"/>
                <a:ea typeface="DejaVu Sans"/>
                <a:cs typeface="DejaVu Sans"/>
              </a:defRPr>
            </a:pPr>
            <a:r>
              <a:rPr sz="975" b="1">
                <a:solidFill>
                  <a:srgbClr val="10BFD9"/>
                </a:solidFill>
                <a:latin typeface="DejaVu Sans"/>
                <a:ea typeface="DejaVu Sans"/>
                <a:cs typeface="DejaVu Sans"/>
              </a:rPr>
              <a:t>CAN-H</a:t>
            </a:r>
          </a:p>
        </p:txBody>
      </p:sp>
      <p:sp>
        <p:nvSpPr>
          <p:cNvPr id="41" name="s7-scope-legend-l">
            <a:extLst xmlns:a="http://schemas.openxmlformats.org/drawingml/2006/main">
              <a:ext uri="{FF2B5EF4-FFF2-40B4-BE49-F238E27FC236}">
                <a16:creationId xmlns:a16="http://schemas.microsoft.com/office/drawing/2014/main" id="{AAD7D084-67A8-4019-A377-5425831D2F12}"/>
              </a:ext>
            </a:extLst>
          </p:cNvPr>
          <p:cNvSpPr>
            <a:spLocks xmlns:a="http://schemas.openxmlformats.org/drawingml/2006/main" noGrp="1"/>
          </p:cNvSpPr>
          <p:nvPr/>
        </p:nvSpPr>
        <p:spPr>
          <a:xfrm xmlns:a="http://schemas.openxmlformats.org/drawingml/2006/main">
            <a:off x="6991350" y="5143500"/>
            <a:ext cx="904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7B500"/>
                </a:solidFill>
                <a:latin typeface="DejaVu Sans"/>
                <a:ea typeface="DejaVu Sans"/>
                <a:cs typeface="DejaVu Sans"/>
              </a:defRPr>
            </a:defPPr>
            <a:lvl1pPr algn="l">
              <a:defRPr sz="975" b="1">
                <a:solidFill>
                  <a:srgbClr val="F7B500"/>
                </a:solidFill>
                <a:latin typeface="DejaVu Sans"/>
                <a:ea typeface="DejaVu Sans"/>
                <a:cs typeface="DejaVu Sans"/>
              </a:defRPr>
            </a:lvl1pPr>
            <a:lvl2pPr algn="l">
              <a:defRPr sz="975" b="1">
                <a:solidFill>
                  <a:srgbClr val="F7B500"/>
                </a:solidFill>
                <a:latin typeface="DejaVu Sans"/>
                <a:ea typeface="DejaVu Sans"/>
                <a:cs typeface="DejaVu Sans"/>
              </a:defRPr>
            </a:lvl2pPr>
            <a:lvl3pPr algn="l">
              <a:defRPr sz="975" b="1">
                <a:solidFill>
                  <a:srgbClr val="F7B500"/>
                </a:solidFill>
                <a:latin typeface="DejaVu Sans"/>
                <a:ea typeface="DejaVu Sans"/>
                <a:cs typeface="DejaVu Sans"/>
              </a:defRPr>
            </a:lvl3pPr>
            <a:lvl4pPr algn="l">
              <a:defRPr sz="975" b="1">
                <a:solidFill>
                  <a:srgbClr val="F7B500"/>
                </a:solidFill>
                <a:latin typeface="DejaVu Sans"/>
                <a:ea typeface="DejaVu Sans"/>
                <a:cs typeface="DejaVu Sans"/>
              </a:defRPr>
            </a:lvl4pPr>
            <a:lvl5pPr algn="l">
              <a:defRPr sz="975" b="1">
                <a:solidFill>
                  <a:srgbClr val="F7B500"/>
                </a:solidFill>
                <a:latin typeface="DejaVu Sans"/>
                <a:ea typeface="DejaVu Sans"/>
                <a:cs typeface="DejaVu Sans"/>
              </a:defRPr>
            </a:lvl5pPr>
            <a:lvl6pPr algn="l">
              <a:defRPr sz="975" b="1">
                <a:solidFill>
                  <a:srgbClr val="F7B500"/>
                </a:solidFill>
                <a:latin typeface="DejaVu Sans"/>
                <a:ea typeface="DejaVu Sans"/>
                <a:cs typeface="DejaVu Sans"/>
              </a:defRPr>
            </a:lvl6pPr>
            <a:lvl7pPr algn="l">
              <a:defRPr sz="975" b="1">
                <a:solidFill>
                  <a:srgbClr val="F7B500"/>
                </a:solidFill>
                <a:latin typeface="DejaVu Sans"/>
                <a:ea typeface="DejaVu Sans"/>
                <a:cs typeface="DejaVu Sans"/>
              </a:defRPr>
            </a:lvl7pPr>
            <a:lvl8pPr algn="l">
              <a:defRPr sz="975" b="1">
                <a:solidFill>
                  <a:srgbClr val="F7B500"/>
                </a:solidFill>
                <a:latin typeface="DejaVu Sans"/>
                <a:ea typeface="DejaVu Sans"/>
                <a:cs typeface="DejaVu Sans"/>
              </a:defRPr>
            </a:lvl8pPr>
            <a:lvl9pPr algn="l">
              <a:defRPr sz="975" b="1">
                <a:solidFill>
                  <a:srgbClr val="F7B500"/>
                </a:solidFill>
                <a:latin typeface="DejaVu Sans"/>
                <a:ea typeface="DejaVu Sans"/>
                <a:cs typeface="DejaVu Sans"/>
              </a:defRPr>
            </a:lvl9pPr>
          </a:lstStyle>
          <a:p xmlns:a="http://schemas.openxmlformats.org/drawingml/2006/main">
            <a:pPr algn="l">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CAN-L</a:t>
            </a:r>
          </a:p>
        </p:txBody>
      </p:sp>
      <p:sp>
        <p:nvSpPr>
          <p:cNvPr id="42" name="s7-wave-note">
            <a:extLst xmlns:a="http://schemas.openxmlformats.org/drawingml/2006/main">
              <a:ext uri="{FF2B5EF4-FFF2-40B4-BE49-F238E27FC236}">
                <a16:creationId xmlns:a16="http://schemas.microsoft.com/office/drawing/2014/main" id="{36709667-EEBD-4BB0-AF68-068E35279B61}"/>
              </a:ext>
            </a:extLst>
          </p:cNvPr>
          <p:cNvSpPr>
            <a:spLocks xmlns:a="http://schemas.openxmlformats.org/drawingml/2006/main" noGrp="1"/>
          </p:cNvSpPr>
          <p:nvPr/>
        </p:nvSpPr>
        <p:spPr>
          <a:xfrm xmlns:a="http://schemas.openxmlformats.org/drawingml/2006/main">
            <a:off x="7905750" y="5143500"/>
            <a:ext cx="3390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005"/>
          </a:bodyPr>
          <a:lstStyle xmlns:a="http://schemas.openxmlformats.org/drawingml/2006/main">
            <a:defPPr algn="r">
              <a:defRPr sz="825" b="0">
                <a:solidFill>
                  <a:srgbClr val="AFC0D1"/>
                </a:solidFill>
                <a:latin typeface="DejaVu Sans"/>
                <a:ea typeface="DejaVu Sans"/>
                <a:cs typeface="DejaVu Sans"/>
              </a:defRPr>
            </a:defPPr>
            <a:lvl1pPr algn="r">
              <a:defRPr sz="825" b="0">
                <a:solidFill>
                  <a:srgbClr val="AFC0D1"/>
                </a:solidFill>
                <a:latin typeface="DejaVu Sans"/>
                <a:ea typeface="DejaVu Sans"/>
                <a:cs typeface="DejaVu Sans"/>
              </a:defRPr>
            </a:lvl1pPr>
            <a:lvl2pPr algn="r">
              <a:defRPr sz="825" b="0">
                <a:solidFill>
                  <a:srgbClr val="AFC0D1"/>
                </a:solidFill>
                <a:latin typeface="DejaVu Sans"/>
                <a:ea typeface="DejaVu Sans"/>
                <a:cs typeface="DejaVu Sans"/>
              </a:defRPr>
            </a:lvl2pPr>
            <a:lvl3pPr algn="r">
              <a:defRPr sz="825" b="0">
                <a:solidFill>
                  <a:srgbClr val="AFC0D1"/>
                </a:solidFill>
                <a:latin typeface="DejaVu Sans"/>
                <a:ea typeface="DejaVu Sans"/>
                <a:cs typeface="DejaVu Sans"/>
              </a:defRPr>
            </a:lvl3pPr>
            <a:lvl4pPr algn="r">
              <a:defRPr sz="825" b="0">
                <a:solidFill>
                  <a:srgbClr val="AFC0D1"/>
                </a:solidFill>
                <a:latin typeface="DejaVu Sans"/>
                <a:ea typeface="DejaVu Sans"/>
                <a:cs typeface="DejaVu Sans"/>
              </a:defRPr>
            </a:lvl4pPr>
            <a:lvl5pPr algn="r">
              <a:defRPr sz="825" b="0">
                <a:solidFill>
                  <a:srgbClr val="AFC0D1"/>
                </a:solidFill>
                <a:latin typeface="DejaVu Sans"/>
                <a:ea typeface="DejaVu Sans"/>
                <a:cs typeface="DejaVu Sans"/>
              </a:defRPr>
            </a:lvl5pPr>
            <a:lvl6pPr algn="r">
              <a:defRPr sz="825" b="0">
                <a:solidFill>
                  <a:srgbClr val="AFC0D1"/>
                </a:solidFill>
                <a:latin typeface="DejaVu Sans"/>
                <a:ea typeface="DejaVu Sans"/>
                <a:cs typeface="DejaVu Sans"/>
              </a:defRPr>
            </a:lvl6pPr>
            <a:lvl7pPr algn="r">
              <a:defRPr sz="825" b="0">
                <a:solidFill>
                  <a:srgbClr val="AFC0D1"/>
                </a:solidFill>
                <a:latin typeface="DejaVu Sans"/>
                <a:ea typeface="DejaVu Sans"/>
                <a:cs typeface="DejaVu Sans"/>
              </a:defRPr>
            </a:lvl7pPr>
            <a:lvl8pPr algn="r">
              <a:defRPr sz="825" b="0">
                <a:solidFill>
                  <a:srgbClr val="AFC0D1"/>
                </a:solidFill>
                <a:latin typeface="DejaVu Sans"/>
                <a:ea typeface="DejaVu Sans"/>
                <a:cs typeface="DejaVu Sans"/>
              </a:defRPr>
            </a:lvl8pPr>
            <a:lvl9pPr algn="r">
              <a:defRPr sz="825" b="0">
                <a:solidFill>
                  <a:srgbClr val="AFC0D1"/>
                </a:solidFill>
                <a:latin typeface="DejaVu Sans"/>
                <a:ea typeface="DejaVu Sans"/>
                <a:cs typeface="DejaVu Sans"/>
              </a:defRPr>
            </a:lvl9pPr>
          </a:lstStyle>
          <a:p xmlns:a="http://schemas.openxmlformats.org/drawingml/2006/main">
            <a:pPr algn="r">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Ενδεικτική κυματομορφή, όχι μέτρηση συγκεκριμένου οχήματος.</a:t>
            </a:r>
          </a:p>
        </p:txBody>
      </p:sp>
      <p:sp>
        <p:nvSpPr>
          <p:cNvPr id="43" name="s7-takeaway">
            <a:extLst xmlns:a="http://schemas.openxmlformats.org/drawingml/2006/main">
              <a:ext uri="{FF2B5EF4-FFF2-40B4-BE49-F238E27FC236}">
                <a16:creationId xmlns:a16="http://schemas.microsoft.com/office/drawing/2014/main" id="{42430D47-F69E-44AC-9F3F-AD5B7E5C0270}"/>
              </a:ext>
            </a:extLst>
          </p:cNvPr>
          <p:cNvSpPr>
            <a:spLocks xmlns:a="http://schemas.openxmlformats.org/drawingml/2006/main" noGrp="1"/>
          </p:cNvSpPr>
          <p:nvPr/>
        </p:nvSpPr>
        <p:spPr>
          <a:xfrm xmlns:a="http://schemas.openxmlformats.org/drawingml/2006/main">
            <a:off x="609600" y="5715000"/>
            <a:ext cx="10972800" cy="495300"/>
          </a:xfrm>
          <a:prstGeom xmlns:a="http://schemas.openxmlformats.org/drawingml/2006/main" prst="roundRect">
            <a:avLst>
              <a:gd name="adj" fmla="val 15385"/>
            </a:avLst>
          </a:prstGeom>
          <a:solidFill xmlns:a="http://schemas.openxmlformats.org/drawingml/2006/main">
            <a:srgbClr val="E4F7FA"/>
          </a:solidFill>
          <a:ln xmlns:a="http://schemas.openxmlformats.org/drawingml/2006/main" w="9525">
            <a:solidFill>
              <a:srgbClr val="C5E8ED"/>
            </a:solidFill>
            <a:prstDash val="solid"/>
          </a:ln>
        </p:spPr>
      </p:sp>
      <p:sp>
        <p:nvSpPr>
          <p:cNvPr id="44" name="s7-takeaway-text">
            <a:extLst xmlns:a="http://schemas.openxmlformats.org/drawingml/2006/main">
              <a:ext uri="{FF2B5EF4-FFF2-40B4-BE49-F238E27FC236}">
                <a16:creationId xmlns:a16="http://schemas.microsoft.com/office/drawing/2014/main" id="{438B1EE8-EDC7-4A8E-B862-CEA03F1B3706}"/>
              </a:ext>
            </a:extLst>
          </p:cNvPr>
          <p:cNvSpPr>
            <a:spLocks xmlns:a="http://schemas.openxmlformats.org/drawingml/2006/main" noGrp="1"/>
          </p:cNvSpPr>
          <p:nvPr/>
        </p:nvSpPr>
        <p:spPr>
          <a:xfrm xmlns:a="http://schemas.openxmlformats.org/drawingml/2006/main">
            <a:off x="819150" y="5781675"/>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Για να δούμε τα bits και τις ακμές του σήματος, χρειαζόμαστε κυματομορφή — όχι μόνο μία ένδειξη τάσης.</a:t>
            </a:r>
          </a:p>
        </p:txBody>
      </p:sp>
      <p:sp>
        <p:nvSpPr>
          <p:cNvPr id="45" name="s7-footer">
            <a:extLst xmlns:a="http://schemas.openxmlformats.org/drawingml/2006/main">
              <a:ext uri="{FF2B5EF4-FFF2-40B4-BE49-F238E27FC236}">
                <a16:creationId xmlns:a16="http://schemas.microsoft.com/office/drawing/2014/main" id="{6AD866D9-9A48-46D5-960A-6BA57178B682}"/>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46" name="s7-page-number">
            <a:extLst xmlns:a="http://schemas.openxmlformats.org/drawingml/2006/main">
              <a:ext uri="{FF2B5EF4-FFF2-40B4-BE49-F238E27FC236}">
                <a16:creationId xmlns:a16="http://schemas.microsoft.com/office/drawing/2014/main" id="{C587564A-1461-4EDF-A8EA-27AD5188FCAB}"/>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07</a:t>
            </a:r>
          </a:p>
        </p:txBody>
      </p:sp>
    </p:spTree>
    <p:extLst>
      <p:ext uri="{BB962C8B-B14F-4D97-AF65-F5344CB8AC3E}">
        <p14:creationId xmlns:p14="http://schemas.microsoft.com/office/powerpoint/2010/main" val="1322781176"/>
      </p:ext>
    </p:extLst>
  </p:cSld>
</p:sld>
</file>

<file path=ppt/slides/slide8.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0" name="s8-kicker">
            <a:extLst xmlns:a="http://schemas.openxmlformats.org/drawingml/2006/main">
              <a:ext uri="{FF2B5EF4-FFF2-40B4-BE49-F238E27FC236}">
                <a16:creationId xmlns:a16="http://schemas.microsoft.com/office/drawing/2014/main" id="{91AB54A6-BA70-4965-BC68-BF88E68927F0}"/>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8-title">
            <a:extLst xmlns:a="http://schemas.openxmlformats.org/drawingml/2006/main">
              <a:ext uri="{FF2B5EF4-FFF2-40B4-BE49-F238E27FC236}">
                <a16:creationId xmlns:a16="http://schemas.microsoft.com/office/drawing/2014/main" id="{7249719A-80CE-45E3-97EE-99CC276912D4}"/>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01D31"/>
                </a:solidFill>
                <a:latin typeface="DejaVu Sans"/>
                <a:ea typeface="DejaVu Sans"/>
                <a:cs typeface="DejaVu Sans"/>
              </a:defRPr>
            </a:defPPr>
            <a:lvl1pPr algn="l">
              <a:defRPr sz="2775" b="1">
                <a:solidFill>
                  <a:srgbClr val="101D31"/>
                </a:solidFill>
                <a:latin typeface="DejaVu Sans"/>
                <a:ea typeface="DejaVu Sans"/>
                <a:cs typeface="DejaVu Sans"/>
              </a:defRPr>
            </a:lvl1pPr>
            <a:lvl2pPr algn="l">
              <a:defRPr sz="2775" b="1">
                <a:solidFill>
                  <a:srgbClr val="101D31"/>
                </a:solidFill>
                <a:latin typeface="DejaVu Sans"/>
                <a:ea typeface="DejaVu Sans"/>
                <a:cs typeface="DejaVu Sans"/>
              </a:defRPr>
            </a:lvl2pPr>
            <a:lvl3pPr algn="l">
              <a:defRPr sz="2775" b="1">
                <a:solidFill>
                  <a:srgbClr val="101D31"/>
                </a:solidFill>
                <a:latin typeface="DejaVu Sans"/>
                <a:ea typeface="DejaVu Sans"/>
                <a:cs typeface="DejaVu Sans"/>
              </a:defRPr>
            </a:lvl3pPr>
            <a:lvl4pPr algn="l">
              <a:defRPr sz="2775" b="1">
                <a:solidFill>
                  <a:srgbClr val="101D31"/>
                </a:solidFill>
                <a:latin typeface="DejaVu Sans"/>
                <a:ea typeface="DejaVu Sans"/>
                <a:cs typeface="DejaVu Sans"/>
              </a:defRPr>
            </a:lvl4pPr>
            <a:lvl5pPr algn="l">
              <a:defRPr sz="2775" b="1">
                <a:solidFill>
                  <a:srgbClr val="101D31"/>
                </a:solidFill>
                <a:latin typeface="DejaVu Sans"/>
                <a:ea typeface="DejaVu Sans"/>
                <a:cs typeface="DejaVu Sans"/>
              </a:defRPr>
            </a:lvl5pPr>
            <a:lvl6pPr algn="l">
              <a:defRPr sz="2775" b="1">
                <a:solidFill>
                  <a:srgbClr val="101D31"/>
                </a:solidFill>
                <a:latin typeface="DejaVu Sans"/>
                <a:ea typeface="DejaVu Sans"/>
                <a:cs typeface="DejaVu Sans"/>
              </a:defRPr>
            </a:lvl6pPr>
            <a:lvl7pPr algn="l">
              <a:defRPr sz="2775" b="1">
                <a:solidFill>
                  <a:srgbClr val="101D31"/>
                </a:solidFill>
                <a:latin typeface="DejaVu Sans"/>
                <a:ea typeface="DejaVu Sans"/>
                <a:cs typeface="DejaVu Sans"/>
              </a:defRPr>
            </a:lvl7pPr>
            <a:lvl8pPr algn="l">
              <a:defRPr sz="2775" b="1">
                <a:solidFill>
                  <a:srgbClr val="101D31"/>
                </a:solidFill>
                <a:latin typeface="DejaVu Sans"/>
                <a:ea typeface="DejaVu Sans"/>
                <a:cs typeface="DejaVu Sans"/>
              </a:defRPr>
            </a:lvl8pPr>
            <a:lvl9pPr algn="l">
              <a:defRPr sz="2775" b="1">
                <a:solidFill>
                  <a:srgbClr val="101D31"/>
                </a:solidFill>
                <a:latin typeface="DejaVu Sans"/>
                <a:ea typeface="DejaVu Sans"/>
                <a:cs typeface="DejaVu Sans"/>
              </a:defRPr>
            </a:lvl9pPr>
          </a:lstStyle>
          <a:p xmlns:a="http://schemas.openxmlformats.org/drawingml/2006/main">
            <a:pPr algn="l">
              <a:defRPr sz="2775" b="1">
                <a:solidFill>
                  <a:srgbClr val="101D31"/>
                </a:solidFill>
                <a:latin typeface="DejaVu Sans"/>
                <a:ea typeface="DejaVu Sans"/>
                <a:cs typeface="DejaVu Sans"/>
              </a:defRPr>
            </a:pPr>
            <a:r>
              <a:rPr sz="2775" b="1">
                <a:solidFill>
                  <a:srgbClr val="101D31"/>
                </a:solidFill>
                <a:latin typeface="DejaVu Sans"/>
                <a:ea typeface="DejaVu Sans"/>
                <a:cs typeface="DejaVu Sans"/>
              </a:rPr>
              <a:t>Πότε η κυματομορφή μάς προβληματίζει;</a:t>
            </a:r>
          </a:p>
        </p:txBody>
      </p:sp>
      <p:sp>
        <p:nvSpPr>
          <p:cNvPr id="3" name="s8-title-rule">
            <a:extLst xmlns:a="http://schemas.openxmlformats.org/drawingml/2006/main">
              <a:ext uri="{FF2B5EF4-FFF2-40B4-BE49-F238E27FC236}">
                <a16:creationId xmlns:a16="http://schemas.microsoft.com/office/drawing/2014/main" id="{C40BA8B7-F462-4298-8D6E-D30EBFB6AE35}"/>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8-subtitle">
            <a:extLst xmlns:a="http://schemas.openxmlformats.org/drawingml/2006/main">
              <a:ext uri="{FF2B5EF4-FFF2-40B4-BE49-F238E27FC236}">
                <a16:creationId xmlns:a16="http://schemas.microsoft.com/office/drawing/2014/main" id="{9E053951-B1E9-4F97-B936-6114E55B2EA9}"/>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Συγκρίνουμε την καθαρή μετάβαση με ταλαντώσεις που εμφανίζονται μετά από μια ακμή.</a:t>
            </a:r>
          </a:p>
        </p:txBody>
      </p:sp>
      <p:sp>
        <p:nvSpPr>
          <p:cNvPr id="5" name="s8-clean-panel">
            <a:extLst xmlns:a="http://schemas.openxmlformats.org/drawingml/2006/main">
              <a:ext uri="{FF2B5EF4-FFF2-40B4-BE49-F238E27FC236}">
                <a16:creationId xmlns:a16="http://schemas.microsoft.com/office/drawing/2014/main" id="{44544465-E745-4727-BA4C-23481485D5F3}"/>
              </a:ext>
            </a:extLst>
          </p:cNvPr>
          <p:cNvSpPr>
            <a:spLocks xmlns:a="http://schemas.openxmlformats.org/drawingml/2006/main" noGrp="1"/>
          </p:cNvSpPr>
          <p:nvPr/>
        </p:nvSpPr>
        <p:spPr>
          <a:xfrm xmlns:a="http://schemas.openxmlformats.org/drawingml/2006/main">
            <a:off x="609600" y="2209800"/>
            <a:ext cx="52197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4288">
            <a:solidFill>
              <a:srgbClr val="D6E2ED"/>
            </a:solidFill>
            <a:prstDash val="solid"/>
          </a:ln>
        </p:spPr>
      </p:sp>
      <p:sp>
        <p:nvSpPr>
          <p:cNvPr id="6" name="s8-clean-title">
            <a:extLst xmlns:a="http://schemas.openxmlformats.org/drawingml/2006/main">
              <a:ext uri="{FF2B5EF4-FFF2-40B4-BE49-F238E27FC236}">
                <a16:creationId xmlns:a16="http://schemas.microsoft.com/office/drawing/2014/main" id="{6BEFAE5E-D628-46BD-B4A0-9EC6E20B0CCD}"/>
              </a:ext>
            </a:extLst>
          </p:cNvPr>
          <p:cNvSpPr>
            <a:spLocks xmlns:a="http://schemas.openxmlformats.org/drawingml/2006/main" noGrp="1"/>
          </p:cNvSpPr>
          <p:nvPr/>
        </p:nvSpPr>
        <p:spPr>
          <a:xfrm xmlns:a="http://schemas.openxmlformats.org/drawingml/2006/main">
            <a:off x="895350" y="24193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1D31"/>
                </a:solidFill>
                <a:latin typeface="DejaVu Sans"/>
                <a:ea typeface="DejaVu Sans"/>
                <a:cs typeface="DejaVu Sans"/>
              </a:defRPr>
            </a:defPPr>
            <a:lvl1pPr algn="l">
              <a:defRPr sz="1425" b="1">
                <a:solidFill>
                  <a:srgbClr val="101D31"/>
                </a:solidFill>
                <a:latin typeface="DejaVu Sans"/>
                <a:ea typeface="DejaVu Sans"/>
                <a:cs typeface="DejaVu Sans"/>
              </a:defRPr>
            </a:lvl1pPr>
            <a:lvl2pPr algn="l">
              <a:defRPr sz="1425" b="1">
                <a:solidFill>
                  <a:srgbClr val="101D31"/>
                </a:solidFill>
                <a:latin typeface="DejaVu Sans"/>
                <a:ea typeface="DejaVu Sans"/>
                <a:cs typeface="DejaVu Sans"/>
              </a:defRPr>
            </a:lvl2pPr>
            <a:lvl3pPr algn="l">
              <a:defRPr sz="1425" b="1">
                <a:solidFill>
                  <a:srgbClr val="101D31"/>
                </a:solidFill>
                <a:latin typeface="DejaVu Sans"/>
                <a:ea typeface="DejaVu Sans"/>
                <a:cs typeface="DejaVu Sans"/>
              </a:defRPr>
            </a:lvl3pPr>
            <a:lvl4pPr algn="l">
              <a:defRPr sz="1425" b="1">
                <a:solidFill>
                  <a:srgbClr val="101D31"/>
                </a:solidFill>
                <a:latin typeface="DejaVu Sans"/>
                <a:ea typeface="DejaVu Sans"/>
                <a:cs typeface="DejaVu Sans"/>
              </a:defRPr>
            </a:lvl4pPr>
            <a:lvl5pPr algn="l">
              <a:defRPr sz="1425" b="1">
                <a:solidFill>
                  <a:srgbClr val="101D31"/>
                </a:solidFill>
                <a:latin typeface="DejaVu Sans"/>
                <a:ea typeface="DejaVu Sans"/>
                <a:cs typeface="DejaVu Sans"/>
              </a:defRPr>
            </a:lvl5pPr>
            <a:lvl6pPr algn="l">
              <a:defRPr sz="1425" b="1">
                <a:solidFill>
                  <a:srgbClr val="101D31"/>
                </a:solidFill>
                <a:latin typeface="DejaVu Sans"/>
                <a:ea typeface="DejaVu Sans"/>
                <a:cs typeface="DejaVu Sans"/>
              </a:defRPr>
            </a:lvl6pPr>
            <a:lvl7pPr algn="l">
              <a:defRPr sz="1425" b="1">
                <a:solidFill>
                  <a:srgbClr val="101D31"/>
                </a:solidFill>
                <a:latin typeface="DejaVu Sans"/>
                <a:ea typeface="DejaVu Sans"/>
                <a:cs typeface="DejaVu Sans"/>
              </a:defRPr>
            </a:lvl7pPr>
            <a:lvl8pPr algn="l">
              <a:defRPr sz="1425" b="1">
                <a:solidFill>
                  <a:srgbClr val="101D31"/>
                </a:solidFill>
                <a:latin typeface="DejaVu Sans"/>
                <a:ea typeface="DejaVu Sans"/>
                <a:cs typeface="DejaVu Sans"/>
              </a:defRPr>
            </a:lvl8pPr>
            <a:lvl9pPr algn="l">
              <a:defRPr sz="1425" b="1">
                <a:solidFill>
                  <a:srgbClr val="101D31"/>
                </a:solidFill>
                <a:latin typeface="DejaVu Sans"/>
                <a:ea typeface="DejaVu Sans"/>
                <a:cs typeface="DejaVu Sans"/>
              </a:defRPr>
            </a:lvl9pPr>
          </a:lstStyle>
          <a:p xmlns:a="http://schemas.openxmlformats.org/drawingml/2006/main">
            <a:pPr algn="l">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ΚΑΘΑΡΗ ΜΕΤΑΒΑΣΗ</a:t>
            </a:r>
          </a:p>
        </p:txBody>
      </p:sp>
      <p:sp>
        <p:nvSpPr>
          <p:cNvPr id="7" name="s8-vdiff-label">
            <a:extLst xmlns:a="http://schemas.openxmlformats.org/drawingml/2006/main">
              <a:ext uri="{FF2B5EF4-FFF2-40B4-BE49-F238E27FC236}">
                <a16:creationId xmlns:a16="http://schemas.microsoft.com/office/drawing/2014/main" id="{5B73622F-A1E7-403E-B9E5-0490E221EB98}"/>
              </a:ext>
            </a:extLst>
          </p:cNvPr>
          <p:cNvSpPr>
            <a:spLocks xmlns:a="http://schemas.openxmlformats.org/drawingml/2006/main" noGrp="1"/>
          </p:cNvSpPr>
          <p:nvPr/>
        </p:nvSpPr>
        <p:spPr>
          <a:xfrm xmlns:a="http://schemas.openxmlformats.org/drawingml/2006/main">
            <a:off x="895350" y="27527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3657A"/>
                </a:solidFill>
                <a:latin typeface="DejaVu Sans"/>
                <a:ea typeface="DejaVu Sans"/>
                <a:cs typeface="DejaVu Sans"/>
              </a:defRPr>
            </a:defPPr>
            <a:lvl1pPr algn="l">
              <a:defRPr sz="975" b="0">
                <a:solidFill>
                  <a:srgbClr val="53657A"/>
                </a:solidFill>
                <a:latin typeface="DejaVu Sans"/>
                <a:ea typeface="DejaVu Sans"/>
                <a:cs typeface="DejaVu Sans"/>
              </a:defRPr>
            </a:lvl1pPr>
            <a:lvl2pPr algn="l">
              <a:defRPr sz="975" b="0">
                <a:solidFill>
                  <a:srgbClr val="53657A"/>
                </a:solidFill>
                <a:latin typeface="DejaVu Sans"/>
                <a:ea typeface="DejaVu Sans"/>
                <a:cs typeface="DejaVu Sans"/>
              </a:defRPr>
            </a:lvl2pPr>
            <a:lvl3pPr algn="l">
              <a:defRPr sz="975" b="0">
                <a:solidFill>
                  <a:srgbClr val="53657A"/>
                </a:solidFill>
                <a:latin typeface="DejaVu Sans"/>
                <a:ea typeface="DejaVu Sans"/>
                <a:cs typeface="DejaVu Sans"/>
              </a:defRPr>
            </a:lvl3pPr>
            <a:lvl4pPr algn="l">
              <a:defRPr sz="975" b="0">
                <a:solidFill>
                  <a:srgbClr val="53657A"/>
                </a:solidFill>
                <a:latin typeface="DejaVu Sans"/>
                <a:ea typeface="DejaVu Sans"/>
                <a:cs typeface="DejaVu Sans"/>
              </a:defRPr>
            </a:lvl4pPr>
            <a:lvl5pPr algn="l">
              <a:defRPr sz="975" b="0">
                <a:solidFill>
                  <a:srgbClr val="53657A"/>
                </a:solidFill>
                <a:latin typeface="DejaVu Sans"/>
                <a:ea typeface="DejaVu Sans"/>
                <a:cs typeface="DejaVu Sans"/>
              </a:defRPr>
            </a:lvl5pPr>
            <a:lvl6pPr algn="l">
              <a:defRPr sz="975" b="0">
                <a:solidFill>
                  <a:srgbClr val="53657A"/>
                </a:solidFill>
                <a:latin typeface="DejaVu Sans"/>
                <a:ea typeface="DejaVu Sans"/>
                <a:cs typeface="DejaVu Sans"/>
              </a:defRPr>
            </a:lvl6pPr>
            <a:lvl7pPr algn="l">
              <a:defRPr sz="975" b="0">
                <a:solidFill>
                  <a:srgbClr val="53657A"/>
                </a:solidFill>
                <a:latin typeface="DejaVu Sans"/>
                <a:ea typeface="DejaVu Sans"/>
                <a:cs typeface="DejaVu Sans"/>
              </a:defRPr>
            </a:lvl7pPr>
            <a:lvl8pPr algn="l">
              <a:defRPr sz="975" b="0">
                <a:solidFill>
                  <a:srgbClr val="53657A"/>
                </a:solidFill>
                <a:latin typeface="DejaVu Sans"/>
                <a:ea typeface="DejaVu Sans"/>
                <a:cs typeface="DejaVu Sans"/>
              </a:defRPr>
            </a:lvl8pPr>
            <a:lvl9pPr algn="l">
              <a:defRPr sz="975" b="0">
                <a:solidFill>
                  <a:srgbClr val="53657A"/>
                </a:solidFill>
                <a:latin typeface="DejaVu Sans"/>
                <a:ea typeface="DejaVu Sans"/>
                <a:cs typeface="DejaVu Sans"/>
              </a:defRPr>
            </a:lvl9pPr>
          </a:lstStyle>
          <a:p xmlns:a="http://schemas.openxmlformats.org/drawingml/2006/main">
            <a:pPr algn="l">
              <a:defRPr sz="975" b="0">
                <a:solidFill>
                  <a:srgbClr val="53657A"/>
                </a:solidFill>
                <a:latin typeface="DejaVu Sans"/>
                <a:ea typeface="DejaVu Sans"/>
                <a:cs typeface="DejaVu Sans"/>
              </a:defRPr>
            </a:pPr>
            <a:r>
              <a:rPr sz="975" b="0">
                <a:solidFill>
                  <a:srgbClr val="53657A"/>
                </a:solidFill>
                <a:latin typeface="DejaVu Sans"/>
                <a:ea typeface="DejaVu Sans"/>
                <a:cs typeface="DejaVu Sans"/>
              </a:rPr>
              <a:t>Vdiff = CAN-H − CAN-L</a:t>
            </a:r>
          </a:p>
        </p:txBody>
      </p:sp>
      <p:sp>
        <p:nvSpPr>
          <p:cNvPr id="8" name="s8-clean-plot">
            <a:extLst xmlns:a="http://schemas.openxmlformats.org/drawingml/2006/main">
              <a:ext uri="{FF2B5EF4-FFF2-40B4-BE49-F238E27FC236}">
                <a16:creationId xmlns:a16="http://schemas.microsoft.com/office/drawing/2014/main" id="{1246955F-8339-48BB-AD19-4AF7D3AB8338}"/>
              </a:ext>
            </a:extLst>
          </p:cNvPr>
          <p:cNvSpPr>
            <a:spLocks xmlns:a="http://schemas.openxmlformats.org/drawingml/2006/main" noGrp="1"/>
          </p:cNvSpPr>
          <p:nvPr/>
        </p:nvSpPr>
        <p:spPr>
          <a:xfrm xmlns:a="http://schemas.openxmlformats.org/drawingml/2006/main">
            <a:off x="1476375" y="3067050"/>
            <a:ext cx="4000500" cy="1381125"/>
          </a:xfrm>
          <a:prstGeom xmlns:a="http://schemas.openxmlformats.org/drawingml/2006/main" prst="rect">
            <a:avLst/>
          </a:prstGeom>
          <a:solidFill xmlns:a="http://schemas.openxmlformats.org/drawingml/2006/main">
            <a:srgbClr val="F7FAFC"/>
          </a:solidFill>
          <a:ln xmlns:a="http://schemas.openxmlformats.org/drawingml/2006/main" w="9525">
            <a:solidFill>
              <a:srgbClr val="D6E2ED"/>
            </a:solidFill>
            <a:prstDash val="solid"/>
          </a:ln>
        </p:spPr>
      </p:sp>
      <p:sp>
        <p:nvSpPr>
          <p:cNvPr id="9" name="s8-clean-grid-v-1">
            <a:extLst xmlns:a="http://schemas.openxmlformats.org/drawingml/2006/main">
              <a:ext uri="{FF2B5EF4-FFF2-40B4-BE49-F238E27FC236}">
                <a16:creationId xmlns:a16="http://schemas.microsoft.com/office/drawing/2014/main" id="{9D8472EB-B62C-401F-9B58-30F0AA2F3FF0}"/>
              </a:ext>
            </a:extLst>
          </p:cNvPr>
          <p:cNvSpPr>
            <a:spLocks xmlns:a="http://schemas.openxmlformats.org/drawingml/2006/main" noGrp="1"/>
          </p:cNvSpPr>
          <p:nvPr/>
        </p:nvSpPr>
        <p:spPr>
          <a:xfrm xmlns:a="http://schemas.openxmlformats.org/drawingml/2006/main">
            <a:off x="2276475" y="3067050"/>
            <a:ext cx="9525" cy="13811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0" name="s8-clean-grid-v-2">
            <a:extLst xmlns:a="http://schemas.openxmlformats.org/drawingml/2006/main">
              <a:ext uri="{FF2B5EF4-FFF2-40B4-BE49-F238E27FC236}">
                <a16:creationId xmlns:a16="http://schemas.microsoft.com/office/drawing/2014/main" id="{9A4B72C9-52C4-42E7-8B34-F79DC05E5EEB}"/>
              </a:ext>
            </a:extLst>
          </p:cNvPr>
          <p:cNvSpPr>
            <a:spLocks xmlns:a="http://schemas.openxmlformats.org/drawingml/2006/main" noGrp="1"/>
          </p:cNvSpPr>
          <p:nvPr/>
        </p:nvSpPr>
        <p:spPr>
          <a:xfrm xmlns:a="http://schemas.openxmlformats.org/drawingml/2006/main">
            <a:off x="3076575" y="3067050"/>
            <a:ext cx="9525" cy="13811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1" name="s8-clean-grid-v-3">
            <a:extLst xmlns:a="http://schemas.openxmlformats.org/drawingml/2006/main">
              <a:ext uri="{FF2B5EF4-FFF2-40B4-BE49-F238E27FC236}">
                <a16:creationId xmlns:a16="http://schemas.microsoft.com/office/drawing/2014/main" id="{3B1CF347-7F5B-49E8-B9A3-70608B9BE6B9}"/>
              </a:ext>
            </a:extLst>
          </p:cNvPr>
          <p:cNvSpPr>
            <a:spLocks xmlns:a="http://schemas.openxmlformats.org/drawingml/2006/main" noGrp="1"/>
          </p:cNvSpPr>
          <p:nvPr/>
        </p:nvSpPr>
        <p:spPr>
          <a:xfrm xmlns:a="http://schemas.openxmlformats.org/drawingml/2006/main">
            <a:off x="3876675" y="3067050"/>
            <a:ext cx="9525" cy="13811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2" name="s8-clean-grid-v-4">
            <a:extLst xmlns:a="http://schemas.openxmlformats.org/drawingml/2006/main">
              <a:ext uri="{FF2B5EF4-FFF2-40B4-BE49-F238E27FC236}">
                <a16:creationId xmlns:a16="http://schemas.microsoft.com/office/drawing/2014/main" id="{E4C158E9-6F98-4267-903A-1D1E966E0689}"/>
              </a:ext>
            </a:extLst>
          </p:cNvPr>
          <p:cNvSpPr>
            <a:spLocks xmlns:a="http://schemas.openxmlformats.org/drawingml/2006/main" noGrp="1"/>
          </p:cNvSpPr>
          <p:nvPr/>
        </p:nvSpPr>
        <p:spPr>
          <a:xfrm xmlns:a="http://schemas.openxmlformats.org/drawingml/2006/main">
            <a:off x="4676775" y="3067050"/>
            <a:ext cx="9525" cy="13811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3" name="s8-clean-grid-h-1">
            <a:extLst xmlns:a="http://schemas.openxmlformats.org/drawingml/2006/main">
              <a:ext uri="{FF2B5EF4-FFF2-40B4-BE49-F238E27FC236}">
                <a16:creationId xmlns:a16="http://schemas.microsoft.com/office/drawing/2014/main" id="{B9D8D853-1B31-439F-9EE7-2F4FD3A2BC89}"/>
              </a:ext>
            </a:extLst>
          </p:cNvPr>
          <p:cNvSpPr>
            <a:spLocks xmlns:a="http://schemas.openxmlformats.org/drawingml/2006/main" noGrp="1"/>
          </p:cNvSpPr>
          <p:nvPr/>
        </p:nvSpPr>
        <p:spPr>
          <a:xfrm xmlns:a="http://schemas.openxmlformats.org/drawingml/2006/main">
            <a:off x="1476375" y="3409950"/>
            <a:ext cx="4000500" cy="95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4" name="s8-clean-grid-h-2">
            <a:extLst xmlns:a="http://schemas.openxmlformats.org/drawingml/2006/main">
              <a:ext uri="{FF2B5EF4-FFF2-40B4-BE49-F238E27FC236}">
                <a16:creationId xmlns:a16="http://schemas.microsoft.com/office/drawing/2014/main" id="{59ADF326-5F32-42D0-875D-995126FD6F1E}"/>
              </a:ext>
            </a:extLst>
          </p:cNvPr>
          <p:cNvSpPr>
            <a:spLocks xmlns:a="http://schemas.openxmlformats.org/drawingml/2006/main" noGrp="1"/>
          </p:cNvSpPr>
          <p:nvPr/>
        </p:nvSpPr>
        <p:spPr>
          <a:xfrm xmlns:a="http://schemas.openxmlformats.org/drawingml/2006/main">
            <a:off x="1476375" y="3752850"/>
            <a:ext cx="4000500" cy="95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sp>
        <p:nvSpPr>
          <p:cNvPr id="15" name="s8-clean-grid-h-3">
            <a:extLst xmlns:a="http://schemas.openxmlformats.org/drawingml/2006/main">
              <a:ext uri="{FF2B5EF4-FFF2-40B4-BE49-F238E27FC236}">
                <a16:creationId xmlns:a16="http://schemas.microsoft.com/office/drawing/2014/main" id="{C6FCFF25-B38F-4364-9B91-1CF21F023D80}"/>
              </a:ext>
            </a:extLst>
          </p:cNvPr>
          <p:cNvSpPr>
            <a:spLocks xmlns:a="http://schemas.openxmlformats.org/drawingml/2006/main" noGrp="1"/>
          </p:cNvSpPr>
          <p:nvPr/>
        </p:nvSpPr>
        <p:spPr>
          <a:xfrm xmlns:a="http://schemas.openxmlformats.org/drawingml/2006/main">
            <a:off x="1476375" y="4095750"/>
            <a:ext cx="4000500" cy="9525"/>
          </a:xfrm>
          <a:prstGeom xmlns:a="http://schemas.openxmlformats.org/drawingml/2006/main" prst="rect">
            <a:avLst/>
          </a:prstGeom>
          <a:solidFill xmlns:a="http://schemas.openxmlformats.org/drawingml/2006/main">
            <a:srgbClr val="D7E2EC"/>
          </a:solidFill>
          <a:ln xmlns:a="http://schemas.openxmlformats.org/drawingml/2006/main" w="0">
            <a:noFill/>
            <a:prstDash val="solid"/>
          </a:ln>
        </p:spPr>
      </p:sp>
      <p:pic>
        <p:nvPicPr>
          <p:cNvPr id="16" name="">
            <a:extLst xmlns:a="http://schemas.openxmlformats.org/drawingml/2006/main">
              <a:ext uri="{FF2B5EF4-FFF2-40B4-BE49-F238E27FC236}">
                <a16:creationId xmlns:a16="http://schemas.microsoft.com/office/drawing/2014/main" id="{630B3A86-8D87-4B7E-AD84-65331F4ECA4E}"/>
              </a:ext>
            </a:extLst>
          </p:cNvPr>
          <p:cNvPicPr>
            <a:picLocks xmlns:a="http://schemas.openxmlformats.org/drawingml/2006/main" noChangeAspect="1"/>
          </p:cNvPicPr>
          <p:nvPr/>
        </p:nvPicPr>
        <p:blipFill>
          <a:blip xmlns:r="http://schemas.openxmlformats.org/officeDocument/2006/relationships" xmlns:a="http://schemas.openxmlformats.org/drawingml/2006/main" r:embed="Ra9f039216ec8492f"/>
          <a:stretch xmlns:a="http://schemas.openxmlformats.org/drawingml/2006/main"/>
        </p:blipFill>
        <p:spPr>
          <a:xfrm xmlns:a="http://schemas.openxmlformats.org/drawingml/2006/main">
            <a:off x="1476375" y="3153370"/>
            <a:ext cx="4000500" cy="1208484"/>
          </a:xfrm>
          <a:prstGeom xmlns:a="http://schemas.openxmlformats.org/drawingml/2006/main" prst="rect">
            <a:avLst/>
          </a:prstGeom>
        </p:spPr>
      </p:pic>
      <p:sp>
        <p:nvSpPr>
          <p:cNvPr id="17" name="s8-clean-zero">
            <a:extLst xmlns:a="http://schemas.openxmlformats.org/drawingml/2006/main">
              <a:ext uri="{FF2B5EF4-FFF2-40B4-BE49-F238E27FC236}">
                <a16:creationId xmlns:a16="http://schemas.microsoft.com/office/drawing/2014/main" id="{55A470ED-51CA-4D92-A320-4F310132BC33}"/>
              </a:ext>
            </a:extLst>
          </p:cNvPr>
          <p:cNvSpPr>
            <a:spLocks xmlns:a="http://schemas.openxmlformats.org/drawingml/2006/main" noGrp="1"/>
          </p:cNvSpPr>
          <p:nvPr/>
        </p:nvSpPr>
        <p:spPr>
          <a:xfrm xmlns:a="http://schemas.openxmlformats.org/drawingml/2006/main">
            <a:off x="942975" y="4171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53657A"/>
                </a:solidFill>
                <a:latin typeface="DejaVu Sans"/>
                <a:ea typeface="DejaVu Sans"/>
                <a:cs typeface="DejaVu Sans"/>
              </a:defRPr>
            </a:defPPr>
            <a:lvl1pPr algn="r">
              <a:defRPr sz="825" b="1">
                <a:solidFill>
                  <a:srgbClr val="53657A"/>
                </a:solidFill>
                <a:latin typeface="DejaVu Sans"/>
                <a:ea typeface="DejaVu Sans"/>
                <a:cs typeface="DejaVu Sans"/>
              </a:defRPr>
            </a:lvl1pPr>
            <a:lvl2pPr algn="r">
              <a:defRPr sz="825" b="1">
                <a:solidFill>
                  <a:srgbClr val="53657A"/>
                </a:solidFill>
                <a:latin typeface="DejaVu Sans"/>
                <a:ea typeface="DejaVu Sans"/>
                <a:cs typeface="DejaVu Sans"/>
              </a:defRPr>
            </a:lvl2pPr>
            <a:lvl3pPr algn="r">
              <a:defRPr sz="825" b="1">
                <a:solidFill>
                  <a:srgbClr val="53657A"/>
                </a:solidFill>
                <a:latin typeface="DejaVu Sans"/>
                <a:ea typeface="DejaVu Sans"/>
                <a:cs typeface="DejaVu Sans"/>
              </a:defRPr>
            </a:lvl3pPr>
            <a:lvl4pPr algn="r">
              <a:defRPr sz="825" b="1">
                <a:solidFill>
                  <a:srgbClr val="53657A"/>
                </a:solidFill>
                <a:latin typeface="DejaVu Sans"/>
                <a:ea typeface="DejaVu Sans"/>
                <a:cs typeface="DejaVu Sans"/>
              </a:defRPr>
            </a:lvl4pPr>
            <a:lvl5pPr algn="r">
              <a:defRPr sz="825" b="1">
                <a:solidFill>
                  <a:srgbClr val="53657A"/>
                </a:solidFill>
                <a:latin typeface="DejaVu Sans"/>
                <a:ea typeface="DejaVu Sans"/>
                <a:cs typeface="DejaVu Sans"/>
              </a:defRPr>
            </a:lvl5pPr>
            <a:lvl6pPr algn="r">
              <a:defRPr sz="825" b="1">
                <a:solidFill>
                  <a:srgbClr val="53657A"/>
                </a:solidFill>
                <a:latin typeface="DejaVu Sans"/>
                <a:ea typeface="DejaVu Sans"/>
                <a:cs typeface="DejaVu Sans"/>
              </a:defRPr>
            </a:lvl6pPr>
            <a:lvl7pPr algn="r">
              <a:defRPr sz="825" b="1">
                <a:solidFill>
                  <a:srgbClr val="53657A"/>
                </a:solidFill>
                <a:latin typeface="DejaVu Sans"/>
                <a:ea typeface="DejaVu Sans"/>
                <a:cs typeface="DejaVu Sans"/>
              </a:defRPr>
            </a:lvl7pPr>
            <a:lvl8pPr algn="r">
              <a:defRPr sz="825" b="1">
                <a:solidFill>
                  <a:srgbClr val="53657A"/>
                </a:solidFill>
                <a:latin typeface="DejaVu Sans"/>
                <a:ea typeface="DejaVu Sans"/>
                <a:cs typeface="DejaVu Sans"/>
              </a:defRPr>
            </a:lvl8pPr>
            <a:lvl9pPr algn="r">
              <a:defRPr sz="825" b="1">
                <a:solidFill>
                  <a:srgbClr val="53657A"/>
                </a:solidFill>
                <a:latin typeface="DejaVu Sans"/>
                <a:ea typeface="DejaVu Sans"/>
                <a:cs typeface="DejaVu Sans"/>
              </a:defRPr>
            </a:lvl9pPr>
          </a:lstStyle>
          <a:p xmlns:a="http://schemas.openxmlformats.org/drawingml/2006/main">
            <a:pPr algn="r">
              <a:defRPr sz="825" b="1">
                <a:solidFill>
                  <a:srgbClr val="53657A"/>
                </a:solidFill>
                <a:latin typeface="DejaVu Sans"/>
                <a:ea typeface="DejaVu Sans"/>
                <a:cs typeface="DejaVu Sans"/>
              </a:defRPr>
            </a:pPr>
            <a:r>
              <a:rPr sz="825" b="1">
                <a:solidFill>
                  <a:srgbClr val="53657A"/>
                </a:solidFill>
                <a:latin typeface="DejaVu Sans"/>
                <a:ea typeface="DejaVu Sans"/>
                <a:cs typeface="DejaVu Sans"/>
              </a:rPr>
              <a:t>≈ 0 V</a:t>
            </a:r>
          </a:p>
        </p:txBody>
      </p:sp>
      <p:sp>
        <p:nvSpPr>
          <p:cNvPr id="18" name="s8-clean-two">
            <a:extLst xmlns:a="http://schemas.openxmlformats.org/drawingml/2006/main">
              <a:ext uri="{FF2B5EF4-FFF2-40B4-BE49-F238E27FC236}">
                <a16:creationId xmlns:a16="http://schemas.microsoft.com/office/drawing/2014/main" id="{BB8E4D8D-B306-41B8-90AE-7126365295BC}"/>
              </a:ext>
            </a:extLst>
          </p:cNvPr>
          <p:cNvSpPr>
            <a:spLocks xmlns:a="http://schemas.openxmlformats.org/drawingml/2006/main" noGrp="1"/>
          </p:cNvSpPr>
          <p:nvPr/>
        </p:nvSpPr>
        <p:spPr>
          <a:xfrm xmlns:a="http://schemas.openxmlformats.org/drawingml/2006/main">
            <a:off x="942975" y="3562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53657A"/>
                </a:solidFill>
                <a:latin typeface="DejaVu Sans"/>
                <a:ea typeface="DejaVu Sans"/>
                <a:cs typeface="DejaVu Sans"/>
              </a:defRPr>
            </a:defPPr>
            <a:lvl1pPr algn="r">
              <a:defRPr sz="825" b="1">
                <a:solidFill>
                  <a:srgbClr val="53657A"/>
                </a:solidFill>
                <a:latin typeface="DejaVu Sans"/>
                <a:ea typeface="DejaVu Sans"/>
                <a:cs typeface="DejaVu Sans"/>
              </a:defRPr>
            </a:lvl1pPr>
            <a:lvl2pPr algn="r">
              <a:defRPr sz="825" b="1">
                <a:solidFill>
                  <a:srgbClr val="53657A"/>
                </a:solidFill>
                <a:latin typeface="DejaVu Sans"/>
                <a:ea typeface="DejaVu Sans"/>
                <a:cs typeface="DejaVu Sans"/>
              </a:defRPr>
            </a:lvl2pPr>
            <a:lvl3pPr algn="r">
              <a:defRPr sz="825" b="1">
                <a:solidFill>
                  <a:srgbClr val="53657A"/>
                </a:solidFill>
                <a:latin typeface="DejaVu Sans"/>
                <a:ea typeface="DejaVu Sans"/>
                <a:cs typeface="DejaVu Sans"/>
              </a:defRPr>
            </a:lvl3pPr>
            <a:lvl4pPr algn="r">
              <a:defRPr sz="825" b="1">
                <a:solidFill>
                  <a:srgbClr val="53657A"/>
                </a:solidFill>
                <a:latin typeface="DejaVu Sans"/>
                <a:ea typeface="DejaVu Sans"/>
                <a:cs typeface="DejaVu Sans"/>
              </a:defRPr>
            </a:lvl4pPr>
            <a:lvl5pPr algn="r">
              <a:defRPr sz="825" b="1">
                <a:solidFill>
                  <a:srgbClr val="53657A"/>
                </a:solidFill>
                <a:latin typeface="DejaVu Sans"/>
                <a:ea typeface="DejaVu Sans"/>
                <a:cs typeface="DejaVu Sans"/>
              </a:defRPr>
            </a:lvl5pPr>
            <a:lvl6pPr algn="r">
              <a:defRPr sz="825" b="1">
                <a:solidFill>
                  <a:srgbClr val="53657A"/>
                </a:solidFill>
                <a:latin typeface="DejaVu Sans"/>
                <a:ea typeface="DejaVu Sans"/>
                <a:cs typeface="DejaVu Sans"/>
              </a:defRPr>
            </a:lvl6pPr>
            <a:lvl7pPr algn="r">
              <a:defRPr sz="825" b="1">
                <a:solidFill>
                  <a:srgbClr val="53657A"/>
                </a:solidFill>
                <a:latin typeface="DejaVu Sans"/>
                <a:ea typeface="DejaVu Sans"/>
                <a:cs typeface="DejaVu Sans"/>
              </a:defRPr>
            </a:lvl7pPr>
            <a:lvl8pPr algn="r">
              <a:defRPr sz="825" b="1">
                <a:solidFill>
                  <a:srgbClr val="53657A"/>
                </a:solidFill>
                <a:latin typeface="DejaVu Sans"/>
                <a:ea typeface="DejaVu Sans"/>
                <a:cs typeface="DejaVu Sans"/>
              </a:defRPr>
            </a:lvl8pPr>
            <a:lvl9pPr algn="r">
              <a:defRPr sz="825" b="1">
                <a:solidFill>
                  <a:srgbClr val="53657A"/>
                </a:solidFill>
                <a:latin typeface="DejaVu Sans"/>
                <a:ea typeface="DejaVu Sans"/>
                <a:cs typeface="DejaVu Sans"/>
              </a:defRPr>
            </a:lvl9pPr>
          </a:lstStyle>
          <a:p xmlns:a="http://schemas.openxmlformats.org/drawingml/2006/main">
            <a:pPr algn="r">
              <a:defRPr sz="825" b="1">
                <a:solidFill>
                  <a:srgbClr val="53657A"/>
                </a:solidFill>
                <a:latin typeface="DejaVu Sans"/>
                <a:ea typeface="DejaVu Sans"/>
                <a:cs typeface="DejaVu Sans"/>
              </a:defRPr>
            </a:pPr>
            <a:r>
              <a:rPr sz="825" b="1">
                <a:solidFill>
                  <a:srgbClr val="53657A"/>
                </a:solidFill>
                <a:latin typeface="DejaVu Sans"/>
                <a:ea typeface="DejaVu Sans"/>
                <a:cs typeface="DejaVu Sans"/>
              </a:rPr>
              <a:t>≈ 2 V</a:t>
            </a:r>
          </a:p>
        </p:txBody>
      </p:sp>
      <p:sp>
        <p:nvSpPr>
          <p:cNvPr id="19" name="s8-clean-note">
            <a:extLst xmlns:a="http://schemas.openxmlformats.org/drawingml/2006/main">
              <a:ext uri="{FF2B5EF4-FFF2-40B4-BE49-F238E27FC236}">
                <a16:creationId xmlns:a16="http://schemas.microsoft.com/office/drawing/2014/main" id="{8342A9AC-FD47-4F74-A8C7-E3020DF22AA1}"/>
              </a:ext>
            </a:extLst>
          </p:cNvPr>
          <p:cNvSpPr>
            <a:spLocks xmlns:a="http://schemas.openxmlformats.org/drawingml/2006/main" noGrp="1"/>
          </p:cNvSpPr>
          <p:nvPr/>
        </p:nvSpPr>
        <p:spPr>
          <a:xfrm xmlns:a="http://schemas.openxmlformats.org/drawingml/2006/main">
            <a:off x="895350" y="46291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101D31"/>
                </a:solidFill>
                <a:latin typeface="DejaVu Sans"/>
                <a:ea typeface="DejaVu Sans"/>
                <a:cs typeface="DejaVu Sans"/>
              </a:defRPr>
            </a:defPPr>
            <a:lvl1pPr algn="ctr">
              <a:defRPr sz="1125" b="0">
                <a:solidFill>
                  <a:srgbClr val="101D31"/>
                </a:solidFill>
                <a:latin typeface="DejaVu Sans"/>
                <a:ea typeface="DejaVu Sans"/>
                <a:cs typeface="DejaVu Sans"/>
              </a:defRPr>
            </a:lvl1pPr>
            <a:lvl2pPr algn="ctr">
              <a:defRPr sz="1125" b="0">
                <a:solidFill>
                  <a:srgbClr val="101D31"/>
                </a:solidFill>
                <a:latin typeface="DejaVu Sans"/>
                <a:ea typeface="DejaVu Sans"/>
                <a:cs typeface="DejaVu Sans"/>
              </a:defRPr>
            </a:lvl2pPr>
            <a:lvl3pPr algn="ctr">
              <a:defRPr sz="1125" b="0">
                <a:solidFill>
                  <a:srgbClr val="101D31"/>
                </a:solidFill>
                <a:latin typeface="DejaVu Sans"/>
                <a:ea typeface="DejaVu Sans"/>
                <a:cs typeface="DejaVu Sans"/>
              </a:defRPr>
            </a:lvl3pPr>
            <a:lvl4pPr algn="ctr">
              <a:defRPr sz="1125" b="0">
                <a:solidFill>
                  <a:srgbClr val="101D31"/>
                </a:solidFill>
                <a:latin typeface="DejaVu Sans"/>
                <a:ea typeface="DejaVu Sans"/>
                <a:cs typeface="DejaVu Sans"/>
              </a:defRPr>
            </a:lvl4pPr>
            <a:lvl5pPr algn="ctr">
              <a:defRPr sz="1125" b="0">
                <a:solidFill>
                  <a:srgbClr val="101D31"/>
                </a:solidFill>
                <a:latin typeface="DejaVu Sans"/>
                <a:ea typeface="DejaVu Sans"/>
                <a:cs typeface="DejaVu Sans"/>
              </a:defRPr>
            </a:lvl5pPr>
            <a:lvl6pPr algn="ctr">
              <a:defRPr sz="1125" b="0">
                <a:solidFill>
                  <a:srgbClr val="101D31"/>
                </a:solidFill>
                <a:latin typeface="DejaVu Sans"/>
                <a:ea typeface="DejaVu Sans"/>
                <a:cs typeface="DejaVu Sans"/>
              </a:defRPr>
            </a:lvl6pPr>
            <a:lvl7pPr algn="ctr">
              <a:defRPr sz="1125" b="0">
                <a:solidFill>
                  <a:srgbClr val="101D31"/>
                </a:solidFill>
                <a:latin typeface="DejaVu Sans"/>
                <a:ea typeface="DejaVu Sans"/>
                <a:cs typeface="DejaVu Sans"/>
              </a:defRPr>
            </a:lvl7pPr>
            <a:lvl8pPr algn="ctr">
              <a:defRPr sz="1125" b="0">
                <a:solidFill>
                  <a:srgbClr val="101D31"/>
                </a:solidFill>
                <a:latin typeface="DejaVu Sans"/>
                <a:ea typeface="DejaVu Sans"/>
                <a:cs typeface="DejaVu Sans"/>
              </a:defRPr>
            </a:lvl8pPr>
            <a:lvl9pPr algn="ctr">
              <a:defRPr sz="1125" b="0">
                <a:solidFill>
                  <a:srgbClr val="101D31"/>
                </a:solidFill>
                <a:latin typeface="DejaVu Sans"/>
                <a:ea typeface="DejaVu Sans"/>
                <a:cs typeface="DejaVu Sans"/>
              </a:defRPr>
            </a:lvl9pPr>
          </a:lstStyle>
          <a:p xmlns:a="http://schemas.openxmlformats.org/drawingml/2006/main">
            <a:pPr algn="ctr">
              <a:defRPr sz="1125" b="0">
                <a:solidFill>
                  <a:srgbClr val="101D31"/>
                </a:solidFill>
                <a:latin typeface="DejaVu Sans"/>
                <a:ea typeface="DejaVu Sans"/>
                <a:cs typeface="DejaVu Sans"/>
              </a:defRPr>
            </a:pPr>
            <a:r>
              <a:rPr sz="1125" b="0">
                <a:solidFill>
                  <a:srgbClr val="101D31"/>
                </a:solidFill>
                <a:latin typeface="DejaVu Sans"/>
                <a:ea typeface="DejaVu Sans"/>
                <a:cs typeface="DejaVu Sans"/>
              </a:rPr>
              <a:t>Η ακμή ανεβαίνει και σταθεροποιείται χωρίς έντονο κυματισμό.</a:t>
            </a:r>
          </a:p>
        </p:txBody>
      </p:sp>
      <p:sp>
        <p:nvSpPr>
          <p:cNvPr id="20" name="s8-ring-panel">
            <a:extLst xmlns:a="http://schemas.openxmlformats.org/drawingml/2006/main">
              <a:ext uri="{FF2B5EF4-FFF2-40B4-BE49-F238E27FC236}">
                <a16:creationId xmlns:a16="http://schemas.microsoft.com/office/drawing/2014/main" id="{436F108D-194C-4284-8626-7B8F28A25233}"/>
              </a:ext>
            </a:extLst>
          </p:cNvPr>
          <p:cNvSpPr>
            <a:spLocks xmlns:a="http://schemas.openxmlformats.org/drawingml/2006/main" noGrp="1"/>
          </p:cNvSpPr>
          <p:nvPr/>
        </p:nvSpPr>
        <p:spPr>
          <a:xfrm xmlns:a="http://schemas.openxmlformats.org/drawingml/2006/main">
            <a:off x="6362700" y="2209800"/>
            <a:ext cx="5219700" cy="3143250"/>
          </a:xfrm>
          <a:prstGeom xmlns:a="http://schemas.openxmlformats.org/drawingml/2006/main" prst="roundRect">
            <a:avLst>
              <a:gd name="adj" fmla="val 2424"/>
            </a:avLst>
          </a:prstGeom>
          <a:solidFill xmlns:a="http://schemas.openxmlformats.org/drawingml/2006/main">
            <a:srgbClr val="071426"/>
          </a:solidFill>
          <a:ln xmlns:a="http://schemas.openxmlformats.org/drawingml/2006/main" w="0">
            <a:noFill/>
            <a:prstDash val="solid"/>
          </a:ln>
        </p:spPr>
      </p:sp>
      <p:sp>
        <p:nvSpPr>
          <p:cNvPr id="21" name="s8-ring-title">
            <a:extLst xmlns:a="http://schemas.openxmlformats.org/drawingml/2006/main">
              <a:ext uri="{FF2B5EF4-FFF2-40B4-BE49-F238E27FC236}">
                <a16:creationId xmlns:a16="http://schemas.microsoft.com/office/drawing/2014/main" id="{140531FC-1567-498A-9D54-D29A0700C7AC}"/>
              </a:ext>
            </a:extLst>
          </p:cNvPr>
          <p:cNvSpPr>
            <a:spLocks xmlns:a="http://schemas.openxmlformats.org/drawingml/2006/main" noGrp="1"/>
          </p:cNvSpPr>
          <p:nvPr/>
        </p:nvSpPr>
        <p:spPr>
          <a:xfrm xmlns:a="http://schemas.openxmlformats.org/drawingml/2006/main">
            <a:off x="6648450" y="2419350"/>
            <a:ext cx="464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FFFFFF"/>
                </a:solidFill>
                <a:latin typeface="DejaVu Sans"/>
                <a:ea typeface="DejaVu Sans"/>
                <a:cs typeface="DejaVu Sans"/>
              </a:defRPr>
            </a:defPPr>
            <a:lvl1pPr algn="l">
              <a:defRPr sz="1425" b="1">
                <a:solidFill>
                  <a:srgbClr val="FFFFFF"/>
                </a:solidFill>
                <a:latin typeface="DejaVu Sans"/>
                <a:ea typeface="DejaVu Sans"/>
                <a:cs typeface="DejaVu Sans"/>
              </a:defRPr>
            </a:lvl1pPr>
            <a:lvl2pPr algn="l">
              <a:defRPr sz="1425" b="1">
                <a:solidFill>
                  <a:srgbClr val="FFFFFF"/>
                </a:solidFill>
                <a:latin typeface="DejaVu Sans"/>
                <a:ea typeface="DejaVu Sans"/>
                <a:cs typeface="DejaVu Sans"/>
              </a:defRPr>
            </a:lvl2pPr>
            <a:lvl3pPr algn="l">
              <a:defRPr sz="1425" b="1">
                <a:solidFill>
                  <a:srgbClr val="FFFFFF"/>
                </a:solidFill>
                <a:latin typeface="DejaVu Sans"/>
                <a:ea typeface="DejaVu Sans"/>
                <a:cs typeface="DejaVu Sans"/>
              </a:defRPr>
            </a:lvl3pPr>
            <a:lvl4pPr algn="l">
              <a:defRPr sz="1425" b="1">
                <a:solidFill>
                  <a:srgbClr val="FFFFFF"/>
                </a:solidFill>
                <a:latin typeface="DejaVu Sans"/>
                <a:ea typeface="DejaVu Sans"/>
                <a:cs typeface="DejaVu Sans"/>
              </a:defRPr>
            </a:lvl4pPr>
            <a:lvl5pPr algn="l">
              <a:defRPr sz="1425" b="1">
                <a:solidFill>
                  <a:srgbClr val="FFFFFF"/>
                </a:solidFill>
                <a:latin typeface="DejaVu Sans"/>
                <a:ea typeface="DejaVu Sans"/>
                <a:cs typeface="DejaVu Sans"/>
              </a:defRPr>
            </a:lvl5pPr>
            <a:lvl6pPr algn="l">
              <a:defRPr sz="1425" b="1">
                <a:solidFill>
                  <a:srgbClr val="FFFFFF"/>
                </a:solidFill>
                <a:latin typeface="DejaVu Sans"/>
                <a:ea typeface="DejaVu Sans"/>
                <a:cs typeface="DejaVu Sans"/>
              </a:defRPr>
            </a:lvl6pPr>
            <a:lvl7pPr algn="l">
              <a:defRPr sz="1425" b="1">
                <a:solidFill>
                  <a:srgbClr val="FFFFFF"/>
                </a:solidFill>
                <a:latin typeface="DejaVu Sans"/>
                <a:ea typeface="DejaVu Sans"/>
                <a:cs typeface="DejaVu Sans"/>
              </a:defRPr>
            </a:lvl7pPr>
            <a:lvl8pPr algn="l">
              <a:defRPr sz="1425" b="1">
                <a:solidFill>
                  <a:srgbClr val="FFFFFF"/>
                </a:solidFill>
                <a:latin typeface="DejaVu Sans"/>
                <a:ea typeface="DejaVu Sans"/>
                <a:cs typeface="DejaVu Sans"/>
              </a:defRPr>
            </a:lvl8pPr>
            <a:lvl9pPr algn="l">
              <a:defRPr sz="1425" b="1">
                <a:solidFill>
                  <a:srgbClr val="FFFFFF"/>
                </a:solidFill>
                <a:latin typeface="DejaVu Sans"/>
                <a:ea typeface="DejaVu Sans"/>
                <a:cs typeface="DejaVu Sans"/>
              </a:defRPr>
            </a:lvl9pPr>
          </a:lstStyle>
          <a:p xmlns:a="http://schemas.openxmlformats.org/drawingml/2006/main">
            <a:pPr algn="l">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ΤΑΛΑΝΤΩΣΕΙΣ ΜΕΤΑ ΤΗΝ ΑΚΜΗ</a:t>
            </a:r>
          </a:p>
        </p:txBody>
      </p:sp>
      <p:sp>
        <p:nvSpPr>
          <p:cNvPr id="22" name="s8-ring-label">
            <a:extLst xmlns:a="http://schemas.openxmlformats.org/drawingml/2006/main">
              <a:ext uri="{FF2B5EF4-FFF2-40B4-BE49-F238E27FC236}">
                <a16:creationId xmlns:a16="http://schemas.microsoft.com/office/drawing/2014/main" id="{B291C002-03C8-4F60-A2A8-1B16C04333CE}"/>
              </a:ext>
            </a:extLst>
          </p:cNvPr>
          <p:cNvSpPr>
            <a:spLocks xmlns:a="http://schemas.openxmlformats.org/drawingml/2006/main" noGrp="1"/>
          </p:cNvSpPr>
          <p:nvPr/>
        </p:nvSpPr>
        <p:spPr>
          <a:xfrm xmlns:a="http://schemas.openxmlformats.org/drawingml/2006/main">
            <a:off x="6648450" y="2752725"/>
            <a:ext cx="4648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AFC0D1"/>
                </a:solidFill>
                <a:latin typeface="DejaVu Sans"/>
                <a:ea typeface="DejaVu Sans"/>
                <a:cs typeface="DejaVu Sans"/>
              </a:defRPr>
            </a:defPPr>
            <a:lvl1pPr algn="l">
              <a:defRPr sz="975" b="0">
                <a:solidFill>
                  <a:srgbClr val="AFC0D1"/>
                </a:solidFill>
                <a:latin typeface="DejaVu Sans"/>
                <a:ea typeface="DejaVu Sans"/>
                <a:cs typeface="DejaVu Sans"/>
              </a:defRPr>
            </a:lvl1pPr>
            <a:lvl2pPr algn="l">
              <a:defRPr sz="975" b="0">
                <a:solidFill>
                  <a:srgbClr val="AFC0D1"/>
                </a:solidFill>
                <a:latin typeface="DejaVu Sans"/>
                <a:ea typeface="DejaVu Sans"/>
                <a:cs typeface="DejaVu Sans"/>
              </a:defRPr>
            </a:lvl2pPr>
            <a:lvl3pPr algn="l">
              <a:defRPr sz="975" b="0">
                <a:solidFill>
                  <a:srgbClr val="AFC0D1"/>
                </a:solidFill>
                <a:latin typeface="DejaVu Sans"/>
                <a:ea typeface="DejaVu Sans"/>
                <a:cs typeface="DejaVu Sans"/>
              </a:defRPr>
            </a:lvl3pPr>
            <a:lvl4pPr algn="l">
              <a:defRPr sz="975" b="0">
                <a:solidFill>
                  <a:srgbClr val="AFC0D1"/>
                </a:solidFill>
                <a:latin typeface="DejaVu Sans"/>
                <a:ea typeface="DejaVu Sans"/>
                <a:cs typeface="DejaVu Sans"/>
              </a:defRPr>
            </a:lvl4pPr>
            <a:lvl5pPr algn="l">
              <a:defRPr sz="975" b="0">
                <a:solidFill>
                  <a:srgbClr val="AFC0D1"/>
                </a:solidFill>
                <a:latin typeface="DejaVu Sans"/>
                <a:ea typeface="DejaVu Sans"/>
                <a:cs typeface="DejaVu Sans"/>
              </a:defRPr>
            </a:lvl5pPr>
            <a:lvl6pPr algn="l">
              <a:defRPr sz="975" b="0">
                <a:solidFill>
                  <a:srgbClr val="AFC0D1"/>
                </a:solidFill>
                <a:latin typeface="DejaVu Sans"/>
                <a:ea typeface="DejaVu Sans"/>
                <a:cs typeface="DejaVu Sans"/>
              </a:defRPr>
            </a:lvl6pPr>
            <a:lvl7pPr algn="l">
              <a:defRPr sz="975" b="0">
                <a:solidFill>
                  <a:srgbClr val="AFC0D1"/>
                </a:solidFill>
                <a:latin typeface="DejaVu Sans"/>
                <a:ea typeface="DejaVu Sans"/>
                <a:cs typeface="DejaVu Sans"/>
              </a:defRPr>
            </a:lvl7pPr>
            <a:lvl8pPr algn="l">
              <a:defRPr sz="975" b="0">
                <a:solidFill>
                  <a:srgbClr val="AFC0D1"/>
                </a:solidFill>
                <a:latin typeface="DejaVu Sans"/>
                <a:ea typeface="DejaVu Sans"/>
                <a:cs typeface="DejaVu Sans"/>
              </a:defRPr>
            </a:lvl8pPr>
            <a:lvl9pPr algn="l">
              <a:defRPr sz="975" b="0">
                <a:solidFill>
                  <a:srgbClr val="AFC0D1"/>
                </a:solidFill>
                <a:latin typeface="DejaVu Sans"/>
                <a:ea typeface="DejaVu Sans"/>
                <a:cs typeface="DejaVu Sans"/>
              </a:defRPr>
            </a:lvl9pPr>
          </a:lstStyle>
          <a:p xmlns:a="http://schemas.openxmlformats.org/drawingml/2006/main">
            <a:pPr algn="l">
              <a:defRPr sz="975" b="0">
                <a:solidFill>
                  <a:srgbClr val="AFC0D1"/>
                </a:solidFill>
                <a:latin typeface="DejaVu Sans"/>
                <a:ea typeface="DejaVu Sans"/>
                <a:cs typeface="DejaVu Sans"/>
              </a:defRPr>
            </a:pPr>
            <a:r>
              <a:rPr sz="975" b="0">
                <a:solidFill>
                  <a:srgbClr val="AFC0D1"/>
                </a:solidFill>
                <a:latin typeface="DejaVu Sans"/>
                <a:ea typeface="DejaVu Sans"/>
                <a:cs typeface="DejaVu Sans"/>
              </a:rPr>
              <a:t>Vdiff = CAN-H − CAN-L</a:t>
            </a:r>
          </a:p>
        </p:txBody>
      </p:sp>
      <p:sp>
        <p:nvSpPr>
          <p:cNvPr id="23" name="s8-ring-plot">
            <a:extLst xmlns:a="http://schemas.openxmlformats.org/drawingml/2006/main">
              <a:ext uri="{FF2B5EF4-FFF2-40B4-BE49-F238E27FC236}">
                <a16:creationId xmlns:a16="http://schemas.microsoft.com/office/drawing/2014/main" id="{E5E15E60-3749-402E-851E-AE35E6ED8EFC}"/>
              </a:ext>
            </a:extLst>
          </p:cNvPr>
          <p:cNvSpPr>
            <a:spLocks xmlns:a="http://schemas.openxmlformats.org/drawingml/2006/main" noGrp="1"/>
          </p:cNvSpPr>
          <p:nvPr/>
        </p:nvSpPr>
        <p:spPr>
          <a:xfrm xmlns:a="http://schemas.openxmlformats.org/drawingml/2006/main">
            <a:off x="7229475" y="3067050"/>
            <a:ext cx="4000500" cy="1381125"/>
          </a:xfrm>
          <a:prstGeom xmlns:a="http://schemas.openxmlformats.org/drawingml/2006/main" prst="rect">
            <a:avLst/>
          </a:prstGeom>
          <a:solidFill xmlns:a="http://schemas.openxmlformats.org/drawingml/2006/main">
            <a:srgbClr val="0C1D31"/>
          </a:solidFill>
          <a:ln xmlns:a="http://schemas.openxmlformats.org/drawingml/2006/main" w="9525">
            <a:solidFill>
              <a:srgbClr val="2A4158"/>
            </a:solidFill>
            <a:prstDash val="solid"/>
          </a:ln>
        </p:spPr>
      </p:sp>
      <p:sp>
        <p:nvSpPr>
          <p:cNvPr id="24" name="s8-ring-grid-v-1">
            <a:extLst xmlns:a="http://schemas.openxmlformats.org/drawingml/2006/main">
              <a:ext uri="{FF2B5EF4-FFF2-40B4-BE49-F238E27FC236}">
                <a16:creationId xmlns:a16="http://schemas.microsoft.com/office/drawing/2014/main" id="{ECC2C1FF-BDD8-4BBB-9A9B-5AE73AC148E5}"/>
              </a:ext>
            </a:extLst>
          </p:cNvPr>
          <p:cNvSpPr>
            <a:spLocks xmlns:a="http://schemas.openxmlformats.org/drawingml/2006/main" noGrp="1"/>
          </p:cNvSpPr>
          <p:nvPr/>
        </p:nvSpPr>
        <p:spPr>
          <a:xfrm xmlns:a="http://schemas.openxmlformats.org/drawingml/2006/main">
            <a:off x="8029575" y="3067050"/>
            <a:ext cx="9525" cy="13811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5" name="s8-ring-grid-v-2">
            <a:extLst xmlns:a="http://schemas.openxmlformats.org/drawingml/2006/main">
              <a:ext uri="{FF2B5EF4-FFF2-40B4-BE49-F238E27FC236}">
                <a16:creationId xmlns:a16="http://schemas.microsoft.com/office/drawing/2014/main" id="{1F47191D-2DA8-4D7B-AECB-17CEFE2842D6}"/>
              </a:ext>
            </a:extLst>
          </p:cNvPr>
          <p:cNvSpPr>
            <a:spLocks xmlns:a="http://schemas.openxmlformats.org/drawingml/2006/main" noGrp="1"/>
          </p:cNvSpPr>
          <p:nvPr/>
        </p:nvSpPr>
        <p:spPr>
          <a:xfrm xmlns:a="http://schemas.openxmlformats.org/drawingml/2006/main">
            <a:off x="8829675" y="3067050"/>
            <a:ext cx="9525" cy="13811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6" name="s8-ring-grid-v-3">
            <a:extLst xmlns:a="http://schemas.openxmlformats.org/drawingml/2006/main">
              <a:ext uri="{FF2B5EF4-FFF2-40B4-BE49-F238E27FC236}">
                <a16:creationId xmlns:a16="http://schemas.microsoft.com/office/drawing/2014/main" id="{3E0091C4-5E2B-485A-97C8-E1AFE849B133}"/>
              </a:ext>
            </a:extLst>
          </p:cNvPr>
          <p:cNvSpPr>
            <a:spLocks xmlns:a="http://schemas.openxmlformats.org/drawingml/2006/main" noGrp="1"/>
          </p:cNvSpPr>
          <p:nvPr/>
        </p:nvSpPr>
        <p:spPr>
          <a:xfrm xmlns:a="http://schemas.openxmlformats.org/drawingml/2006/main">
            <a:off x="9629775" y="3067050"/>
            <a:ext cx="9525" cy="13811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7" name="s8-ring-grid-v-4">
            <a:extLst xmlns:a="http://schemas.openxmlformats.org/drawingml/2006/main">
              <a:ext uri="{FF2B5EF4-FFF2-40B4-BE49-F238E27FC236}">
                <a16:creationId xmlns:a16="http://schemas.microsoft.com/office/drawing/2014/main" id="{7A6E2AF0-C6CD-48DD-91C7-F929DAC9652C}"/>
              </a:ext>
            </a:extLst>
          </p:cNvPr>
          <p:cNvSpPr>
            <a:spLocks xmlns:a="http://schemas.openxmlformats.org/drawingml/2006/main" noGrp="1"/>
          </p:cNvSpPr>
          <p:nvPr/>
        </p:nvSpPr>
        <p:spPr>
          <a:xfrm xmlns:a="http://schemas.openxmlformats.org/drawingml/2006/main">
            <a:off x="10429875" y="3067050"/>
            <a:ext cx="9525" cy="13811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8" name="s8-ring-grid-h-1">
            <a:extLst xmlns:a="http://schemas.openxmlformats.org/drawingml/2006/main">
              <a:ext uri="{FF2B5EF4-FFF2-40B4-BE49-F238E27FC236}">
                <a16:creationId xmlns:a16="http://schemas.microsoft.com/office/drawing/2014/main" id="{75B5C311-18BC-47B2-A571-B21154AF4E10}"/>
              </a:ext>
            </a:extLst>
          </p:cNvPr>
          <p:cNvSpPr>
            <a:spLocks xmlns:a="http://schemas.openxmlformats.org/drawingml/2006/main" noGrp="1"/>
          </p:cNvSpPr>
          <p:nvPr/>
        </p:nvSpPr>
        <p:spPr>
          <a:xfrm xmlns:a="http://schemas.openxmlformats.org/drawingml/2006/main">
            <a:off x="7229475" y="3409950"/>
            <a:ext cx="400050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9" name="s8-ring-grid-h-2">
            <a:extLst xmlns:a="http://schemas.openxmlformats.org/drawingml/2006/main">
              <a:ext uri="{FF2B5EF4-FFF2-40B4-BE49-F238E27FC236}">
                <a16:creationId xmlns:a16="http://schemas.microsoft.com/office/drawing/2014/main" id="{F9BB1504-2589-4C07-B35C-B357AB0D9604}"/>
              </a:ext>
            </a:extLst>
          </p:cNvPr>
          <p:cNvSpPr>
            <a:spLocks xmlns:a="http://schemas.openxmlformats.org/drawingml/2006/main" noGrp="1"/>
          </p:cNvSpPr>
          <p:nvPr/>
        </p:nvSpPr>
        <p:spPr>
          <a:xfrm xmlns:a="http://schemas.openxmlformats.org/drawingml/2006/main">
            <a:off x="7229475" y="3752850"/>
            <a:ext cx="400050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30" name="s8-ring-grid-h-3">
            <a:extLst xmlns:a="http://schemas.openxmlformats.org/drawingml/2006/main">
              <a:ext uri="{FF2B5EF4-FFF2-40B4-BE49-F238E27FC236}">
                <a16:creationId xmlns:a16="http://schemas.microsoft.com/office/drawing/2014/main" id="{96FBCA78-05AA-4E5E-A6DF-86B6EF7B6351}"/>
              </a:ext>
            </a:extLst>
          </p:cNvPr>
          <p:cNvSpPr>
            <a:spLocks xmlns:a="http://schemas.openxmlformats.org/drawingml/2006/main" noGrp="1"/>
          </p:cNvSpPr>
          <p:nvPr/>
        </p:nvSpPr>
        <p:spPr>
          <a:xfrm xmlns:a="http://schemas.openxmlformats.org/drawingml/2006/main">
            <a:off x="7229475" y="4095750"/>
            <a:ext cx="400050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pic>
        <p:nvPicPr>
          <p:cNvPr id="31" name="">
            <a:extLst xmlns:a="http://schemas.openxmlformats.org/drawingml/2006/main">
              <a:ext uri="{FF2B5EF4-FFF2-40B4-BE49-F238E27FC236}">
                <a16:creationId xmlns:a16="http://schemas.microsoft.com/office/drawing/2014/main" id="{5EE8C2DD-D207-4BC1-B38C-29398981E127}"/>
              </a:ext>
            </a:extLst>
          </p:cNvPr>
          <p:cNvPicPr>
            <a:picLocks xmlns:a="http://schemas.openxmlformats.org/drawingml/2006/main" noChangeAspect="1"/>
          </p:cNvPicPr>
          <p:nvPr/>
        </p:nvPicPr>
        <p:blipFill>
          <a:blip xmlns:r="http://schemas.openxmlformats.org/officeDocument/2006/relationships" xmlns:a="http://schemas.openxmlformats.org/drawingml/2006/main" r:embed="Ra3a5b20e5aa84cca"/>
          <a:stretch xmlns:a="http://schemas.openxmlformats.org/drawingml/2006/main"/>
        </p:blipFill>
        <p:spPr>
          <a:xfrm xmlns:a="http://schemas.openxmlformats.org/drawingml/2006/main">
            <a:off x="7229475" y="3153370"/>
            <a:ext cx="4000500" cy="1208484"/>
          </a:xfrm>
          <a:prstGeom xmlns:a="http://schemas.openxmlformats.org/drawingml/2006/main" prst="rect">
            <a:avLst/>
          </a:prstGeom>
        </p:spPr>
      </p:pic>
      <p:sp>
        <p:nvSpPr>
          <p:cNvPr id="32" name="s8-ring-zero">
            <a:extLst xmlns:a="http://schemas.openxmlformats.org/drawingml/2006/main">
              <a:ext uri="{FF2B5EF4-FFF2-40B4-BE49-F238E27FC236}">
                <a16:creationId xmlns:a16="http://schemas.microsoft.com/office/drawing/2014/main" id="{1762F87D-DB73-434E-A018-E4FCDC65CF14}"/>
              </a:ext>
            </a:extLst>
          </p:cNvPr>
          <p:cNvSpPr>
            <a:spLocks xmlns:a="http://schemas.openxmlformats.org/drawingml/2006/main" noGrp="1"/>
          </p:cNvSpPr>
          <p:nvPr/>
        </p:nvSpPr>
        <p:spPr>
          <a:xfrm xmlns:a="http://schemas.openxmlformats.org/drawingml/2006/main">
            <a:off x="6696075" y="41719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AFC0D1"/>
                </a:solidFill>
                <a:latin typeface="DejaVu Sans"/>
                <a:ea typeface="DejaVu Sans"/>
                <a:cs typeface="DejaVu Sans"/>
              </a:defRPr>
            </a:defPPr>
            <a:lvl1pPr algn="r">
              <a:defRPr sz="825" b="1">
                <a:solidFill>
                  <a:srgbClr val="AFC0D1"/>
                </a:solidFill>
                <a:latin typeface="DejaVu Sans"/>
                <a:ea typeface="DejaVu Sans"/>
                <a:cs typeface="DejaVu Sans"/>
              </a:defRPr>
            </a:lvl1pPr>
            <a:lvl2pPr algn="r">
              <a:defRPr sz="825" b="1">
                <a:solidFill>
                  <a:srgbClr val="AFC0D1"/>
                </a:solidFill>
                <a:latin typeface="DejaVu Sans"/>
                <a:ea typeface="DejaVu Sans"/>
                <a:cs typeface="DejaVu Sans"/>
              </a:defRPr>
            </a:lvl2pPr>
            <a:lvl3pPr algn="r">
              <a:defRPr sz="825" b="1">
                <a:solidFill>
                  <a:srgbClr val="AFC0D1"/>
                </a:solidFill>
                <a:latin typeface="DejaVu Sans"/>
                <a:ea typeface="DejaVu Sans"/>
                <a:cs typeface="DejaVu Sans"/>
              </a:defRPr>
            </a:lvl3pPr>
            <a:lvl4pPr algn="r">
              <a:defRPr sz="825" b="1">
                <a:solidFill>
                  <a:srgbClr val="AFC0D1"/>
                </a:solidFill>
                <a:latin typeface="DejaVu Sans"/>
                <a:ea typeface="DejaVu Sans"/>
                <a:cs typeface="DejaVu Sans"/>
              </a:defRPr>
            </a:lvl4pPr>
            <a:lvl5pPr algn="r">
              <a:defRPr sz="825" b="1">
                <a:solidFill>
                  <a:srgbClr val="AFC0D1"/>
                </a:solidFill>
                <a:latin typeface="DejaVu Sans"/>
                <a:ea typeface="DejaVu Sans"/>
                <a:cs typeface="DejaVu Sans"/>
              </a:defRPr>
            </a:lvl5pPr>
            <a:lvl6pPr algn="r">
              <a:defRPr sz="825" b="1">
                <a:solidFill>
                  <a:srgbClr val="AFC0D1"/>
                </a:solidFill>
                <a:latin typeface="DejaVu Sans"/>
                <a:ea typeface="DejaVu Sans"/>
                <a:cs typeface="DejaVu Sans"/>
              </a:defRPr>
            </a:lvl6pPr>
            <a:lvl7pPr algn="r">
              <a:defRPr sz="825" b="1">
                <a:solidFill>
                  <a:srgbClr val="AFC0D1"/>
                </a:solidFill>
                <a:latin typeface="DejaVu Sans"/>
                <a:ea typeface="DejaVu Sans"/>
                <a:cs typeface="DejaVu Sans"/>
              </a:defRPr>
            </a:lvl7pPr>
            <a:lvl8pPr algn="r">
              <a:defRPr sz="825" b="1">
                <a:solidFill>
                  <a:srgbClr val="AFC0D1"/>
                </a:solidFill>
                <a:latin typeface="DejaVu Sans"/>
                <a:ea typeface="DejaVu Sans"/>
                <a:cs typeface="DejaVu Sans"/>
              </a:defRPr>
            </a:lvl8pPr>
            <a:lvl9pPr algn="r">
              <a:defRPr sz="825" b="1">
                <a:solidFill>
                  <a:srgbClr val="AFC0D1"/>
                </a:solidFill>
                <a:latin typeface="DejaVu Sans"/>
                <a:ea typeface="DejaVu Sans"/>
                <a:cs typeface="DejaVu Sans"/>
              </a:defRPr>
            </a:lvl9pPr>
          </a:lstStyle>
          <a:p xmlns:a="http://schemas.openxmlformats.org/drawingml/2006/main">
            <a:pPr algn="r">
              <a:defRPr sz="825" b="1">
                <a:solidFill>
                  <a:srgbClr val="AFC0D1"/>
                </a:solidFill>
                <a:latin typeface="DejaVu Sans"/>
                <a:ea typeface="DejaVu Sans"/>
                <a:cs typeface="DejaVu Sans"/>
              </a:defRPr>
            </a:pPr>
            <a:r>
              <a:rPr sz="825" b="1">
                <a:solidFill>
                  <a:srgbClr val="AFC0D1"/>
                </a:solidFill>
                <a:latin typeface="DejaVu Sans"/>
                <a:ea typeface="DejaVu Sans"/>
                <a:cs typeface="DejaVu Sans"/>
              </a:rPr>
              <a:t>≈ 0 V</a:t>
            </a:r>
          </a:p>
        </p:txBody>
      </p:sp>
      <p:sp>
        <p:nvSpPr>
          <p:cNvPr id="33" name="s8-ring-two">
            <a:extLst xmlns:a="http://schemas.openxmlformats.org/drawingml/2006/main">
              <a:ext uri="{FF2B5EF4-FFF2-40B4-BE49-F238E27FC236}">
                <a16:creationId xmlns:a16="http://schemas.microsoft.com/office/drawing/2014/main" id="{D339901C-43F7-421B-977F-EF82D5145FF7}"/>
              </a:ext>
            </a:extLst>
          </p:cNvPr>
          <p:cNvSpPr>
            <a:spLocks xmlns:a="http://schemas.openxmlformats.org/drawingml/2006/main" noGrp="1"/>
          </p:cNvSpPr>
          <p:nvPr/>
        </p:nvSpPr>
        <p:spPr>
          <a:xfrm xmlns:a="http://schemas.openxmlformats.org/drawingml/2006/main">
            <a:off x="6696075" y="35623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1">
                <a:solidFill>
                  <a:srgbClr val="AFC0D1"/>
                </a:solidFill>
                <a:latin typeface="DejaVu Sans"/>
                <a:ea typeface="DejaVu Sans"/>
                <a:cs typeface="DejaVu Sans"/>
              </a:defRPr>
            </a:defPPr>
            <a:lvl1pPr algn="r">
              <a:defRPr sz="825" b="1">
                <a:solidFill>
                  <a:srgbClr val="AFC0D1"/>
                </a:solidFill>
                <a:latin typeface="DejaVu Sans"/>
                <a:ea typeface="DejaVu Sans"/>
                <a:cs typeface="DejaVu Sans"/>
              </a:defRPr>
            </a:lvl1pPr>
            <a:lvl2pPr algn="r">
              <a:defRPr sz="825" b="1">
                <a:solidFill>
                  <a:srgbClr val="AFC0D1"/>
                </a:solidFill>
                <a:latin typeface="DejaVu Sans"/>
                <a:ea typeface="DejaVu Sans"/>
                <a:cs typeface="DejaVu Sans"/>
              </a:defRPr>
            </a:lvl2pPr>
            <a:lvl3pPr algn="r">
              <a:defRPr sz="825" b="1">
                <a:solidFill>
                  <a:srgbClr val="AFC0D1"/>
                </a:solidFill>
                <a:latin typeface="DejaVu Sans"/>
                <a:ea typeface="DejaVu Sans"/>
                <a:cs typeface="DejaVu Sans"/>
              </a:defRPr>
            </a:lvl3pPr>
            <a:lvl4pPr algn="r">
              <a:defRPr sz="825" b="1">
                <a:solidFill>
                  <a:srgbClr val="AFC0D1"/>
                </a:solidFill>
                <a:latin typeface="DejaVu Sans"/>
                <a:ea typeface="DejaVu Sans"/>
                <a:cs typeface="DejaVu Sans"/>
              </a:defRPr>
            </a:lvl4pPr>
            <a:lvl5pPr algn="r">
              <a:defRPr sz="825" b="1">
                <a:solidFill>
                  <a:srgbClr val="AFC0D1"/>
                </a:solidFill>
                <a:latin typeface="DejaVu Sans"/>
                <a:ea typeface="DejaVu Sans"/>
                <a:cs typeface="DejaVu Sans"/>
              </a:defRPr>
            </a:lvl5pPr>
            <a:lvl6pPr algn="r">
              <a:defRPr sz="825" b="1">
                <a:solidFill>
                  <a:srgbClr val="AFC0D1"/>
                </a:solidFill>
                <a:latin typeface="DejaVu Sans"/>
                <a:ea typeface="DejaVu Sans"/>
                <a:cs typeface="DejaVu Sans"/>
              </a:defRPr>
            </a:lvl6pPr>
            <a:lvl7pPr algn="r">
              <a:defRPr sz="825" b="1">
                <a:solidFill>
                  <a:srgbClr val="AFC0D1"/>
                </a:solidFill>
                <a:latin typeface="DejaVu Sans"/>
                <a:ea typeface="DejaVu Sans"/>
                <a:cs typeface="DejaVu Sans"/>
              </a:defRPr>
            </a:lvl7pPr>
            <a:lvl8pPr algn="r">
              <a:defRPr sz="825" b="1">
                <a:solidFill>
                  <a:srgbClr val="AFC0D1"/>
                </a:solidFill>
                <a:latin typeface="DejaVu Sans"/>
                <a:ea typeface="DejaVu Sans"/>
                <a:cs typeface="DejaVu Sans"/>
              </a:defRPr>
            </a:lvl8pPr>
            <a:lvl9pPr algn="r">
              <a:defRPr sz="825" b="1">
                <a:solidFill>
                  <a:srgbClr val="AFC0D1"/>
                </a:solidFill>
                <a:latin typeface="DejaVu Sans"/>
                <a:ea typeface="DejaVu Sans"/>
                <a:cs typeface="DejaVu Sans"/>
              </a:defRPr>
            </a:lvl9pPr>
          </a:lstStyle>
          <a:p xmlns:a="http://schemas.openxmlformats.org/drawingml/2006/main">
            <a:pPr algn="r">
              <a:defRPr sz="825" b="1">
                <a:solidFill>
                  <a:srgbClr val="AFC0D1"/>
                </a:solidFill>
                <a:latin typeface="DejaVu Sans"/>
                <a:ea typeface="DejaVu Sans"/>
                <a:cs typeface="DejaVu Sans"/>
              </a:defRPr>
            </a:pPr>
            <a:r>
              <a:rPr sz="825" b="1">
                <a:solidFill>
                  <a:srgbClr val="AFC0D1"/>
                </a:solidFill>
                <a:latin typeface="DejaVu Sans"/>
                <a:ea typeface="DejaVu Sans"/>
                <a:cs typeface="DejaVu Sans"/>
              </a:rPr>
              <a:t>≈ 2 V</a:t>
            </a:r>
          </a:p>
        </p:txBody>
      </p:sp>
      <p:sp>
        <p:nvSpPr>
          <p:cNvPr id="34" name="s8-ring-note">
            <a:extLst xmlns:a="http://schemas.openxmlformats.org/drawingml/2006/main">
              <a:ext uri="{FF2B5EF4-FFF2-40B4-BE49-F238E27FC236}">
                <a16:creationId xmlns:a16="http://schemas.microsoft.com/office/drawing/2014/main" id="{F446421B-F6D4-4677-B1D3-93CDAE2D8B2A}"/>
              </a:ext>
            </a:extLst>
          </p:cNvPr>
          <p:cNvSpPr>
            <a:spLocks xmlns:a="http://schemas.openxmlformats.org/drawingml/2006/main" noGrp="1"/>
          </p:cNvSpPr>
          <p:nvPr/>
        </p:nvSpPr>
        <p:spPr>
          <a:xfrm xmlns:a="http://schemas.openxmlformats.org/drawingml/2006/main">
            <a:off x="6648450" y="4629150"/>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FFFFFF"/>
                </a:solidFill>
                <a:latin typeface="DejaVu Sans"/>
                <a:ea typeface="DejaVu Sans"/>
                <a:cs typeface="DejaVu Sans"/>
              </a:defRPr>
            </a:defPPr>
            <a:lvl1pPr algn="ctr">
              <a:defRPr sz="1125" b="0">
                <a:solidFill>
                  <a:srgbClr val="FFFFFF"/>
                </a:solidFill>
                <a:latin typeface="DejaVu Sans"/>
                <a:ea typeface="DejaVu Sans"/>
                <a:cs typeface="DejaVu Sans"/>
              </a:defRPr>
            </a:lvl1pPr>
            <a:lvl2pPr algn="ctr">
              <a:defRPr sz="1125" b="0">
                <a:solidFill>
                  <a:srgbClr val="FFFFFF"/>
                </a:solidFill>
                <a:latin typeface="DejaVu Sans"/>
                <a:ea typeface="DejaVu Sans"/>
                <a:cs typeface="DejaVu Sans"/>
              </a:defRPr>
            </a:lvl2pPr>
            <a:lvl3pPr algn="ctr">
              <a:defRPr sz="1125" b="0">
                <a:solidFill>
                  <a:srgbClr val="FFFFFF"/>
                </a:solidFill>
                <a:latin typeface="DejaVu Sans"/>
                <a:ea typeface="DejaVu Sans"/>
                <a:cs typeface="DejaVu Sans"/>
              </a:defRPr>
            </a:lvl3pPr>
            <a:lvl4pPr algn="ctr">
              <a:defRPr sz="1125" b="0">
                <a:solidFill>
                  <a:srgbClr val="FFFFFF"/>
                </a:solidFill>
                <a:latin typeface="DejaVu Sans"/>
                <a:ea typeface="DejaVu Sans"/>
                <a:cs typeface="DejaVu Sans"/>
              </a:defRPr>
            </a:lvl4pPr>
            <a:lvl5pPr algn="ctr">
              <a:defRPr sz="1125" b="0">
                <a:solidFill>
                  <a:srgbClr val="FFFFFF"/>
                </a:solidFill>
                <a:latin typeface="DejaVu Sans"/>
                <a:ea typeface="DejaVu Sans"/>
                <a:cs typeface="DejaVu Sans"/>
              </a:defRPr>
            </a:lvl5pPr>
            <a:lvl6pPr algn="ctr">
              <a:defRPr sz="1125" b="0">
                <a:solidFill>
                  <a:srgbClr val="FFFFFF"/>
                </a:solidFill>
                <a:latin typeface="DejaVu Sans"/>
                <a:ea typeface="DejaVu Sans"/>
                <a:cs typeface="DejaVu Sans"/>
              </a:defRPr>
            </a:lvl6pPr>
            <a:lvl7pPr algn="ctr">
              <a:defRPr sz="1125" b="0">
                <a:solidFill>
                  <a:srgbClr val="FFFFFF"/>
                </a:solidFill>
                <a:latin typeface="DejaVu Sans"/>
                <a:ea typeface="DejaVu Sans"/>
                <a:cs typeface="DejaVu Sans"/>
              </a:defRPr>
            </a:lvl7pPr>
            <a:lvl8pPr algn="ctr">
              <a:defRPr sz="1125" b="0">
                <a:solidFill>
                  <a:srgbClr val="FFFFFF"/>
                </a:solidFill>
                <a:latin typeface="DejaVu Sans"/>
                <a:ea typeface="DejaVu Sans"/>
                <a:cs typeface="DejaVu Sans"/>
              </a:defRPr>
            </a:lvl8pPr>
            <a:lvl9pPr algn="ctr">
              <a:defRPr sz="1125" b="0">
                <a:solidFill>
                  <a:srgbClr val="FFFFFF"/>
                </a:solidFill>
                <a:latin typeface="DejaVu Sans"/>
                <a:ea typeface="DejaVu Sans"/>
                <a:cs typeface="DejaVu Sans"/>
              </a:defRPr>
            </a:lvl9pPr>
          </a:lstStyle>
          <a:p xmlns:a="http://schemas.openxmlformats.org/drawingml/2006/main">
            <a:pPr algn="ctr">
              <a:defRPr sz="1125" b="0">
                <a:solidFill>
                  <a:srgbClr val="FFFFFF"/>
                </a:solidFill>
                <a:latin typeface="DejaVu Sans"/>
                <a:ea typeface="DejaVu Sans"/>
                <a:cs typeface="DejaVu Sans"/>
              </a:defRPr>
            </a:pPr>
            <a:r>
              <a:rPr sz="1125" b="0">
                <a:solidFill>
                  <a:srgbClr val="FFFFFF"/>
                </a:solidFill>
                <a:latin typeface="DejaVu Sans"/>
                <a:ea typeface="DejaVu Sans"/>
                <a:cs typeface="DejaVu Sans"/>
              </a:rPr>
              <a:t>Υπερύψωση ή ringing μπορεί να σχετίζεται με ανακλάσεις.</a:t>
            </a:r>
          </a:p>
        </p:txBody>
      </p:sp>
      <p:sp>
        <p:nvSpPr>
          <p:cNvPr id="35" name="s8-takeaway">
            <a:extLst xmlns:a="http://schemas.openxmlformats.org/drawingml/2006/main">
              <a:ext uri="{FF2B5EF4-FFF2-40B4-BE49-F238E27FC236}">
                <a16:creationId xmlns:a16="http://schemas.microsoft.com/office/drawing/2014/main" id="{28A39CBC-4431-4A79-9978-57F2C1C1325D}"/>
              </a:ext>
            </a:extLst>
          </p:cNvPr>
          <p:cNvSpPr>
            <a:spLocks xmlns:a="http://schemas.openxmlformats.org/drawingml/2006/main" noGrp="1"/>
          </p:cNvSpPr>
          <p:nvPr/>
        </p:nvSpPr>
        <p:spPr>
          <a:xfrm xmlns:a="http://schemas.openxmlformats.org/drawingml/2006/main">
            <a:off x="609600" y="5581650"/>
            <a:ext cx="10972800" cy="590550"/>
          </a:xfrm>
          <a:prstGeom xmlns:a="http://schemas.openxmlformats.org/drawingml/2006/main" prst="roundRect">
            <a:avLst>
              <a:gd name="adj" fmla="val 12903"/>
            </a:avLst>
          </a:prstGeom>
          <a:solidFill xmlns:a="http://schemas.openxmlformats.org/drawingml/2006/main">
            <a:srgbClr val="E4F7FA"/>
          </a:solidFill>
          <a:ln xmlns:a="http://schemas.openxmlformats.org/drawingml/2006/main" w="9525">
            <a:solidFill>
              <a:srgbClr val="C5E8ED"/>
            </a:solidFill>
            <a:prstDash val="solid"/>
          </a:ln>
        </p:spPr>
      </p:sp>
      <p:sp>
        <p:nvSpPr>
          <p:cNvPr id="36" name="s8-takeaway-text">
            <a:extLst xmlns:a="http://schemas.openxmlformats.org/drawingml/2006/main">
              <a:ext uri="{FF2B5EF4-FFF2-40B4-BE49-F238E27FC236}">
                <a16:creationId xmlns:a16="http://schemas.microsoft.com/office/drawing/2014/main" id="{E10B9854-03DE-48ED-8E1C-F6D665F3F982}"/>
              </a:ext>
            </a:extLst>
          </p:cNvPr>
          <p:cNvSpPr>
            <a:spLocks xmlns:a="http://schemas.openxmlformats.org/drawingml/2006/main" noGrp="1"/>
          </p:cNvSpPr>
          <p:nvPr/>
        </p:nvSpPr>
        <p:spPr>
          <a:xfrm xmlns:a="http://schemas.openxmlformats.org/drawingml/2006/main">
            <a:off x="819150" y="5657850"/>
            <a:ext cx="10553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Ελέγχουμε τερματισμό, καλωδίωση, κλάδους και σύνδεση παλμογράφου· μία κυματομορφή μόνη της δεν αρκεί για διάγνωση.</a:t>
            </a:r>
          </a:p>
        </p:txBody>
      </p:sp>
      <p:sp>
        <p:nvSpPr>
          <p:cNvPr id="37" name="s8-note">
            <a:extLst xmlns:a="http://schemas.openxmlformats.org/drawingml/2006/main">
              <a:ext uri="{FF2B5EF4-FFF2-40B4-BE49-F238E27FC236}">
                <a16:creationId xmlns:a16="http://schemas.microsoft.com/office/drawing/2014/main" id="{FF47B9A7-95F3-4250-9F38-DB8E328CDCBD}"/>
              </a:ext>
            </a:extLst>
          </p:cNvPr>
          <p:cNvSpPr>
            <a:spLocks xmlns:a="http://schemas.openxmlformats.org/drawingml/2006/main" noGrp="1"/>
          </p:cNvSpPr>
          <p:nvPr/>
        </p:nvSpPr>
        <p:spPr>
          <a:xfrm xmlns:a="http://schemas.openxmlformats.org/drawingml/2006/main">
            <a:off x="609600" y="6238875"/>
            <a:ext cx="9144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Απλοποιημένα εκπαιδευτικά σχήματα, όχι πραγματικές μετρήσεις οχήματος.</a:t>
            </a:r>
          </a:p>
        </p:txBody>
      </p:sp>
      <p:sp>
        <p:nvSpPr>
          <p:cNvPr id="38" name="s8-footer">
            <a:extLst xmlns:a="http://schemas.openxmlformats.org/drawingml/2006/main">
              <a:ext uri="{FF2B5EF4-FFF2-40B4-BE49-F238E27FC236}">
                <a16:creationId xmlns:a16="http://schemas.microsoft.com/office/drawing/2014/main" id="{A027B6B9-6BCD-43F5-A3C4-837FBEBDB441}"/>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9" name="s8-page-number">
            <a:extLst xmlns:a="http://schemas.openxmlformats.org/drawingml/2006/main">
              <a:ext uri="{FF2B5EF4-FFF2-40B4-BE49-F238E27FC236}">
                <a16:creationId xmlns:a16="http://schemas.microsoft.com/office/drawing/2014/main" id="{9341A78C-B552-4A5B-9737-4F86F24BEF02}"/>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08</a:t>
            </a:r>
          </a:p>
        </p:txBody>
      </p:sp>
    </p:spTree>
    <p:extLst>
      <p:ext uri="{BB962C8B-B14F-4D97-AF65-F5344CB8AC3E}">
        <p14:creationId xmlns:p14="http://schemas.microsoft.com/office/powerpoint/2010/main" val="1403682793"/>
      </p:ext>
    </p:extLst>
  </p:cSld>
</p:sld>
</file>

<file path=ppt/slides/slide9.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51" name="s9-kicker">
            <a:extLst xmlns:a="http://schemas.openxmlformats.org/drawingml/2006/main">
              <a:ext uri="{FF2B5EF4-FFF2-40B4-BE49-F238E27FC236}">
                <a16:creationId xmlns:a16="http://schemas.microsoft.com/office/drawing/2014/main" id="{66CD118A-84BC-4007-9665-8F5BB42217DB}"/>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9-title">
            <a:extLst xmlns:a="http://schemas.openxmlformats.org/drawingml/2006/main">
              <a:ext uri="{FF2B5EF4-FFF2-40B4-BE49-F238E27FC236}">
                <a16:creationId xmlns:a16="http://schemas.microsoft.com/office/drawing/2014/main" id="{F6C3485E-1A27-46A7-823B-25E35400DBAF}"/>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01D31"/>
                </a:solidFill>
                <a:latin typeface="DejaVu Sans"/>
                <a:ea typeface="DejaVu Sans"/>
                <a:cs typeface="DejaVu Sans"/>
              </a:defRPr>
            </a:defPPr>
            <a:lvl1pPr algn="l">
              <a:defRPr sz="2775" b="1">
                <a:solidFill>
                  <a:srgbClr val="101D31"/>
                </a:solidFill>
                <a:latin typeface="DejaVu Sans"/>
                <a:ea typeface="DejaVu Sans"/>
                <a:cs typeface="DejaVu Sans"/>
              </a:defRPr>
            </a:lvl1pPr>
            <a:lvl2pPr algn="l">
              <a:defRPr sz="2775" b="1">
                <a:solidFill>
                  <a:srgbClr val="101D31"/>
                </a:solidFill>
                <a:latin typeface="DejaVu Sans"/>
                <a:ea typeface="DejaVu Sans"/>
                <a:cs typeface="DejaVu Sans"/>
              </a:defRPr>
            </a:lvl2pPr>
            <a:lvl3pPr algn="l">
              <a:defRPr sz="2775" b="1">
                <a:solidFill>
                  <a:srgbClr val="101D31"/>
                </a:solidFill>
                <a:latin typeface="DejaVu Sans"/>
                <a:ea typeface="DejaVu Sans"/>
                <a:cs typeface="DejaVu Sans"/>
              </a:defRPr>
            </a:lvl3pPr>
            <a:lvl4pPr algn="l">
              <a:defRPr sz="2775" b="1">
                <a:solidFill>
                  <a:srgbClr val="101D31"/>
                </a:solidFill>
                <a:latin typeface="DejaVu Sans"/>
                <a:ea typeface="DejaVu Sans"/>
                <a:cs typeface="DejaVu Sans"/>
              </a:defRPr>
            </a:lvl4pPr>
            <a:lvl5pPr algn="l">
              <a:defRPr sz="2775" b="1">
                <a:solidFill>
                  <a:srgbClr val="101D31"/>
                </a:solidFill>
                <a:latin typeface="DejaVu Sans"/>
                <a:ea typeface="DejaVu Sans"/>
                <a:cs typeface="DejaVu Sans"/>
              </a:defRPr>
            </a:lvl5pPr>
            <a:lvl6pPr algn="l">
              <a:defRPr sz="2775" b="1">
                <a:solidFill>
                  <a:srgbClr val="101D31"/>
                </a:solidFill>
                <a:latin typeface="DejaVu Sans"/>
                <a:ea typeface="DejaVu Sans"/>
                <a:cs typeface="DejaVu Sans"/>
              </a:defRPr>
            </a:lvl6pPr>
            <a:lvl7pPr algn="l">
              <a:defRPr sz="2775" b="1">
                <a:solidFill>
                  <a:srgbClr val="101D31"/>
                </a:solidFill>
                <a:latin typeface="DejaVu Sans"/>
                <a:ea typeface="DejaVu Sans"/>
                <a:cs typeface="DejaVu Sans"/>
              </a:defRPr>
            </a:lvl7pPr>
            <a:lvl8pPr algn="l">
              <a:defRPr sz="2775" b="1">
                <a:solidFill>
                  <a:srgbClr val="101D31"/>
                </a:solidFill>
                <a:latin typeface="DejaVu Sans"/>
                <a:ea typeface="DejaVu Sans"/>
                <a:cs typeface="DejaVu Sans"/>
              </a:defRPr>
            </a:lvl8pPr>
            <a:lvl9pPr algn="l">
              <a:defRPr sz="2775" b="1">
                <a:solidFill>
                  <a:srgbClr val="101D31"/>
                </a:solidFill>
                <a:latin typeface="DejaVu Sans"/>
                <a:ea typeface="DejaVu Sans"/>
                <a:cs typeface="DejaVu Sans"/>
              </a:defRPr>
            </a:lvl9pPr>
          </a:lstStyle>
          <a:p xmlns:a="http://schemas.openxmlformats.org/drawingml/2006/main">
            <a:pPr algn="l">
              <a:defRPr sz="2775" b="1">
                <a:solidFill>
                  <a:srgbClr val="101D31"/>
                </a:solidFill>
                <a:latin typeface="DejaVu Sans"/>
                <a:ea typeface="DejaVu Sans"/>
                <a:cs typeface="DejaVu Sans"/>
              </a:defRPr>
            </a:pPr>
            <a:r>
              <a:rPr sz="2775" b="1">
                <a:solidFill>
                  <a:srgbClr val="101D31"/>
                </a:solidFill>
                <a:latin typeface="DejaVu Sans"/>
                <a:ea typeface="DejaVu Sans"/>
                <a:cs typeface="DejaVu Sans"/>
              </a:rPr>
              <a:t>Οι κλάδοι του διαύλου θέλουν προσοχή</a:t>
            </a:r>
          </a:p>
        </p:txBody>
      </p:sp>
      <p:sp>
        <p:nvSpPr>
          <p:cNvPr id="3" name="s9-title-rule">
            <a:extLst xmlns:a="http://schemas.openxmlformats.org/drawingml/2006/main">
              <a:ext uri="{FF2B5EF4-FFF2-40B4-BE49-F238E27FC236}">
                <a16:creationId xmlns:a16="http://schemas.microsoft.com/office/drawing/2014/main" id="{978A0958-3080-4AE0-B54C-407C35E01122}"/>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9-subtitle">
            <a:extLst xmlns:a="http://schemas.openxmlformats.org/drawingml/2006/main">
              <a:ext uri="{FF2B5EF4-FFF2-40B4-BE49-F238E27FC236}">
                <a16:creationId xmlns:a16="http://schemas.microsoft.com/office/drawing/2014/main" id="{C7F40F0B-899D-4FAA-8257-C7F3F2E6CABF}"/>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Στον τυπικό κορμό high-speed CAN, οι σύντομοι κλάδοι βοηθούν να περιορίζονται οι ανακλάσεις.</a:t>
            </a:r>
          </a:p>
        </p:txBody>
      </p:sp>
      <p:sp>
        <p:nvSpPr>
          <p:cNvPr id="5" name="s9-short-panel">
            <a:extLst xmlns:a="http://schemas.openxmlformats.org/drawingml/2006/main">
              <a:ext uri="{FF2B5EF4-FFF2-40B4-BE49-F238E27FC236}">
                <a16:creationId xmlns:a16="http://schemas.microsoft.com/office/drawing/2014/main" id="{BBDC42BF-A8BE-43F4-BFAE-9F8A89A433EC}"/>
              </a:ext>
            </a:extLst>
          </p:cNvPr>
          <p:cNvSpPr>
            <a:spLocks xmlns:a="http://schemas.openxmlformats.org/drawingml/2006/main" noGrp="1"/>
          </p:cNvSpPr>
          <p:nvPr/>
        </p:nvSpPr>
        <p:spPr>
          <a:xfrm xmlns:a="http://schemas.openxmlformats.org/drawingml/2006/main">
            <a:off x="609600" y="2209800"/>
            <a:ext cx="5219700" cy="3143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4288">
            <a:solidFill>
              <a:srgbClr val="D6E2ED"/>
            </a:solidFill>
            <a:prstDash val="solid"/>
          </a:ln>
        </p:spPr>
      </p:sp>
      <p:sp>
        <p:nvSpPr>
          <p:cNvPr id="6" name="s9-short-title">
            <a:extLst xmlns:a="http://schemas.openxmlformats.org/drawingml/2006/main">
              <a:ext uri="{FF2B5EF4-FFF2-40B4-BE49-F238E27FC236}">
                <a16:creationId xmlns:a16="http://schemas.microsoft.com/office/drawing/2014/main" id="{E18A1704-71CA-428B-BF03-5F5F8EF21923}"/>
              </a:ext>
            </a:extLst>
          </p:cNvPr>
          <p:cNvSpPr>
            <a:spLocks xmlns:a="http://schemas.openxmlformats.org/drawingml/2006/main" noGrp="1"/>
          </p:cNvSpPr>
          <p:nvPr/>
        </p:nvSpPr>
        <p:spPr>
          <a:xfrm xmlns:a="http://schemas.openxmlformats.org/drawingml/2006/main">
            <a:off x="895350" y="2409825"/>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1D31"/>
                </a:solidFill>
                <a:latin typeface="DejaVu Sans"/>
                <a:ea typeface="DejaVu Sans"/>
                <a:cs typeface="DejaVu Sans"/>
              </a:defRPr>
            </a:defPPr>
            <a:lvl1pPr algn="l">
              <a:defRPr sz="1500" b="1">
                <a:solidFill>
                  <a:srgbClr val="101D31"/>
                </a:solidFill>
                <a:latin typeface="DejaVu Sans"/>
                <a:ea typeface="DejaVu Sans"/>
                <a:cs typeface="DejaVu Sans"/>
              </a:defRPr>
            </a:lvl1pPr>
            <a:lvl2pPr algn="l">
              <a:defRPr sz="1500" b="1">
                <a:solidFill>
                  <a:srgbClr val="101D31"/>
                </a:solidFill>
                <a:latin typeface="DejaVu Sans"/>
                <a:ea typeface="DejaVu Sans"/>
                <a:cs typeface="DejaVu Sans"/>
              </a:defRPr>
            </a:lvl2pPr>
            <a:lvl3pPr algn="l">
              <a:defRPr sz="1500" b="1">
                <a:solidFill>
                  <a:srgbClr val="101D31"/>
                </a:solidFill>
                <a:latin typeface="DejaVu Sans"/>
                <a:ea typeface="DejaVu Sans"/>
                <a:cs typeface="DejaVu Sans"/>
              </a:defRPr>
            </a:lvl3pPr>
            <a:lvl4pPr algn="l">
              <a:defRPr sz="1500" b="1">
                <a:solidFill>
                  <a:srgbClr val="101D31"/>
                </a:solidFill>
                <a:latin typeface="DejaVu Sans"/>
                <a:ea typeface="DejaVu Sans"/>
                <a:cs typeface="DejaVu Sans"/>
              </a:defRPr>
            </a:lvl4pPr>
            <a:lvl5pPr algn="l">
              <a:defRPr sz="1500" b="1">
                <a:solidFill>
                  <a:srgbClr val="101D31"/>
                </a:solidFill>
                <a:latin typeface="DejaVu Sans"/>
                <a:ea typeface="DejaVu Sans"/>
                <a:cs typeface="DejaVu Sans"/>
              </a:defRPr>
            </a:lvl5pPr>
            <a:lvl6pPr algn="l">
              <a:defRPr sz="1500" b="1">
                <a:solidFill>
                  <a:srgbClr val="101D31"/>
                </a:solidFill>
                <a:latin typeface="DejaVu Sans"/>
                <a:ea typeface="DejaVu Sans"/>
                <a:cs typeface="DejaVu Sans"/>
              </a:defRPr>
            </a:lvl6pPr>
            <a:lvl7pPr algn="l">
              <a:defRPr sz="1500" b="1">
                <a:solidFill>
                  <a:srgbClr val="101D31"/>
                </a:solidFill>
                <a:latin typeface="DejaVu Sans"/>
                <a:ea typeface="DejaVu Sans"/>
                <a:cs typeface="DejaVu Sans"/>
              </a:defRPr>
            </a:lvl7pPr>
            <a:lvl8pPr algn="l">
              <a:defRPr sz="1500" b="1">
                <a:solidFill>
                  <a:srgbClr val="101D31"/>
                </a:solidFill>
                <a:latin typeface="DejaVu Sans"/>
                <a:ea typeface="DejaVu Sans"/>
                <a:cs typeface="DejaVu Sans"/>
              </a:defRPr>
            </a:lvl8pPr>
            <a:lvl9pPr algn="l">
              <a:defRPr sz="1500" b="1">
                <a:solidFill>
                  <a:srgbClr val="101D31"/>
                </a:solidFill>
                <a:latin typeface="DejaVu Sans"/>
                <a:ea typeface="DejaVu Sans"/>
                <a:cs typeface="DejaVu Sans"/>
              </a:defRPr>
            </a:lvl9pPr>
          </a:lstStyle>
          <a:p xmlns:a="http://schemas.openxmlformats.org/drawingml/2006/main">
            <a:pPr algn="l">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ΣΥΝΤΟΜΟΙ ΚΛΑΔΟΙ</a:t>
            </a:r>
          </a:p>
        </p:txBody>
      </p:sp>
      <p:sp>
        <p:nvSpPr>
          <p:cNvPr id="7" name="s9-short-h">
            <a:extLst xmlns:a="http://schemas.openxmlformats.org/drawingml/2006/main">
              <a:ext uri="{FF2B5EF4-FFF2-40B4-BE49-F238E27FC236}">
                <a16:creationId xmlns:a16="http://schemas.microsoft.com/office/drawing/2014/main" id="{59BC6AED-538F-4BB6-8CE6-9143975FCF85}"/>
              </a:ext>
            </a:extLst>
          </p:cNvPr>
          <p:cNvSpPr>
            <a:spLocks xmlns:a="http://schemas.openxmlformats.org/drawingml/2006/main" noGrp="1"/>
          </p:cNvSpPr>
          <p:nvPr/>
        </p:nvSpPr>
        <p:spPr>
          <a:xfrm xmlns:a="http://schemas.openxmlformats.org/drawingml/2006/main">
            <a:off x="1485900" y="3495675"/>
            <a:ext cx="3676650" cy="5715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8" name="s9-short-l">
            <a:extLst xmlns:a="http://schemas.openxmlformats.org/drawingml/2006/main">
              <a:ext uri="{FF2B5EF4-FFF2-40B4-BE49-F238E27FC236}">
                <a16:creationId xmlns:a16="http://schemas.microsoft.com/office/drawing/2014/main" id="{0DA38117-1DA6-4F73-B627-E2999FD19B52}"/>
              </a:ext>
            </a:extLst>
          </p:cNvPr>
          <p:cNvSpPr>
            <a:spLocks xmlns:a="http://schemas.openxmlformats.org/drawingml/2006/main" noGrp="1"/>
          </p:cNvSpPr>
          <p:nvPr/>
        </p:nvSpPr>
        <p:spPr>
          <a:xfrm xmlns:a="http://schemas.openxmlformats.org/drawingml/2006/main">
            <a:off x="1485900" y="3933825"/>
            <a:ext cx="3676650" cy="5715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9" name="s9-short-term-left">
            <a:extLst xmlns:a="http://schemas.openxmlformats.org/drawingml/2006/main">
              <a:ext uri="{FF2B5EF4-FFF2-40B4-BE49-F238E27FC236}">
                <a16:creationId xmlns:a16="http://schemas.microsoft.com/office/drawing/2014/main" id="{77F85594-FED3-4B1F-880F-1675DE8D172C}"/>
              </a:ext>
            </a:extLst>
          </p:cNvPr>
          <p:cNvSpPr>
            <a:spLocks xmlns:a="http://schemas.openxmlformats.org/drawingml/2006/main" noGrp="1"/>
          </p:cNvSpPr>
          <p:nvPr/>
        </p:nvSpPr>
        <p:spPr>
          <a:xfrm xmlns:a="http://schemas.openxmlformats.org/drawingml/2006/main">
            <a:off x="1362075" y="3581400"/>
            <a:ext cx="171450" cy="295275"/>
          </a:xfrm>
          <a:prstGeom xmlns:a="http://schemas.openxmlformats.org/drawingml/2006/main" prst="roundRect">
            <a:avLst>
              <a:gd name="adj" fmla="val 44444"/>
            </a:avLst>
          </a:prstGeom>
          <a:solidFill xmlns:a="http://schemas.openxmlformats.org/drawingml/2006/main">
            <a:srgbClr val="FFF8E7"/>
          </a:solidFill>
          <a:ln xmlns:a="http://schemas.openxmlformats.org/drawingml/2006/main" w="14288">
            <a:solidFill>
              <a:srgbClr val="E87936"/>
            </a:solidFill>
            <a:prstDash val="solid"/>
          </a:ln>
        </p:spPr>
      </p:sp>
      <p:sp>
        <p:nvSpPr>
          <p:cNvPr id="10" name="s9-short-term-right">
            <a:extLst xmlns:a="http://schemas.openxmlformats.org/drawingml/2006/main">
              <a:ext uri="{FF2B5EF4-FFF2-40B4-BE49-F238E27FC236}">
                <a16:creationId xmlns:a16="http://schemas.microsoft.com/office/drawing/2014/main" id="{55AC0686-4EBE-4ADC-BDEE-294229523528}"/>
              </a:ext>
            </a:extLst>
          </p:cNvPr>
          <p:cNvSpPr>
            <a:spLocks xmlns:a="http://schemas.openxmlformats.org/drawingml/2006/main" noGrp="1"/>
          </p:cNvSpPr>
          <p:nvPr/>
        </p:nvSpPr>
        <p:spPr>
          <a:xfrm xmlns:a="http://schemas.openxmlformats.org/drawingml/2006/main">
            <a:off x="5162550" y="3581400"/>
            <a:ext cx="171450" cy="295275"/>
          </a:xfrm>
          <a:prstGeom xmlns:a="http://schemas.openxmlformats.org/drawingml/2006/main" prst="roundRect">
            <a:avLst>
              <a:gd name="adj" fmla="val 44444"/>
            </a:avLst>
          </a:prstGeom>
          <a:solidFill xmlns:a="http://schemas.openxmlformats.org/drawingml/2006/main">
            <a:srgbClr val="FFF8E7"/>
          </a:solidFill>
          <a:ln xmlns:a="http://schemas.openxmlformats.org/drawingml/2006/main" w="14288">
            <a:solidFill>
              <a:srgbClr val="E87936"/>
            </a:solidFill>
            <a:prstDash val="solid"/>
          </a:ln>
        </p:spPr>
      </p:sp>
      <p:sp>
        <p:nvSpPr>
          <p:cNvPr id="11" name="s9-short-stub-0">
            <a:extLst xmlns:a="http://schemas.openxmlformats.org/drawingml/2006/main">
              <a:ext uri="{FF2B5EF4-FFF2-40B4-BE49-F238E27FC236}">
                <a16:creationId xmlns:a16="http://schemas.microsoft.com/office/drawing/2014/main" id="{6F9EBF6D-8AB3-4457-8E8E-313B466C673E}"/>
              </a:ext>
            </a:extLst>
          </p:cNvPr>
          <p:cNvSpPr>
            <a:spLocks xmlns:a="http://schemas.openxmlformats.org/drawingml/2006/main" noGrp="1"/>
          </p:cNvSpPr>
          <p:nvPr/>
        </p:nvSpPr>
        <p:spPr>
          <a:xfrm xmlns:a="http://schemas.openxmlformats.org/drawingml/2006/main">
            <a:off x="2352675" y="3381375"/>
            <a:ext cx="28575" cy="3619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12" name="s9-short-ecu-0">
            <a:extLst xmlns:a="http://schemas.openxmlformats.org/drawingml/2006/main">
              <a:ext uri="{FF2B5EF4-FFF2-40B4-BE49-F238E27FC236}">
                <a16:creationId xmlns:a16="http://schemas.microsoft.com/office/drawing/2014/main" id="{E8BE4200-25D0-4E4D-8769-0AB4B56876BD}"/>
              </a:ext>
            </a:extLst>
          </p:cNvPr>
          <p:cNvSpPr>
            <a:spLocks xmlns:a="http://schemas.openxmlformats.org/drawingml/2006/main" noGrp="1"/>
          </p:cNvSpPr>
          <p:nvPr/>
        </p:nvSpPr>
        <p:spPr>
          <a:xfrm xmlns:a="http://schemas.openxmlformats.org/drawingml/2006/main">
            <a:off x="1952625" y="2828925"/>
            <a:ext cx="838200" cy="552450"/>
          </a:xfrm>
          <a:prstGeom xmlns:a="http://schemas.openxmlformats.org/drawingml/2006/main" prst="roundRect">
            <a:avLst>
              <a:gd name="adj" fmla="val 13793"/>
            </a:avLst>
          </a:prstGeom>
          <a:solidFill xmlns:a="http://schemas.openxmlformats.org/drawingml/2006/main">
            <a:srgbClr val="071426"/>
          </a:solidFill>
          <a:ln xmlns:a="http://schemas.openxmlformats.org/drawingml/2006/main" w="0">
            <a:noFill/>
            <a:prstDash val="solid"/>
          </a:ln>
        </p:spPr>
      </p:sp>
      <p:sp>
        <p:nvSpPr>
          <p:cNvPr id="13" name="s9-short-ecu-label-0">
            <a:extLst xmlns:a="http://schemas.openxmlformats.org/drawingml/2006/main">
              <a:ext uri="{FF2B5EF4-FFF2-40B4-BE49-F238E27FC236}">
                <a16:creationId xmlns:a16="http://schemas.microsoft.com/office/drawing/2014/main" id="{E549B2EC-8864-4DB3-A8AF-9048B156B9AB}"/>
              </a:ext>
            </a:extLst>
          </p:cNvPr>
          <p:cNvSpPr>
            <a:spLocks xmlns:a="http://schemas.openxmlformats.org/drawingml/2006/main" noGrp="1"/>
          </p:cNvSpPr>
          <p:nvPr/>
        </p:nvSpPr>
        <p:spPr>
          <a:xfrm xmlns:a="http://schemas.openxmlformats.org/drawingml/2006/main">
            <a:off x="2000250" y="2943225"/>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ECU 1</a:t>
            </a:r>
          </a:p>
        </p:txBody>
      </p:sp>
      <p:sp>
        <p:nvSpPr>
          <p:cNvPr id="14" name="s9-short-tap-0">
            <a:extLst xmlns:a="http://schemas.openxmlformats.org/drawingml/2006/main">
              <a:ext uri="{FF2B5EF4-FFF2-40B4-BE49-F238E27FC236}">
                <a16:creationId xmlns:a16="http://schemas.microsoft.com/office/drawing/2014/main" id="{F1FD0CB6-BB56-44A0-B2AB-17802734EC11}"/>
              </a:ext>
            </a:extLst>
          </p:cNvPr>
          <p:cNvSpPr>
            <a:spLocks xmlns:a="http://schemas.openxmlformats.org/drawingml/2006/main" noGrp="1"/>
          </p:cNvSpPr>
          <p:nvPr/>
        </p:nvSpPr>
        <p:spPr>
          <a:xfrm xmlns:a="http://schemas.openxmlformats.org/drawingml/2006/main">
            <a:off x="2295525" y="3686175"/>
            <a:ext cx="133350" cy="133350"/>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15" name="s9-short-stub-1">
            <a:extLst xmlns:a="http://schemas.openxmlformats.org/drawingml/2006/main">
              <a:ext uri="{FF2B5EF4-FFF2-40B4-BE49-F238E27FC236}">
                <a16:creationId xmlns:a16="http://schemas.microsoft.com/office/drawing/2014/main" id="{593EC6EB-9342-4745-B771-6AD3F3A6BD09}"/>
              </a:ext>
            </a:extLst>
          </p:cNvPr>
          <p:cNvSpPr>
            <a:spLocks xmlns:a="http://schemas.openxmlformats.org/drawingml/2006/main" noGrp="1"/>
          </p:cNvSpPr>
          <p:nvPr/>
        </p:nvSpPr>
        <p:spPr>
          <a:xfrm xmlns:a="http://schemas.openxmlformats.org/drawingml/2006/main">
            <a:off x="3571875" y="3381375"/>
            <a:ext cx="28575" cy="3619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16" name="s9-short-ecu-1">
            <a:extLst xmlns:a="http://schemas.openxmlformats.org/drawingml/2006/main">
              <a:ext uri="{FF2B5EF4-FFF2-40B4-BE49-F238E27FC236}">
                <a16:creationId xmlns:a16="http://schemas.microsoft.com/office/drawing/2014/main" id="{DFF09D77-464A-4450-AA24-DEB3F9061B26}"/>
              </a:ext>
            </a:extLst>
          </p:cNvPr>
          <p:cNvSpPr>
            <a:spLocks xmlns:a="http://schemas.openxmlformats.org/drawingml/2006/main" noGrp="1"/>
          </p:cNvSpPr>
          <p:nvPr/>
        </p:nvSpPr>
        <p:spPr>
          <a:xfrm xmlns:a="http://schemas.openxmlformats.org/drawingml/2006/main">
            <a:off x="3171825" y="2828925"/>
            <a:ext cx="838200" cy="552450"/>
          </a:xfrm>
          <a:prstGeom xmlns:a="http://schemas.openxmlformats.org/drawingml/2006/main" prst="roundRect">
            <a:avLst>
              <a:gd name="adj" fmla="val 13793"/>
            </a:avLst>
          </a:prstGeom>
          <a:solidFill xmlns:a="http://schemas.openxmlformats.org/drawingml/2006/main">
            <a:srgbClr val="071426"/>
          </a:solidFill>
          <a:ln xmlns:a="http://schemas.openxmlformats.org/drawingml/2006/main" w="0">
            <a:noFill/>
            <a:prstDash val="solid"/>
          </a:ln>
        </p:spPr>
      </p:sp>
      <p:sp>
        <p:nvSpPr>
          <p:cNvPr id="17" name="s9-short-ecu-label-1">
            <a:extLst xmlns:a="http://schemas.openxmlformats.org/drawingml/2006/main">
              <a:ext uri="{FF2B5EF4-FFF2-40B4-BE49-F238E27FC236}">
                <a16:creationId xmlns:a16="http://schemas.microsoft.com/office/drawing/2014/main" id="{63A992B2-F458-4574-87B6-70F499C21563}"/>
              </a:ext>
            </a:extLst>
          </p:cNvPr>
          <p:cNvSpPr>
            <a:spLocks xmlns:a="http://schemas.openxmlformats.org/drawingml/2006/main" noGrp="1"/>
          </p:cNvSpPr>
          <p:nvPr/>
        </p:nvSpPr>
        <p:spPr>
          <a:xfrm xmlns:a="http://schemas.openxmlformats.org/drawingml/2006/main">
            <a:off x="3219450" y="2943225"/>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ECU 2</a:t>
            </a:r>
          </a:p>
        </p:txBody>
      </p:sp>
      <p:sp>
        <p:nvSpPr>
          <p:cNvPr id="18" name="s9-short-tap-1">
            <a:extLst xmlns:a="http://schemas.openxmlformats.org/drawingml/2006/main">
              <a:ext uri="{FF2B5EF4-FFF2-40B4-BE49-F238E27FC236}">
                <a16:creationId xmlns:a16="http://schemas.microsoft.com/office/drawing/2014/main" id="{B0EC9BE8-14D9-436C-8E42-E9CBA06EB67E}"/>
              </a:ext>
            </a:extLst>
          </p:cNvPr>
          <p:cNvSpPr>
            <a:spLocks xmlns:a="http://schemas.openxmlformats.org/drawingml/2006/main" noGrp="1"/>
          </p:cNvSpPr>
          <p:nvPr/>
        </p:nvSpPr>
        <p:spPr>
          <a:xfrm xmlns:a="http://schemas.openxmlformats.org/drawingml/2006/main">
            <a:off x="3514725" y="3686175"/>
            <a:ext cx="133350" cy="133350"/>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19" name="s9-short-stub-2">
            <a:extLst xmlns:a="http://schemas.openxmlformats.org/drawingml/2006/main">
              <a:ext uri="{FF2B5EF4-FFF2-40B4-BE49-F238E27FC236}">
                <a16:creationId xmlns:a16="http://schemas.microsoft.com/office/drawing/2014/main" id="{FECD1AF8-8036-4C08-8F22-5AAD219F5568}"/>
              </a:ext>
            </a:extLst>
          </p:cNvPr>
          <p:cNvSpPr>
            <a:spLocks xmlns:a="http://schemas.openxmlformats.org/drawingml/2006/main" noGrp="1"/>
          </p:cNvSpPr>
          <p:nvPr/>
        </p:nvSpPr>
        <p:spPr>
          <a:xfrm xmlns:a="http://schemas.openxmlformats.org/drawingml/2006/main">
            <a:off x="4791075" y="3381375"/>
            <a:ext cx="28575" cy="3619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20" name="s9-short-ecu-2">
            <a:extLst xmlns:a="http://schemas.openxmlformats.org/drawingml/2006/main">
              <a:ext uri="{FF2B5EF4-FFF2-40B4-BE49-F238E27FC236}">
                <a16:creationId xmlns:a16="http://schemas.microsoft.com/office/drawing/2014/main" id="{A3FA9E50-2543-4F14-8055-96FB4C4EDE32}"/>
              </a:ext>
            </a:extLst>
          </p:cNvPr>
          <p:cNvSpPr>
            <a:spLocks xmlns:a="http://schemas.openxmlformats.org/drawingml/2006/main" noGrp="1"/>
          </p:cNvSpPr>
          <p:nvPr/>
        </p:nvSpPr>
        <p:spPr>
          <a:xfrm xmlns:a="http://schemas.openxmlformats.org/drawingml/2006/main">
            <a:off x="4391025" y="2828925"/>
            <a:ext cx="838200" cy="552450"/>
          </a:xfrm>
          <a:prstGeom xmlns:a="http://schemas.openxmlformats.org/drawingml/2006/main" prst="roundRect">
            <a:avLst>
              <a:gd name="adj" fmla="val 13793"/>
            </a:avLst>
          </a:prstGeom>
          <a:solidFill xmlns:a="http://schemas.openxmlformats.org/drawingml/2006/main">
            <a:srgbClr val="071426"/>
          </a:solidFill>
          <a:ln xmlns:a="http://schemas.openxmlformats.org/drawingml/2006/main" w="0">
            <a:noFill/>
            <a:prstDash val="solid"/>
          </a:ln>
        </p:spPr>
      </p:sp>
      <p:sp>
        <p:nvSpPr>
          <p:cNvPr id="21" name="s9-short-ecu-label-2">
            <a:extLst xmlns:a="http://schemas.openxmlformats.org/drawingml/2006/main">
              <a:ext uri="{FF2B5EF4-FFF2-40B4-BE49-F238E27FC236}">
                <a16:creationId xmlns:a16="http://schemas.microsoft.com/office/drawing/2014/main" id="{87D57117-982E-462D-ADFB-CF519ED68B5E}"/>
              </a:ext>
            </a:extLst>
          </p:cNvPr>
          <p:cNvSpPr>
            <a:spLocks xmlns:a="http://schemas.openxmlformats.org/drawingml/2006/main" noGrp="1"/>
          </p:cNvSpPr>
          <p:nvPr/>
        </p:nvSpPr>
        <p:spPr>
          <a:xfrm xmlns:a="http://schemas.openxmlformats.org/drawingml/2006/main">
            <a:off x="4438650" y="2943225"/>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ECU 3</a:t>
            </a:r>
          </a:p>
        </p:txBody>
      </p:sp>
      <p:sp>
        <p:nvSpPr>
          <p:cNvPr id="22" name="s9-short-tap-2">
            <a:extLst xmlns:a="http://schemas.openxmlformats.org/drawingml/2006/main">
              <a:ext uri="{FF2B5EF4-FFF2-40B4-BE49-F238E27FC236}">
                <a16:creationId xmlns:a16="http://schemas.microsoft.com/office/drawing/2014/main" id="{1F96D72C-E1AC-4AB8-BBAD-A0BD4427A32C}"/>
              </a:ext>
            </a:extLst>
          </p:cNvPr>
          <p:cNvSpPr>
            <a:spLocks xmlns:a="http://schemas.openxmlformats.org/drawingml/2006/main" noGrp="1"/>
          </p:cNvSpPr>
          <p:nvPr/>
        </p:nvSpPr>
        <p:spPr>
          <a:xfrm xmlns:a="http://schemas.openxmlformats.org/drawingml/2006/main">
            <a:off x="4733925" y="3686175"/>
            <a:ext cx="133350" cy="133350"/>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23" name="s9-short-label">
            <a:extLst xmlns:a="http://schemas.openxmlformats.org/drawingml/2006/main">
              <a:ext uri="{FF2B5EF4-FFF2-40B4-BE49-F238E27FC236}">
                <a16:creationId xmlns:a16="http://schemas.microsoft.com/office/drawing/2014/main" id="{711FD590-73A9-4A4D-8F18-F4047327A31B}"/>
              </a:ext>
            </a:extLst>
          </p:cNvPr>
          <p:cNvSpPr>
            <a:spLocks xmlns:a="http://schemas.openxmlformats.org/drawingml/2006/main" noGrp="1"/>
          </p:cNvSpPr>
          <p:nvPr/>
        </p:nvSpPr>
        <p:spPr>
          <a:xfrm xmlns:a="http://schemas.openxmlformats.org/drawingml/2006/main">
            <a:off x="895350" y="45529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01D31"/>
                </a:solidFill>
                <a:latin typeface="DejaVu Sans"/>
                <a:ea typeface="DejaVu Sans"/>
                <a:cs typeface="DejaVu Sans"/>
              </a:defRPr>
            </a:defPPr>
            <a:lvl1pPr algn="ctr">
              <a:defRPr sz="1125" b="1">
                <a:solidFill>
                  <a:srgbClr val="101D31"/>
                </a:solidFill>
                <a:latin typeface="DejaVu Sans"/>
                <a:ea typeface="DejaVu Sans"/>
                <a:cs typeface="DejaVu Sans"/>
              </a:defRPr>
            </a:lvl1pPr>
            <a:lvl2pPr algn="ctr">
              <a:defRPr sz="1125" b="1">
                <a:solidFill>
                  <a:srgbClr val="101D31"/>
                </a:solidFill>
                <a:latin typeface="DejaVu Sans"/>
                <a:ea typeface="DejaVu Sans"/>
                <a:cs typeface="DejaVu Sans"/>
              </a:defRPr>
            </a:lvl2pPr>
            <a:lvl3pPr algn="ctr">
              <a:defRPr sz="1125" b="1">
                <a:solidFill>
                  <a:srgbClr val="101D31"/>
                </a:solidFill>
                <a:latin typeface="DejaVu Sans"/>
                <a:ea typeface="DejaVu Sans"/>
                <a:cs typeface="DejaVu Sans"/>
              </a:defRPr>
            </a:lvl3pPr>
            <a:lvl4pPr algn="ctr">
              <a:defRPr sz="1125" b="1">
                <a:solidFill>
                  <a:srgbClr val="101D31"/>
                </a:solidFill>
                <a:latin typeface="DejaVu Sans"/>
                <a:ea typeface="DejaVu Sans"/>
                <a:cs typeface="DejaVu Sans"/>
              </a:defRPr>
            </a:lvl4pPr>
            <a:lvl5pPr algn="ctr">
              <a:defRPr sz="1125" b="1">
                <a:solidFill>
                  <a:srgbClr val="101D31"/>
                </a:solidFill>
                <a:latin typeface="DejaVu Sans"/>
                <a:ea typeface="DejaVu Sans"/>
                <a:cs typeface="DejaVu Sans"/>
              </a:defRPr>
            </a:lvl5pPr>
            <a:lvl6pPr algn="ctr">
              <a:defRPr sz="1125" b="1">
                <a:solidFill>
                  <a:srgbClr val="101D31"/>
                </a:solidFill>
                <a:latin typeface="DejaVu Sans"/>
                <a:ea typeface="DejaVu Sans"/>
                <a:cs typeface="DejaVu Sans"/>
              </a:defRPr>
            </a:lvl6pPr>
            <a:lvl7pPr algn="ctr">
              <a:defRPr sz="1125" b="1">
                <a:solidFill>
                  <a:srgbClr val="101D31"/>
                </a:solidFill>
                <a:latin typeface="DejaVu Sans"/>
                <a:ea typeface="DejaVu Sans"/>
                <a:cs typeface="DejaVu Sans"/>
              </a:defRPr>
            </a:lvl7pPr>
            <a:lvl8pPr algn="ctr">
              <a:defRPr sz="1125" b="1">
                <a:solidFill>
                  <a:srgbClr val="101D31"/>
                </a:solidFill>
                <a:latin typeface="DejaVu Sans"/>
                <a:ea typeface="DejaVu Sans"/>
                <a:cs typeface="DejaVu Sans"/>
              </a:defRPr>
            </a:lvl8pPr>
            <a:lvl9pPr algn="ctr">
              <a:defRPr sz="1125" b="1">
                <a:solidFill>
                  <a:srgbClr val="101D31"/>
                </a:solidFill>
                <a:latin typeface="DejaVu Sans"/>
                <a:ea typeface="DejaVu Sans"/>
                <a:cs typeface="DejaVu Sans"/>
              </a:defRPr>
            </a:lvl9pPr>
          </a:lstStyle>
          <a:p xmlns:a="http://schemas.openxmlformats.org/drawingml/2006/main">
            <a:pPr algn="ctr">
              <a:defRPr sz="1125" b="1">
                <a:solidFill>
                  <a:srgbClr val="101D31"/>
                </a:solidFill>
                <a:latin typeface="DejaVu Sans"/>
                <a:ea typeface="DejaVu Sans"/>
                <a:cs typeface="DejaVu Sans"/>
              </a:defRPr>
            </a:pPr>
            <a:r>
              <a:rPr sz="1125" b="1">
                <a:solidFill>
                  <a:srgbClr val="101D31"/>
                </a:solidFill>
                <a:latin typeface="DejaVu Sans"/>
                <a:ea typeface="DejaVu Sans"/>
                <a:cs typeface="DejaVu Sans"/>
              </a:rPr>
              <a:t>Κορμός με τερματισμό στα δύο άκρα</a:t>
            </a:r>
          </a:p>
        </p:txBody>
      </p:sp>
      <p:sp>
        <p:nvSpPr>
          <p:cNvPr id="24" name="s9-short-foot">
            <a:extLst xmlns:a="http://schemas.openxmlformats.org/drawingml/2006/main">
              <a:ext uri="{FF2B5EF4-FFF2-40B4-BE49-F238E27FC236}">
                <a16:creationId xmlns:a16="http://schemas.microsoft.com/office/drawing/2014/main" id="{8FF68E0D-1B4D-44A4-83DE-85582C5B6B22}"/>
              </a:ext>
            </a:extLst>
          </p:cNvPr>
          <p:cNvSpPr>
            <a:spLocks xmlns:a="http://schemas.openxmlformats.org/drawingml/2006/main" noGrp="1"/>
          </p:cNvSpPr>
          <p:nvPr/>
        </p:nvSpPr>
        <p:spPr>
          <a:xfrm xmlns:a="http://schemas.openxmlformats.org/drawingml/2006/main">
            <a:off x="895350" y="4914900"/>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53657A"/>
                </a:solidFill>
                <a:latin typeface="DejaVu Sans"/>
                <a:ea typeface="DejaVu Sans"/>
                <a:cs typeface="DejaVu Sans"/>
              </a:defRPr>
            </a:defPPr>
            <a:lvl1pPr algn="ctr">
              <a:defRPr sz="975" b="0">
                <a:solidFill>
                  <a:srgbClr val="53657A"/>
                </a:solidFill>
                <a:latin typeface="DejaVu Sans"/>
                <a:ea typeface="DejaVu Sans"/>
                <a:cs typeface="DejaVu Sans"/>
              </a:defRPr>
            </a:lvl1pPr>
            <a:lvl2pPr algn="ctr">
              <a:defRPr sz="975" b="0">
                <a:solidFill>
                  <a:srgbClr val="53657A"/>
                </a:solidFill>
                <a:latin typeface="DejaVu Sans"/>
                <a:ea typeface="DejaVu Sans"/>
                <a:cs typeface="DejaVu Sans"/>
              </a:defRPr>
            </a:lvl2pPr>
            <a:lvl3pPr algn="ctr">
              <a:defRPr sz="975" b="0">
                <a:solidFill>
                  <a:srgbClr val="53657A"/>
                </a:solidFill>
                <a:latin typeface="DejaVu Sans"/>
                <a:ea typeface="DejaVu Sans"/>
                <a:cs typeface="DejaVu Sans"/>
              </a:defRPr>
            </a:lvl3pPr>
            <a:lvl4pPr algn="ctr">
              <a:defRPr sz="975" b="0">
                <a:solidFill>
                  <a:srgbClr val="53657A"/>
                </a:solidFill>
                <a:latin typeface="DejaVu Sans"/>
                <a:ea typeface="DejaVu Sans"/>
                <a:cs typeface="DejaVu Sans"/>
              </a:defRPr>
            </a:lvl4pPr>
            <a:lvl5pPr algn="ctr">
              <a:defRPr sz="975" b="0">
                <a:solidFill>
                  <a:srgbClr val="53657A"/>
                </a:solidFill>
                <a:latin typeface="DejaVu Sans"/>
                <a:ea typeface="DejaVu Sans"/>
                <a:cs typeface="DejaVu Sans"/>
              </a:defRPr>
            </a:lvl5pPr>
            <a:lvl6pPr algn="ctr">
              <a:defRPr sz="975" b="0">
                <a:solidFill>
                  <a:srgbClr val="53657A"/>
                </a:solidFill>
                <a:latin typeface="DejaVu Sans"/>
                <a:ea typeface="DejaVu Sans"/>
                <a:cs typeface="DejaVu Sans"/>
              </a:defRPr>
            </a:lvl6pPr>
            <a:lvl7pPr algn="ctr">
              <a:defRPr sz="975" b="0">
                <a:solidFill>
                  <a:srgbClr val="53657A"/>
                </a:solidFill>
                <a:latin typeface="DejaVu Sans"/>
                <a:ea typeface="DejaVu Sans"/>
                <a:cs typeface="DejaVu Sans"/>
              </a:defRPr>
            </a:lvl7pPr>
            <a:lvl8pPr algn="ctr">
              <a:defRPr sz="975" b="0">
                <a:solidFill>
                  <a:srgbClr val="53657A"/>
                </a:solidFill>
                <a:latin typeface="DejaVu Sans"/>
                <a:ea typeface="DejaVu Sans"/>
                <a:cs typeface="DejaVu Sans"/>
              </a:defRPr>
            </a:lvl8pPr>
            <a:lvl9pPr algn="ctr">
              <a:defRPr sz="975" b="0">
                <a:solidFill>
                  <a:srgbClr val="53657A"/>
                </a:solidFill>
                <a:latin typeface="DejaVu Sans"/>
                <a:ea typeface="DejaVu Sans"/>
                <a:cs typeface="DejaVu Sans"/>
              </a:defRPr>
            </a:lvl9pPr>
          </a:lstStyle>
          <a:p xmlns:a="http://schemas.openxmlformats.org/drawingml/2006/main">
            <a:pPr algn="ctr">
              <a:defRPr sz="975" b="0">
                <a:solidFill>
                  <a:srgbClr val="53657A"/>
                </a:solidFill>
                <a:latin typeface="DejaVu Sans"/>
                <a:ea typeface="DejaVu Sans"/>
                <a:cs typeface="DejaVu Sans"/>
              </a:defRPr>
            </a:pPr>
            <a:r>
              <a:rPr sz="975" b="0">
                <a:solidFill>
                  <a:srgbClr val="53657A"/>
                </a:solidFill>
                <a:latin typeface="DejaVu Sans"/>
                <a:ea typeface="DejaVu Sans"/>
                <a:cs typeface="DejaVu Sans"/>
              </a:rPr>
              <a:t>CAN-H (κυανό) · CAN-L (κίτρινο) · σύντομα drop lines</a:t>
            </a:r>
          </a:p>
        </p:txBody>
      </p:sp>
      <p:sp>
        <p:nvSpPr>
          <p:cNvPr id="25" name="s9-long-panel">
            <a:extLst xmlns:a="http://schemas.openxmlformats.org/drawingml/2006/main">
              <a:ext uri="{FF2B5EF4-FFF2-40B4-BE49-F238E27FC236}">
                <a16:creationId xmlns:a16="http://schemas.microsoft.com/office/drawing/2014/main" id="{B69A0C51-BDB6-403D-B64D-F85772789AC6}"/>
              </a:ext>
            </a:extLst>
          </p:cNvPr>
          <p:cNvSpPr>
            <a:spLocks xmlns:a="http://schemas.openxmlformats.org/drawingml/2006/main" noGrp="1"/>
          </p:cNvSpPr>
          <p:nvPr/>
        </p:nvSpPr>
        <p:spPr>
          <a:xfrm xmlns:a="http://schemas.openxmlformats.org/drawingml/2006/main">
            <a:off x="6362700" y="2209800"/>
            <a:ext cx="5219700" cy="3143250"/>
          </a:xfrm>
          <a:prstGeom xmlns:a="http://schemas.openxmlformats.org/drawingml/2006/main" prst="roundRect">
            <a:avLst>
              <a:gd name="adj" fmla="val 2424"/>
            </a:avLst>
          </a:prstGeom>
          <a:solidFill xmlns:a="http://schemas.openxmlformats.org/drawingml/2006/main">
            <a:srgbClr val="071426"/>
          </a:solidFill>
          <a:ln xmlns:a="http://schemas.openxmlformats.org/drawingml/2006/main" w="0">
            <a:noFill/>
            <a:prstDash val="solid"/>
          </a:ln>
        </p:spPr>
      </p:sp>
      <p:sp>
        <p:nvSpPr>
          <p:cNvPr id="26" name="s9-long-title">
            <a:extLst xmlns:a="http://schemas.openxmlformats.org/drawingml/2006/main">
              <a:ext uri="{FF2B5EF4-FFF2-40B4-BE49-F238E27FC236}">
                <a16:creationId xmlns:a16="http://schemas.microsoft.com/office/drawing/2014/main" id="{B05D9021-A726-445C-93B4-CB77E7CDC701}"/>
              </a:ext>
            </a:extLst>
          </p:cNvPr>
          <p:cNvSpPr>
            <a:spLocks xmlns:a="http://schemas.openxmlformats.org/drawingml/2006/main" noGrp="1"/>
          </p:cNvSpPr>
          <p:nvPr/>
        </p:nvSpPr>
        <p:spPr>
          <a:xfrm xmlns:a="http://schemas.openxmlformats.org/drawingml/2006/main">
            <a:off x="6648450" y="2409825"/>
            <a:ext cx="464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FFFFF"/>
                </a:solidFill>
                <a:latin typeface="DejaVu Sans"/>
                <a:ea typeface="DejaVu Sans"/>
                <a:cs typeface="DejaVu Sans"/>
              </a:defRPr>
            </a:defPPr>
            <a:lvl1pPr algn="l">
              <a:defRPr sz="1500" b="1">
                <a:solidFill>
                  <a:srgbClr val="FFFFFF"/>
                </a:solidFill>
                <a:latin typeface="DejaVu Sans"/>
                <a:ea typeface="DejaVu Sans"/>
                <a:cs typeface="DejaVu Sans"/>
              </a:defRPr>
            </a:lvl1pPr>
            <a:lvl2pPr algn="l">
              <a:defRPr sz="1500" b="1">
                <a:solidFill>
                  <a:srgbClr val="FFFFFF"/>
                </a:solidFill>
                <a:latin typeface="DejaVu Sans"/>
                <a:ea typeface="DejaVu Sans"/>
                <a:cs typeface="DejaVu Sans"/>
              </a:defRPr>
            </a:lvl2pPr>
            <a:lvl3pPr algn="l">
              <a:defRPr sz="1500" b="1">
                <a:solidFill>
                  <a:srgbClr val="FFFFFF"/>
                </a:solidFill>
                <a:latin typeface="DejaVu Sans"/>
                <a:ea typeface="DejaVu Sans"/>
                <a:cs typeface="DejaVu Sans"/>
              </a:defRPr>
            </a:lvl3pPr>
            <a:lvl4pPr algn="l">
              <a:defRPr sz="1500" b="1">
                <a:solidFill>
                  <a:srgbClr val="FFFFFF"/>
                </a:solidFill>
                <a:latin typeface="DejaVu Sans"/>
                <a:ea typeface="DejaVu Sans"/>
                <a:cs typeface="DejaVu Sans"/>
              </a:defRPr>
            </a:lvl4pPr>
            <a:lvl5pPr algn="l">
              <a:defRPr sz="1500" b="1">
                <a:solidFill>
                  <a:srgbClr val="FFFFFF"/>
                </a:solidFill>
                <a:latin typeface="DejaVu Sans"/>
                <a:ea typeface="DejaVu Sans"/>
                <a:cs typeface="DejaVu Sans"/>
              </a:defRPr>
            </a:lvl5pPr>
            <a:lvl6pPr algn="l">
              <a:defRPr sz="1500" b="1">
                <a:solidFill>
                  <a:srgbClr val="FFFFFF"/>
                </a:solidFill>
                <a:latin typeface="DejaVu Sans"/>
                <a:ea typeface="DejaVu Sans"/>
                <a:cs typeface="DejaVu Sans"/>
              </a:defRPr>
            </a:lvl6pPr>
            <a:lvl7pPr algn="l">
              <a:defRPr sz="1500" b="1">
                <a:solidFill>
                  <a:srgbClr val="FFFFFF"/>
                </a:solidFill>
                <a:latin typeface="DejaVu Sans"/>
                <a:ea typeface="DejaVu Sans"/>
                <a:cs typeface="DejaVu Sans"/>
              </a:defRPr>
            </a:lvl7pPr>
            <a:lvl8pPr algn="l">
              <a:defRPr sz="1500" b="1">
                <a:solidFill>
                  <a:srgbClr val="FFFFFF"/>
                </a:solidFill>
                <a:latin typeface="DejaVu Sans"/>
                <a:ea typeface="DejaVu Sans"/>
                <a:cs typeface="DejaVu Sans"/>
              </a:defRPr>
            </a:lvl8pPr>
            <a:lvl9pPr algn="l">
              <a:defRPr sz="1500" b="1">
                <a:solidFill>
                  <a:srgbClr val="FFFFFF"/>
                </a:solidFill>
                <a:latin typeface="DejaVu Sans"/>
                <a:ea typeface="DejaVu Sans"/>
                <a:cs typeface="DejaVu Sans"/>
              </a:defRPr>
            </a:lvl9pPr>
          </a:lstStyle>
          <a:p xmlns:a="http://schemas.openxmlformats.org/drawingml/2006/main">
            <a:pPr algn="l">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ΜΑΚΡΙΑ DROP LINES</a:t>
            </a:r>
          </a:p>
        </p:txBody>
      </p:sp>
      <p:sp>
        <p:nvSpPr>
          <p:cNvPr id="27" name="s9-long-h">
            <a:extLst xmlns:a="http://schemas.openxmlformats.org/drawingml/2006/main">
              <a:ext uri="{FF2B5EF4-FFF2-40B4-BE49-F238E27FC236}">
                <a16:creationId xmlns:a16="http://schemas.microsoft.com/office/drawing/2014/main" id="{EA318C0C-1492-4C44-AE11-39EC9F865F61}"/>
              </a:ext>
            </a:extLst>
          </p:cNvPr>
          <p:cNvSpPr>
            <a:spLocks xmlns:a="http://schemas.openxmlformats.org/drawingml/2006/main" noGrp="1"/>
          </p:cNvSpPr>
          <p:nvPr/>
        </p:nvSpPr>
        <p:spPr>
          <a:xfrm xmlns:a="http://schemas.openxmlformats.org/drawingml/2006/main">
            <a:off x="7239000" y="4095750"/>
            <a:ext cx="3676650" cy="5715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8" name="s9-long-l">
            <a:extLst xmlns:a="http://schemas.openxmlformats.org/drawingml/2006/main">
              <a:ext uri="{FF2B5EF4-FFF2-40B4-BE49-F238E27FC236}">
                <a16:creationId xmlns:a16="http://schemas.microsoft.com/office/drawing/2014/main" id="{F6045548-7EE2-4E17-82D8-33C32B1E3879}"/>
              </a:ext>
            </a:extLst>
          </p:cNvPr>
          <p:cNvSpPr>
            <a:spLocks xmlns:a="http://schemas.openxmlformats.org/drawingml/2006/main" noGrp="1"/>
          </p:cNvSpPr>
          <p:nvPr/>
        </p:nvSpPr>
        <p:spPr>
          <a:xfrm xmlns:a="http://schemas.openxmlformats.org/drawingml/2006/main">
            <a:off x="7239000" y="4533900"/>
            <a:ext cx="3676650" cy="5715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9" name="s9-long-h-label">
            <a:extLst xmlns:a="http://schemas.openxmlformats.org/drawingml/2006/main">
              <a:ext uri="{FF2B5EF4-FFF2-40B4-BE49-F238E27FC236}">
                <a16:creationId xmlns:a16="http://schemas.microsoft.com/office/drawing/2014/main" id="{F2B23CAE-299A-4F68-BF63-A29B6F1102FA}"/>
              </a:ext>
            </a:extLst>
          </p:cNvPr>
          <p:cNvSpPr>
            <a:spLocks xmlns:a="http://schemas.openxmlformats.org/drawingml/2006/main" noGrp="1"/>
          </p:cNvSpPr>
          <p:nvPr/>
        </p:nvSpPr>
        <p:spPr>
          <a:xfrm xmlns:a="http://schemas.openxmlformats.org/drawingml/2006/main">
            <a:off x="8201025" y="38100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BFD9"/>
                </a:solidFill>
                <a:latin typeface="DejaVu Sans"/>
                <a:ea typeface="DejaVu Sans"/>
                <a:cs typeface="DejaVu Sans"/>
              </a:defRPr>
            </a:defPPr>
            <a:lvl1pPr algn="ctr">
              <a:defRPr sz="975" b="1">
                <a:solidFill>
                  <a:srgbClr val="10BFD9"/>
                </a:solidFill>
                <a:latin typeface="DejaVu Sans"/>
                <a:ea typeface="DejaVu Sans"/>
                <a:cs typeface="DejaVu Sans"/>
              </a:defRPr>
            </a:lvl1pPr>
            <a:lvl2pPr algn="ctr">
              <a:defRPr sz="975" b="1">
                <a:solidFill>
                  <a:srgbClr val="10BFD9"/>
                </a:solidFill>
                <a:latin typeface="DejaVu Sans"/>
                <a:ea typeface="DejaVu Sans"/>
                <a:cs typeface="DejaVu Sans"/>
              </a:defRPr>
            </a:lvl2pPr>
            <a:lvl3pPr algn="ctr">
              <a:defRPr sz="975" b="1">
                <a:solidFill>
                  <a:srgbClr val="10BFD9"/>
                </a:solidFill>
                <a:latin typeface="DejaVu Sans"/>
                <a:ea typeface="DejaVu Sans"/>
                <a:cs typeface="DejaVu Sans"/>
              </a:defRPr>
            </a:lvl3pPr>
            <a:lvl4pPr algn="ctr">
              <a:defRPr sz="975" b="1">
                <a:solidFill>
                  <a:srgbClr val="10BFD9"/>
                </a:solidFill>
                <a:latin typeface="DejaVu Sans"/>
                <a:ea typeface="DejaVu Sans"/>
                <a:cs typeface="DejaVu Sans"/>
              </a:defRPr>
            </a:lvl4pPr>
            <a:lvl5pPr algn="ctr">
              <a:defRPr sz="975" b="1">
                <a:solidFill>
                  <a:srgbClr val="10BFD9"/>
                </a:solidFill>
                <a:latin typeface="DejaVu Sans"/>
                <a:ea typeface="DejaVu Sans"/>
                <a:cs typeface="DejaVu Sans"/>
              </a:defRPr>
            </a:lvl5pPr>
            <a:lvl6pPr algn="ctr">
              <a:defRPr sz="975" b="1">
                <a:solidFill>
                  <a:srgbClr val="10BFD9"/>
                </a:solidFill>
                <a:latin typeface="DejaVu Sans"/>
                <a:ea typeface="DejaVu Sans"/>
                <a:cs typeface="DejaVu Sans"/>
              </a:defRPr>
            </a:lvl6pPr>
            <a:lvl7pPr algn="ctr">
              <a:defRPr sz="975" b="1">
                <a:solidFill>
                  <a:srgbClr val="10BFD9"/>
                </a:solidFill>
                <a:latin typeface="DejaVu Sans"/>
                <a:ea typeface="DejaVu Sans"/>
                <a:cs typeface="DejaVu Sans"/>
              </a:defRPr>
            </a:lvl7pPr>
            <a:lvl8pPr algn="ctr">
              <a:defRPr sz="975" b="1">
                <a:solidFill>
                  <a:srgbClr val="10BFD9"/>
                </a:solidFill>
                <a:latin typeface="DejaVu Sans"/>
                <a:ea typeface="DejaVu Sans"/>
                <a:cs typeface="DejaVu Sans"/>
              </a:defRPr>
            </a:lvl8pPr>
            <a:lvl9pPr algn="ctr">
              <a:defRPr sz="975" b="1">
                <a:solidFill>
                  <a:srgbClr val="10BFD9"/>
                </a:solidFill>
                <a:latin typeface="DejaVu Sans"/>
                <a:ea typeface="DejaVu Sans"/>
                <a:cs typeface="DejaVu Sans"/>
              </a:defRPr>
            </a:lvl9pPr>
          </a:lstStyle>
          <a:p xmlns:a="http://schemas.openxmlformats.org/drawingml/2006/main">
            <a:pPr algn="ctr">
              <a:defRPr sz="975" b="1">
                <a:solidFill>
                  <a:srgbClr val="10BFD9"/>
                </a:solidFill>
                <a:latin typeface="DejaVu Sans"/>
                <a:ea typeface="DejaVu Sans"/>
                <a:cs typeface="DejaVu Sans"/>
              </a:defRPr>
            </a:pPr>
            <a:r>
              <a:rPr sz="975" b="1">
                <a:solidFill>
                  <a:srgbClr val="10BFD9"/>
                </a:solidFill>
                <a:latin typeface="DejaVu Sans"/>
                <a:ea typeface="DejaVu Sans"/>
                <a:cs typeface="DejaVu Sans"/>
              </a:rPr>
              <a:t>CAN-H</a:t>
            </a:r>
          </a:p>
        </p:txBody>
      </p:sp>
      <p:sp>
        <p:nvSpPr>
          <p:cNvPr id="30" name="s9-long-l-label">
            <a:extLst xmlns:a="http://schemas.openxmlformats.org/drawingml/2006/main">
              <a:ext uri="{FF2B5EF4-FFF2-40B4-BE49-F238E27FC236}">
                <a16:creationId xmlns:a16="http://schemas.microsoft.com/office/drawing/2014/main" id="{7223B759-1B94-4879-8B1E-0A902353FD81}"/>
              </a:ext>
            </a:extLst>
          </p:cNvPr>
          <p:cNvSpPr>
            <a:spLocks xmlns:a="http://schemas.openxmlformats.org/drawingml/2006/main" noGrp="1"/>
          </p:cNvSpPr>
          <p:nvPr/>
        </p:nvSpPr>
        <p:spPr>
          <a:xfrm xmlns:a="http://schemas.openxmlformats.org/drawingml/2006/main">
            <a:off x="9153525" y="460057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F7B500"/>
                </a:solidFill>
                <a:latin typeface="DejaVu Sans"/>
                <a:ea typeface="DejaVu Sans"/>
                <a:cs typeface="DejaVu Sans"/>
              </a:defRPr>
            </a:defPPr>
            <a:lvl1pPr algn="ctr">
              <a:defRPr sz="975" b="1">
                <a:solidFill>
                  <a:srgbClr val="F7B500"/>
                </a:solidFill>
                <a:latin typeface="DejaVu Sans"/>
                <a:ea typeface="DejaVu Sans"/>
                <a:cs typeface="DejaVu Sans"/>
              </a:defRPr>
            </a:lvl1pPr>
            <a:lvl2pPr algn="ctr">
              <a:defRPr sz="975" b="1">
                <a:solidFill>
                  <a:srgbClr val="F7B500"/>
                </a:solidFill>
                <a:latin typeface="DejaVu Sans"/>
                <a:ea typeface="DejaVu Sans"/>
                <a:cs typeface="DejaVu Sans"/>
              </a:defRPr>
            </a:lvl2pPr>
            <a:lvl3pPr algn="ctr">
              <a:defRPr sz="975" b="1">
                <a:solidFill>
                  <a:srgbClr val="F7B500"/>
                </a:solidFill>
                <a:latin typeface="DejaVu Sans"/>
                <a:ea typeface="DejaVu Sans"/>
                <a:cs typeface="DejaVu Sans"/>
              </a:defRPr>
            </a:lvl3pPr>
            <a:lvl4pPr algn="ctr">
              <a:defRPr sz="975" b="1">
                <a:solidFill>
                  <a:srgbClr val="F7B500"/>
                </a:solidFill>
                <a:latin typeface="DejaVu Sans"/>
                <a:ea typeface="DejaVu Sans"/>
                <a:cs typeface="DejaVu Sans"/>
              </a:defRPr>
            </a:lvl4pPr>
            <a:lvl5pPr algn="ctr">
              <a:defRPr sz="975" b="1">
                <a:solidFill>
                  <a:srgbClr val="F7B500"/>
                </a:solidFill>
                <a:latin typeface="DejaVu Sans"/>
                <a:ea typeface="DejaVu Sans"/>
                <a:cs typeface="DejaVu Sans"/>
              </a:defRPr>
            </a:lvl5pPr>
            <a:lvl6pPr algn="ctr">
              <a:defRPr sz="975" b="1">
                <a:solidFill>
                  <a:srgbClr val="F7B500"/>
                </a:solidFill>
                <a:latin typeface="DejaVu Sans"/>
                <a:ea typeface="DejaVu Sans"/>
                <a:cs typeface="DejaVu Sans"/>
              </a:defRPr>
            </a:lvl6pPr>
            <a:lvl7pPr algn="ctr">
              <a:defRPr sz="975" b="1">
                <a:solidFill>
                  <a:srgbClr val="F7B500"/>
                </a:solidFill>
                <a:latin typeface="DejaVu Sans"/>
                <a:ea typeface="DejaVu Sans"/>
                <a:cs typeface="DejaVu Sans"/>
              </a:defRPr>
            </a:lvl7pPr>
            <a:lvl8pPr algn="ctr">
              <a:defRPr sz="975" b="1">
                <a:solidFill>
                  <a:srgbClr val="F7B500"/>
                </a:solidFill>
                <a:latin typeface="DejaVu Sans"/>
                <a:ea typeface="DejaVu Sans"/>
                <a:cs typeface="DejaVu Sans"/>
              </a:defRPr>
            </a:lvl8pPr>
            <a:lvl9pPr algn="ctr">
              <a:defRPr sz="975" b="1">
                <a:solidFill>
                  <a:srgbClr val="F7B500"/>
                </a:solidFill>
                <a:latin typeface="DejaVu Sans"/>
                <a:ea typeface="DejaVu Sans"/>
                <a:cs typeface="DejaVu Sans"/>
              </a:defRPr>
            </a:lvl9pPr>
          </a:lstStyle>
          <a:p xmlns:a="http://schemas.openxmlformats.org/drawingml/2006/main">
            <a:pPr algn="ct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CAN-L</a:t>
            </a:r>
          </a:p>
        </p:txBody>
      </p:sp>
      <p:sp>
        <p:nvSpPr>
          <p:cNvPr id="31" name="s9-long-term-left">
            <a:extLst xmlns:a="http://schemas.openxmlformats.org/drawingml/2006/main">
              <a:ext uri="{FF2B5EF4-FFF2-40B4-BE49-F238E27FC236}">
                <a16:creationId xmlns:a16="http://schemas.microsoft.com/office/drawing/2014/main" id="{21633B7D-8C93-4639-BAE4-E7579DE27FA1}"/>
              </a:ext>
            </a:extLst>
          </p:cNvPr>
          <p:cNvSpPr>
            <a:spLocks xmlns:a="http://schemas.openxmlformats.org/drawingml/2006/main" noGrp="1"/>
          </p:cNvSpPr>
          <p:nvPr/>
        </p:nvSpPr>
        <p:spPr>
          <a:xfrm xmlns:a="http://schemas.openxmlformats.org/drawingml/2006/main">
            <a:off x="7115175" y="4181475"/>
            <a:ext cx="171450" cy="295275"/>
          </a:xfrm>
          <a:prstGeom xmlns:a="http://schemas.openxmlformats.org/drawingml/2006/main" prst="roundRect">
            <a:avLst>
              <a:gd name="adj" fmla="val 44444"/>
            </a:avLst>
          </a:prstGeom>
          <a:solidFill xmlns:a="http://schemas.openxmlformats.org/drawingml/2006/main">
            <a:srgbClr val="FFF8E7"/>
          </a:solidFill>
          <a:ln xmlns:a="http://schemas.openxmlformats.org/drawingml/2006/main" w="14288">
            <a:solidFill>
              <a:srgbClr val="E87936"/>
            </a:solidFill>
            <a:prstDash val="solid"/>
          </a:ln>
        </p:spPr>
      </p:sp>
      <p:sp>
        <p:nvSpPr>
          <p:cNvPr id="32" name="s9-long-term-right">
            <a:extLst xmlns:a="http://schemas.openxmlformats.org/drawingml/2006/main">
              <a:ext uri="{FF2B5EF4-FFF2-40B4-BE49-F238E27FC236}">
                <a16:creationId xmlns:a16="http://schemas.microsoft.com/office/drawing/2014/main" id="{18AA5B45-75C3-458C-8C7C-A50F18AA4933}"/>
              </a:ext>
            </a:extLst>
          </p:cNvPr>
          <p:cNvSpPr>
            <a:spLocks xmlns:a="http://schemas.openxmlformats.org/drawingml/2006/main" noGrp="1"/>
          </p:cNvSpPr>
          <p:nvPr/>
        </p:nvSpPr>
        <p:spPr>
          <a:xfrm xmlns:a="http://schemas.openxmlformats.org/drawingml/2006/main">
            <a:off x="10915650" y="4181475"/>
            <a:ext cx="171450" cy="295275"/>
          </a:xfrm>
          <a:prstGeom xmlns:a="http://schemas.openxmlformats.org/drawingml/2006/main" prst="roundRect">
            <a:avLst>
              <a:gd name="adj" fmla="val 44444"/>
            </a:avLst>
          </a:prstGeom>
          <a:solidFill xmlns:a="http://schemas.openxmlformats.org/drawingml/2006/main">
            <a:srgbClr val="FFF8E7"/>
          </a:solidFill>
          <a:ln xmlns:a="http://schemas.openxmlformats.org/drawingml/2006/main" w="14288">
            <a:solidFill>
              <a:srgbClr val="E87936"/>
            </a:solidFill>
            <a:prstDash val="solid"/>
          </a:ln>
        </p:spPr>
      </p:sp>
      <p:sp>
        <p:nvSpPr>
          <p:cNvPr id="33" name="s9-long-stub-0">
            <a:extLst xmlns:a="http://schemas.openxmlformats.org/drawingml/2006/main">
              <a:ext uri="{FF2B5EF4-FFF2-40B4-BE49-F238E27FC236}">
                <a16:creationId xmlns:a16="http://schemas.microsoft.com/office/drawing/2014/main" id="{44A20348-67D8-4897-8A93-8D80AE1DDC63}"/>
              </a:ext>
            </a:extLst>
          </p:cNvPr>
          <p:cNvSpPr>
            <a:spLocks xmlns:a="http://schemas.openxmlformats.org/drawingml/2006/main" noGrp="1"/>
          </p:cNvSpPr>
          <p:nvPr/>
        </p:nvSpPr>
        <p:spPr>
          <a:xfrm xmlns:a="http://schemas.openxmlformats.org/drawingml/2006/main">
            <a:off x="8115300" y="3333750"/>
            <a:ext cx="28575" cy="981075"/>
          </a:xfrm>
          <a:prstGeom xmlns:a="http://schemas.openxmlformats.org/drawingml/2006/main" prst="rect">
            <a:avLst/>
          </a:prstGeom>
          <a:solidFill xmlns:a="http://schemas.openxmlformats.org/drawingml/2006/main">
            <a:srgbClr val="9AAABD"/>
          </a:solidFill>
          <a:ln xmlns:a="http://schemas.openxmlformats.org/drawingml/2006/main" w="0">
            <a:noFill/>
            <a:prstDash val="solid"/>
          </a:ln>
        </p:spPr>
      </p:sp>
      <p:sp>
        <p:nvSpPr>
          <p:cNvPr id="34" name="s9-long-ecu-0">
            <a:extLst xmlns:a="http://schemas.openxmlformats.org/drawingml/2006/main">
              <a:ext uri="{FF2B5EF4-FFF2-40B4-BE49-F238E27FC236}">
                <a16:creationId xmlns:a16="http://schemas.microsoft.com/office/drawing/2014/main" id="{B05CF11B-BA9B-4595-9BE1-67E075B37FF9}"/>
              </a:ext>
            </a:extLst>
          </p:cNvPr>
          <p:cNvSpPr>
            <a:spLocks xmlns:a="http://schemas.openxmlformats.org/drawingml/2006/main" noGrp="1"/>
          </p:cNvSpPr>
          <p:nvPr/>
        </p:nvSpPr>
        <p:spPr>
          <a:xfrm xmlns:a="http://schemas.openxmlformats.org/drawingml/2006/main">
            <a:off x="7715250" y="2781300"/>
            <a:ext cx="838200" cy="552450"/>
          </a:xfrm>
          <a:prstGeom xmlns:a="http://schemas.openxmlformats.org/drawingml/2006/main" prst="roundRect">
            <a:avLst>
              <a:gd name="adj" fmla="val 13793"/>
            </a:avLst>
          </a:prstGeom>
          <a:solidFill xmlns:a="http://schemas.openxmlformats.org/drawingml/2006/main">
            <a:srgbClr val="203850"/>
          </a:solidFill>
          <a:ln xmlns:a="http://schemas.openxmlformats.org/drawingml/2006/main" w="14288">
            <a:solidFill>
              <a:srgbClr val="476078"/>
            </a:solidFill>
            <a:prstDash val="solid"/>
          </a:ln>
        </p:spPr>
      </p:sp>
      <p:sp>
        <p:nvSpPr>
          <p:cNvPr id="35" name="s9-long-ecu-label-0">
            <a:extLst xmlns:a="http://schemas.openxmlformats.org/drawingml/2006/main">
              <a:ext uri="{FF2B5EF4-FFF2-40B4-BE49-F238E27FC236}">
                <a16:creationId xmlns:a16="http://schemas.microsoft.com/office/drawing/2014/main" id="{C8BBBCA7-BFC8-4055-BEED-ED528724206D}"/>
              </a:ext>
            </a:extLst>
          </p:cNvPr>
          <p:cNvSpPr>
            <a:spLocks xmlns:a="http://schemas.openxmlformats.org/drawingml/2006/main" noGrp="1"/>
          </p:cNvSpPr>
          <p:nvPr/>
        </p:nvSpPr>
        <p:spPr>
          <a:xfrm xmlns:a="http://schemas.openxmlformats.org/drawingml/2006/main">
            <a:off x="7762875" y="2895600"/>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ECU 1</a:t>
            </a:r>
          </a:p>
        </p:txBody>
      </p:sp>
      <p:sp>
        <p:nvSpPr>
          <p:cNvPr id="36" name="s9-long-tap-0">
            <a:extLst xmlns:a="http://schemas.openxmlformats.org/drawingml/2006/main">
              <a:ext uri="{FF2B5EF4-FFF2-40B4-BE49-F238E27FC236}">
                <a16:creationId xmlns:a16="http://schemas.microsoft.com/office/drawing/2014/main" id="{C9A89DD1-C0A2-4415-ACB2-FD2B50D54579}"/>
              </a:ext>
            </a:extLst>
          </p:cNvPr>
          <p:cNvSpPr>
            <a:spLocks xmlns:a="http://schemas.openxmlformats.org/drawingml/2006/main" noGrp="1"/>
          </p:cNvSpPr>
          <p:nvPr/>
        </p:nvSpPr>
        <p:spPr>
          <a:xfrm xmlns:a="http://schemas.openxmlformats.org/drawingml/2006/main">
            <a:off x="8058150" y="4286250"/>
            <a:ext cx="133350" cy="133350"/>
          </a:xfrm>
          <a:prstGeom xmlns:a="http://schemas.openxmlformats.org/drawingml/2006/main" prst="ellipse">
            <a:avLst/>
          </a:prstGeom>
          <a:solidFill xmlns:a="http://schemas.openxmlformats.org/drawingml/2006/main">
            <a:srgbClr val="E87936"/>
          </a:solidFill>
          <a:ln xmlns:a="http://schemas.openxmlformats.org/drawingml/2006/main" w="0">
            <a:noFill/>
            <a:prstDash val="solid"/>
          </a:ln>
        </p:spPr>
      </p:sp>
      <p:sp>
        <p:nvSpPr>
          <p:cNvPr id="37" name="s9-long-stub-1">
            <a:extLst xmlns:a="http://schemas.openxmlformats.org/drawingml/2006/main">
              <a:ext uri="{FF2B5EF4-FFF2-40B4-BE49-F238E27FC236}">
                <a16:creationId xmlns:a16="http://schemas.microsoft.com/office/drawing/2014/main" id="{E40B9CE4-3AE6-4523-A81F-0A6DB53B8994}"/>
              </a:ext>
            </a:extLst>
          </p:cNvPr>
          <p:cNvSpPr>
            <a:spLocks xmlns:a="http://schemas.openxmlformats.org/drawingml/2006/main" noGrp="1"/>
          </p:cNvSpPr>
          <p:nvPr/>
        </p:nvSpPr>
        <p:spPr>
          <a:xfrm xmlns:a="http://schemas.openxmlformats.org/drawingml/2006/main">
            <a:off x="9334500" y="3333750"/>
            <a:ext cx="28575" cy="981075"/>
          </a:xfrm>
          <a:prstGeom xmlns:a="http://schemas.openxmlformats.org/drawingml/2006/main" prst="rect">
            <a:avLst/>
          </a:prstGeom>
          <a:solidFill xmlns:a="http://schemas.openxmlformats.org/drawingml/2006/main">
            <a:srgbClr val="9AAABD"/>
          </a:solidFill>
          <a:ln xmlns:a="http://schemas.openxmlformats.org/drawingml/2006/main" w="0">
            <a:noFill/>
            <a:prstDash val="solid"/>
          </a:ln>
        </p:spPr>
      </p:sp>
      <p:sp>
        <p:nvSpPr>
          <p:cNvPr id="38" name="s9-long-ecu-1">
            <a:extLst xmlns:a="http://schemas.openxmlformats.org/drawingml/2006/main">
              <a:ext uri="{FF2B5EF4-FFF2-40B4-BE49-F238E27FC236}">
                <a16:creationId xmlns:a16="http://schemas.microsoft.com/office/drawing/2014/main" id="{2928E895-EA5F-48DD-8BD9-40DDE9EACABF}"/>
              </a:ext>
            </a:extLst>
          </p:cNvPr>
          <p:cNvSpPr>
            <a:spLocks xmlns:a="http://schemas.openxmlformats.org/drawingml/2006/main" noGrp="1"/>
          </p:cNvSpPr>
          <p:nvPr/>
        </p:nvSpPr>
        <p:spPr>
          <a:xfrm xmlns:a="http://schemas.openxmlformats.org/drawingml/2006/main">
            <a:off x="8934450" y="2781300"/>
            <a:ext cx="838200" cy="552450"/>
          </a:xfrm>
          <a:prstGeom xmlns:a="http://schemas.openxmlformats.org/drawingml/2006/main" prst="roundRect">
            <a:avLst>
              <a:gd name="adj" fmla="val 13793"/>
            </a:avLst>
          </a:prstGeom>
          <a:solidFill xmlns:a="http://schemas.openxmlformats.org/drawingml/2006/main">
            <a:srgbClr val="203850"/>
          </a:solidFill>
          <a:ln xmlns:a="http://schemas.openxmlformats.org/drawingml/2006/main" w="14288">
            <a:solidFill>
              <a:srgbClr val="476078"/>
            </a:solidFill>
            <a:prstDash val="solid"/>
          </a:ln>
        </p:spPr>
      </p:sp>
      <p:sp>
        <p:nvSpPr>
          <p:cNvPr id="39" name="s9-long-ecu-label-1">
            <a:extLst xmlns:a="http://schemas.openxmlformats.org/drawingml/2006/main">
              <a:ext uri="{FF2B5EF4-FFF2-40B4-BE49-F238E27FC236}">
                <a16:creationId xmlns:a16="http://schemas.microsoft.com/office/drawing/2014/main" id="{C760E749-078C-45DF-B6EE-F365F1A9017D}"/>
              </a:ext>
            </a:extLst>
          </p:cNvPr>
          <p:cNvSpPr>
            <a:spLocks xmlns:a="http://schemas.openxmlformats.org/drawingml/2006/main" noGrp="1"/>
          </p:cNvSpPr>
          <p:nvPr/>
        </p:nvSpPr>
        <p:spPr>
          <a:xfrm xmlns:a="http://schemas.openxmlformats.org/drawingml/2006/main">
            <a:off x="8982075" y="2895600"/>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ECU 2</a:t>
            </a:r>
          </a:p>
        </p:txBody>
      </p:sp>
      <p:sp>
        <p:nvSpPr>
          <p:cNvPr id="40" name="s9-long-tap-1">
            <a:extLst xmlns:a="http://schemas.openxmlformats.org/drawingml/2006/main">
              <a:ext uri="{FF2B5EF4-FFF2-40B4-BE49-F238E27FC236}">
                <a16:creationId xmlns:a16="http://schemas.microsoft.com/office/drawing/2014/main" id="{DD0E5A32-64AB-4980-8C1F-A623BA957F44}"/>
              </a:ext>
            </a:extLst>
          </p:cNvPr>
          <p:cNvSpPr>
            <a:spLocks xmlns:a="http://schemas.openxmlformats.org/drawingml/2006/main" noGrp="1"/>
          </p:cNvSpPr>
          <p:nvPr/>
        </p:nvSpPr>
        <p:spPr>
          <a:xfrm xmlns:a="http://schemas.openxmlformats.org/drawingml/2006/main">
            <a:off x="9277350" y="4286250"/>
            <a:ext cx="133350" cy="133350"/>
          </a:xfrm>
          <a:prstGeom xmlns:a="http://schemas.openxmlformats.org/drawingml/2006/main" prst="ellipse">
            <a:avLst/>
          </a:prstGeom>
          <a:solidFill xmlns:a="http://schemas.openxmlformats.org/drawingml/2006/main">
            <a:srgbClr val="E87936"/>
          </a:solidFill>
          <a:ln xmlns:a="http://schemas.openxmlformats.org/drawingml/2006/main" w="0">
            <a:noFill/>
            <a:prstDash val="solid"/>
          </a:ln>
        </p:spPr>
      </p:sp>
      <p:sp>
        <p:nvSpPr>
          <p:cNvPr id="41" name="s9-long-stub-2">
            <a:extLst xmlns:a="http://schemas.openxmlformats.org/drawingml/2006/main">
              <a:ext uri="{FF2B5EF4-FFF2-40B4-BE49-F238E27FC236}">
                <a16:creationId xmlns:a16="http://schemas.microsoft.com/office/drawing/2014/main" id="{35D10588-DC3B-41BC-A94C-674E2DCD8071}"/>
              </a:ext>
            </a:extLst>
          </p:cNvPr>
          <p:cNvSpPr>
            <a:spLocks xmlns:a="http://schemas.openxmlformats.org/drawingml/2006/main" noGrp="1"/>
          </p:cNvSpPr>
          <p:nvPr/>
        </p:nvSpPr>
        <p:spPr>
          <a:xfrm xmlns:a="http://schemas.openxmlformats.org/drawingml/2006/main">
            <a:off x="10553700" y="3333750"/>
            <a:ext cx="28575" cy="981075"/>
          </a:xfrm>
          <a:prstGeom xmlns:a="http://schemas.openxmlformats.org/drawingml/2006/main" prst="rect">
            <a:avLst/>
          </a:prstGeom>
          <a:solidFill xmlns:a="http://schemas.openxmlformats.org/drawingml/2006/main">
            <a:srgbClr val="9AAABD"/>
          </a:solidFill>
          <a:ln xmlns:a="http://schemas.openxmlformats.org/drawingml/2006/main" w="0">
            <a:noFill/>
            <a:prstDash val="solid"/>
          </a:ln>
        </p:spPr>
      </p:sp>
      <p:sp>
        <p:nvSpPr>
          <p:cNvPr id="42" name="s9-long-ecu-2">
            <a:extLst xmlns:a="http://schemas.openxmlformats.org/drawingml/2006/main">
              <a:ext uri="{FF2B5EF4-FFF2-40B4-BE49-F238E27FC236}">
                <a16:creationId xmlns:a16="http://schemas.microsoft.com/office/drawing/2014/main" id="{E5E17F76-6649-49F2-9FF4-04EBE16790A5}"/>
              </a:ext>
            </a:extLst>
          </p:cNvPr>
          <p:cNvSpPr>
            <a:spLocks xmlns:a="http://schemas.openxmlformats.org/drawingml/2006/main" noGrp="1"/>
          </p:cNvSpPr>
          <p:nvPr/>
        </p:nvSpPr>
        <p:spPr>
          <a:xfrm xmlns:a="http://schemas.openxmlformats.org/drawingml/2006/main">
            <a:off x="10153650" y="2781300"/>
            <a:ext cx="838200" cy="552450"/>
          </a:xfrm>
          <a:prstGeom xmlns:a="http://schemas.openxmlformats.org/drawingml/2006/main" prst="roundRect">
            <a:avLst>
              <a:gd name="adj" fmla="val 13793"/>
            </a:avLst>
          </a:prstGeom>
          <a:solidFill xmlns:a="http://schemas.openxmlformats.org/drawingml/2006/main">
            <a:srgbClr val="203850"/>
          </a:solidFill>
          <a:ln xmlns:a="http://schemas.openxmlformats.org/drawingml/2006/main" w="14288">
            <a:solidFill>
              <a:srgbClr val="476078"/>
            </a:solidFill>
            <a:prstDash val="solid"/>
          </a:ln>
        </p:spPr>
      </p:sp>
      <p:sp>
        <p:nvSpPr>
          <p:cNvPr id="43" name="s9-long-ecu-label-2">
            <a:extLst xmlns:a="http://schemas.openxmlformats.org/drawingml/2006/main">
              <a:ext uri="{FF2B5EF4-FFF2-40B4-BE49-F238E27FC236}">
                <a16:creationId xmlns:a16="http://schemas.microsoft.com/office/drawing/2014/main" id="{8A86B84A-834F-43CB-B71B-F8DBB4105A3D}"/>
              </a:ext>
            </a:extLst>
          </p:cNvPr>
          <p:cNvSpPr>
            <a:spLocks xmlns:a="http://schemas.openxmlformats.org/drawingml/2006/main" noGrp="1"/>
          </p:cNvSpPr>
          <p:nvPr/>
        </p:nvSpPr>
        <p:spPr>
          <a:xfrm xmlns:a="http://schemas.openxmlformats.org/drawingml/2006/main">
            <a:off x="10201275" y="2895600"/>
            <a:ext cx="74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ECU 3</a:t>
            </a:r>
          </a:p>
        </p:txBody>
      </p:sp>
      <p:sp>
        <p:nvSpPr>
          <p:cNvPr id="44" name="s9-long-tap-2">
            <a:extLst xmlns:a="http://schemas.openxmlformats.org/drawingml/2006/main">
              <a:ext uri="{FF2B5EF4-FFF2-40B4-BE49-F238E27FC236}">
                <a16:creationId xmlns:a16="http://schemas.microsoft.com/office/drawing/2014/main" id="{260BA063-4D0C-448B-B349-C2AC5691B60E}"/>
              </a:ext>
            </a:extLst>
          </p:cNvPr>
          <p:cNvSpPr>
            <a:spLocks xmlns:a="http://schemas.openxmlformats.org/drawingml/2006/main" noGrp="1"/>
          </p:cNvSpPr>
          <p:nvPr/>
        </p:nvSpPr>
        <p:spPr>
          <a:xfrm xmlns:a="http://schemas.openxmlformats.org/drawingml/2006/main">
            <a:off x="10496550" y="4286250"/>
            <a:ext cx="133350" cy="133350"/>
          </a:xfrm>
          <a:prstGeom xmlns:a="http://schemas.openxmlformats.org/drawingml/2006/main" prst="ellipse">
            <a:avLst/>
          </a:prstGeom>
          <a:solidFill xmlns:a="http://schemas.openxmlformats.org/drawingml/2006/main">
            <a:srgbClr val="E87936"/>
          </a:solidFill>
          <a:ln xmlns:a="http://schemas.openxmlformats.org/drawingml/2006/main" w="0">
            <a:noFill/>
            <a:prstDash val="solid"/>
          </a:ln>
        </p:spPr>
      </p:sp>
      <p:sp>
        <p:nvSpPr>
          <p:cNvPr id="45" name="s9-long-label">
            <a:extLst xmlns:a="http://schemas.openxmlformats.org/drawingml/2006/main">
              <a:ext uri="{FF2B5EF4-FFF2-40B4-BE49-F238E27FC236}">
                <a16:creationId xmlns:a16="http://schemas.microsoft.com/office/drawing/2014/main" id="{695CB0A2-81AA-4F91-BDE2-04161E6C46FA}"/>
              </a:ext>
            </a:extLst>
          </p:cNvPr>
          <p:cNvSpPr>
            <a:spLocks xmlns:a="http://schemas.openxmlformats.org/drawingml/2006/main" noGrp="1"/>
          </p:cNvSpPr>
          <p:nvPr/>
        </p:nvSpPr>
        <p:spPr>
          <a:xfrm xmlns:a="http://schemas.openxmlformats.org/drawingml/2006/main">
            <a:off x="6648450" y="4914900"/>
            <a:ext cx="464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D3DFEC"/>
                </a:solidFill>
                <a:latin typeface="DejaVu Sans"/>
                <a:ea typeface="DejaVu Sans"/>
                <a:cs typeface="DejaVu Sans"/>
              </a:defRPr>
            </a:defPPr>
            <a:lvl1pPr algn="ctr">
              <a:defRPr sz="1050" b="0">
                <a:solidFill>
                  <a:srgbClr val="D3DFEC"/>
                </a:solidFill>
                <a:latin typeface="DejaVu Sans"/>
                <a:ea typeface="DejaVu Sans"/>
                <a:cs typeface="DejaVu Sans"/>
              </a:defRPr>
            </a:lvl1pPr>
            <a:lvl2pPr algn="ctr">
              <a:defRPr sz="1050" b="0">
                <a:solidFill>
                  <a:srgbClr val="D3DFEC"/>
                </a:solidFill>
                <a:latin typeface="DejaVu Sans"/>
                <a:ea typeface="DejaVu Sans"/>
                <a:cs typeface="DejaVu Sans"/>
              </a:defRPr>
            </a:lvl2pPr>
            <a:lvl3pPr algn="ctr">
              <a:defRPr sz="1050" b="0">
                <a:solidFill>
                  <a:srgbClr val="D3DFEC"/>
                </a:solidFill>
                <a:latin typeface="DejaVu Sans"/>
                <a:ea typeface="DejaVu Sans"/>
                <a:cs typeface="DejaVu Sans"/>
              </a:defRPr>
            </a:lvl3pPr>
            <a:lvl4pPr algn="ctr">
              <a:defRPr sz="1050" b="0">
                <a:solidFill>
                  <a:srgbClr val="D3DFEC"/>
                </a:solidFill>
                <a:latin typeface="DejaVu Sans"/>
                <a:ea typeface="DejaVu Sans"/>
                <a:cs typeface="DejaVu Sans"/>
              </a:defRPr>
            </a:lvl4pPr>
            <a:lvl5pPr algn="ctr">
              <a:defRPr sz="1050" b="0">
                <a:solidFill>
                  <a:srgbClr val="D3DFEC"/>
                </a:solidFill>
                <a:latin typeface="DejaVu Sans"/>
                <a:ea typeface="DejaVu Sans"/>
                <a:cs typeface="DejaVu Sans"/>
              </a:defRPr>
            </a:lvl5pPr>
            <a:lvl6pPr algn="ctr">
              <a:defRPr sz="1050" b="0">
                <a:solidFill>
                  <a:srgbClr val="D3DFEC"/>
                </a:solidFill>
                <a:latin typeface="DejaVu Sans"/>
                <a:ea typeface="DejaVu Sans"/>
                <a:cs typeface="DejaVu Sans"/>
              </a:defRPr>
            </a:lvl6pPr>
            <a:lvl7pPr algn="ctr">
              <a:defRPr sz="1050" b="0">
                <a:solidFill>
                  <a:srgbClr val="D3DFEC"/>
                </a:solidFill>
                <a:latin typeface="DejaVu Sans"/>
                <a:ea typeface="DejaVu Sans"/>
                <a:cs typeface="DejaVu Sans"/>
              </a:defRPr>
            </a:lvl7pPr>
            <a:lvl8pPr algn="ctr">
              <a:defRPr sz="1050" b="0">
                <a:solidFill>
                  <a:srgbClr val="D3DFEC"/>
                </a:solidFill>
                <a:latin typeface="DejaVu Sans"/>
                <a:ea typeface="DejaVu Sans"/>
                <a:cs typeface="DejaVu Sans"/>
              </a:defRPr>
            </a:lvl8pPr>
            <a:lvl9pPr algn="ctr">
              <a:defRPr sz="1050" b="0">
                <a:solidFill>
                  <a:srgbClr val="D3DFEC"/>
                </a:solidFill>
                <a:latin typeface="DejaVu Sans"/>
                <a:ea typeface="DejaVu Sans"/>
                <a:cs typeface="DejaVu Sans"/>
              </a:defRPr>
            </a:lvl9pPr>
          </a:lstStyle>
          <a:p xmlns:a="http://schemas.openxmlformats.org/drawingml/2006/main">
            <a:pPr algn="ctr">
              <a:defRPr sz="1050" b="0">
                <a:solidFill>
                  <a:srgbClr val="D3DFEC"/>
                </a:solidFill>
                <a:latin typeface="DejaVu Sans"/>
                <a:ea typeface="DejaVu Sans"/>
                <a:cs typeface="DejaVu Sans"/>
              </a:defRPr>
            </a:pPr>
            <a:r>
              <a:rPr sz="1050" b="0">
                <a:solidFill>
                  <a:srgbClr val="D3DFEC"/>
                </a:solidFill>
                <a:latin typeface="DejaVu Sans"/>
                <a:ea typeface="DejaVu Sans"/>
                <a:cs typeface="DejaVu Sans"/>
              </a:rPr>
              <a:t>Μακριές διακλαδώσεις αυξάνουν την πιθανότητα ανακλάσεων.</a:t>
            </a:r>
          </a:p>
        </p:txBody>
      </p:sp>
      <p:sp>
        <p:nvSpPr>
          <p:cNvPr id="46" name="s9-takeaway">
            <a:extLst xmlns:a="http://schemas.openxmlformats.org/drawingml/2006/main">
              <a:ext uri="{FF2B5EF4-FFF2-40B4-BE49-F238E27FC236}">
                <a16:creationId xmlns:a16="http://schemas.microsoft.com/office/drawing/2014/main" id="{B4262BB1-12B2-460D-99FF-D57699B3BE01}"/>
              </a:ext>
            </a:extLst>
          </p:cNvPr>
          <p:cNvSpPr>
            <a:spLocks xmlns:a="http://schemas.openxmlformats.org/drawingml/2006/main" noGrp="1"/>
          </p:cNvSpPr>
          <p:nvPr/>
        </p:nvSpPr>
        <p:spPr>
          <a:xfrm xmlns:a="http://schemas.openxmlformats.org/drawingml/2006/main">
            <a:off x="609600" y="5581650"/>
            <a:ext cx="10972800" cy="590550"/>
          </a:xfrm>
          <a:prstGeom xmlns:a="http://schemas.openxmlformats.org/drawingml/2006/main" prst="roundRect">
            <a:avLst>
              <a:gd name="adj" fmla="val 12903"/>
            </a:avLst>
          </a:prstGeom>
          <a:solidFill xmlns:a="http://schemas.openxmlformats.org/drawingml/2006/main">
            <a:srgbClr val="E4F7FA"/>
          </a:solidFill>
          <a:ln xmlns:a="http://schemas.openxmlformats.org/drawingml/2006/main" w="9525">
            <a:solidFill>
              <a:srgbClr val="C5E8ED"/>
            </a:solidFill>
            <a:prstDash val="solid"/>
          </a:ln>
        </p:spPr>
      </p:sp>
      <p:sp>
        <p:nvSpPr>
          <p:cNvPr id="47" name="s9-takeaway-text">
            <a:extLst xmlns:a="http://schemas.openxmlformats.org/drawingml/2006/main">
              <a:ext uri="{FF2B5EF4-FFF2-40B4-BE49-F238E27FC236}">
                <a16:creationId xmlns:a16="http://schemas.microsoft.com/office/drawing/2014/main" id="{94E1A6A1-114A-4311-ABFA-2BD8DC90C2FF}"/>
              </a:ext>
            </a:extLst>
          </p:cNvPr>
          <p:cNvSpPr>
            <a:spLocks xmlns:a="http://schemas.openxmlformats.org/drawingml/2006/main" noGrp="1"/>
          </p:cNvSpPr>
          <p:nvPr/>
        </p:nvSpPr>
        <p:spPr>
          <a:xfrm xmlns:a="http://schemas.openxmlformats.org/drawingml/2006/main">
            <a:off x="819150" y="5657850"/>
            <a:ext cx="10553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Κρατάμε τις διακλαδώσεις όσο γίνεται σύντομες· το ringing αξιολογείται μαζί με τερματισμό και σύνδεση μέτρησης.</a:t>
            </a:r>
          </a:p>
        </p:txBody>
      </p:sp>
      <p:sp>
        <p:nvSpPr>
          <p:cNvPr id="48" name="s9-note">
            <a:extLst xmlns:a="http://schemas.openxmlformats.org/drawingml/2006/main">
              <a:ext uri="{FF2B5EF4-FFF2-40B4-BE49-F238E27FC236}">
                <a16:creationId xmlns:a16="http://schemas.microsoft.com/office/drawing/2014/main" id="{60C4A6EA-63CD-433B-9AD4-02F535868977}"/>
              </a:ext>
            </a:extLst>
          </p:cNvPr>
          <p:cNvSpPr>
            <a:spLocks xmlns:a="http://schemas.openxmlformats.org/drawingml/2006/main" noGrp="1"/>
          </p:cNvSpPr>
          <p:nvPr/>
        </p:nvSpPr>
        <p:spPr>
          <a:xfrm xmlns:a="http://schemas.openxmlformats.org/drawingml/2006/main">
            <a:off x="609600" y="62388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Ενδεικτικό σχήμα high-speed CAN· οι επιτρεπόμενες διατάξεις και αποστάσεις εξαρτώνται από το σύστημα.</a:t>
            </a:r>
          </a:p>
        </p:txBody>
      </p:sp>
      <p:sp>
        <p:nvSpPr>
          <p:cNvPr id="49" name="s9-footer">
            <a:extLst xmlns:a="http://schemas.openxmlformats.org/drawingml/2006/main">
              <a:ext uri="{FF2B5EF4-FFF2-40B4-BE49-F238E27FC236}">
                <a16:creationId xmlns:a16="http://schemas.microsoft.com/office/drawing/2014/main" id="{A729F6C2-B847-457B-9938-2AEAB9339311}"/>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50" name="s9-page-number">
            <a:extLst xmlns:a="http://schemas.openxmlformats.org/drawingml/2006/main">
              <a:ext uri="{FF2B5EF4-FFF2-40B4-BE49-F238E27FC236}">
                <a16:creationId xmlns:a16="http://schemas.microsoft.com/office/drawing/2014/main" id="{27A87D54-8898-466F-9663-33C5325EFAFC}"/>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09</a:t>
            </a:r>
          </a:p>
        </p:txBody>
      </p:sp>
    </p:spTree>
    <p:extLst>
      <p:ext uri="{BB962C8B-B14F-4D97-AF65-F5344CB8AC3E}">
        <p14:creationId xmlns:p14="http://schemas.microsoft.com/office/powerpoint/2010/main" val="1087738810"/>
      </p:ext>
    </p:extLst>
  </p:cSld>
</p:sld>
</file>

<file path=ppt/slides/slide10.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2" name="s10-kicker">
            <a:extLst xmlns:a="http://schemas.openxmlformats.org/drawingml/2006/main">
              <a:ext uri="{FF2B5EF4-FFF2-40B4-BE49-F238E27FC236}">
                <a16:creationId xmlns:a16="http://schemas.microsoft.com/office/drawing/2014/main" id="{0B6B9168-6C7C-484C-8827-282009270296}"/>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0-title">
            <a:extLst xmlns:a="http://schemas.openxmlformats.org/drawingml/2006/main">
              <a:ext uri="{FF2B5EF4-FFF2-40B4-BE49-F238E27FC236}">
                <a16:creationId xmlns:a16="http://schemas.microsoft.com/office/drawing/2014/main" id="{2B011346-BE89-4BA6-AEE2-5AE8259F8B65}"/>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101D31"/>
                </a:solidFill>
                <a:latin typeface="DejaVu Sans"/>
                <a:ea typeface="DejaVu Sans"/>
                <a:cs typeface="DejaVu Sans"/>
              </a:defRPr>
            </a:defPPr>
            <a:lvl1pPr algn="l">
              <a:defRPr sz="2625" b="1">
                <a:solidFill>
                  <a:srgbClr val="101D31"/>
                </a:solidFill>
                <a:latin typeface="DejaVu Sans"/>
                <a:ea typeface="DejaVu Sans"/>
                <a:cs typeface="DejaVu Sans"/>
              </a:defRPr>
            </a:lvl1pPr>
            <a:lvl2pPr algn="l">
              <a:defRPr sz="2625" b="1">
                <a:solidFill>
                  <a:srgbClr val="101D31"/>
                </a:solidFill>
                <a:latin typeface="DejaVu Sans"/>
                <a:ea typeface="DejaVu Sans"/>
                <a:cs typeface="DejaVu Sans"/>
              </a:defRPr>
            </a:lvl2pPr>
            <a:lvl3pPr algn="l">
              <a:defRPr sz="2625" b="1">
                <a:solidFill>
                  <a:srgbClr val="101D31"/>
                </a:solidFill>
                <a:latin typeface="DejaVu Sans"/>
                <a:ea typeface="DejaVu Sans"/>
                <a:cs typeface="DejaVu Sans"/>
              </a:defRPr>
            </a:lvl3pPr>
            <a:lvl4pPr algn="l">
              <a:defRPr sz="2625" b="1">
                <a:solidFill>
                  <a:srgbClr val="101D31"/>
                </a:solidFill>
                <a:latin typeface="DejaVu Sans"/>
                <a:ea typeface="DejaVu Sans"/>
                <a:cs typeface="DejaVu Sans"/>
              </a:defRPr>
            </a:lvl4pPr>
            <a:lvl5pPr algn="l">
              <a:defRPr sz="2625" b="1">
                <a:solidFill>
                  <a:srgbClr val="101D31"/>
                </a:solidFill>
                <a:latin typeface="DejaVu Sans"/>
                <a:ea typeface="DejaVu Sans"/>
                <a:cs typeface="DejaVu Sans"/>
              </a:defRPr>
            </a:lvl5pPr>
            <a:lvl6pPr algn="l">
              <a:defRPr sz="2625" b="1">
                <a:solidFill>
                  <a:srgbClr val="101D31"/>
                </a:solidFill>
                <a:latin typeface="DejaVu Sans"/>
                <a:ea typeface="DejaVu Sans"/>
                <a:cs typeface="DejaVu Sans"/>
              </a:defRPr>
            </a:lvl6pPr>
            <a:lvl7pPr algn="l">
              <a:defRPr sz="2625" b="1">
                <a:solidFill>
                  <a:srgbClr val="101D31"/>
                </a:solidFill>
                <a:latin typeface="DejaVu Sans"/>
                <a:ea typeface="DejaVu Sans"/>
                <a:cs typeface="DejaVu Sans"/>
              </a:defRPr>
            </a:lvl7pPr>
            <a:lvl8pPr algn="l">
              <a:defRPr sz="2625" b="1">
                <a:solidFill>
                  <a:srgbClr val="101D31"/>
                </a:solidFill>
                <a:latin typeface="DejaVu Sans"/>
                <a:ea typeface="DejaVu Sans"/>
                <a:cs typeface="DejaVu Sans"/>
              </a:defRPr>
            </a:lvl8pPr>
            <a:lvl9pPr algn="l">
              <a:defRPr sz="2625" b="1">
                <a:solidFill>
                  <a:srgbClr val="101D31"/>
                </a:solidFill>
                <a:latin typeface="DejaVu Sans"/>
                <a:ea typeface="DejaVu Sans"/>
                <a:cs typeface="DejaVu Sans"/>
              </a:defRPr>
            </a:lvl9pPr>
          </a:lstStyle>
          <a:p xmlns:a="http://schemas.openxmlformats.org/drawingml/2006/main">
            <a:pPr algn="l">
              <a:defRPr sz="2625" b="1">
                <a:solidFill>
                  <a:srgbClr val="101D31"/>
                </a:solidFill>
                <a:latin typeface="DejaVu Sans"/>
                <a:ea typeface="DejaVu Sans"/>
                <a:cs typeface="DejaVu Sans"/>
              </a:defRPr>
            </a:pPr>
            <a:r>
              <a:rPr sz="2625" b="1">
                <a:solidFill>
                  <a:srgbClr val="101D31"/>
                </a:solidFill>
                <a:latin typeface="DejaVu Sans"/>
                <a:ea typeface="DejaVu Sans"/>
                <a:cs typeface="DejaVu Sans"/>
              </a:rPr>
              <a:t>Γιατί 120 Ω στο άκρο, αλλά 60 Ω στη μέτρηση;</a:t>
            </a:r>
          </a:p>
        </p:txBody>
      </p:sp>
      <p:sp>
        <p:nvSpPr>
          <p:cNvPr id="3" name="s10-title-rule">
            <a:extLst xmlns:a="http://schemas.openxmlformats.org/drawingml/2006/main">
              <a:ext uri="{FF2B5EF4-FFF2-40B4-BE49-F238E27FC236}">
                <a16:creationId xmlns:a16="http://schemas.microsoft.com/office/drawing/2014/main" id="{73FF66B5-6CEA-4890-9027-78B511AC2F8B}"/>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0-subtitle">
            <a:extLst xmlns:a="http://schemas.openxmlformats.org/drawingml/2006/main">
              <a:ext uri="{FF2B5EF4-FFF2-40B4-BE49-F238E27FC236}">
                <a16:creationId xmlns:a16="http://schemas.microsoft.com/office/drawing/2014/main" id="{59538694-8DC1-4516-BC57-A5837A31740D}"/>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A"/>
                </a:solidFill>
                <a:latin typeface="DejaVu Sans"/>
                <a:ea typeface="DejaVu Sans"/>
                <a:cs typeface="DejaVu Sans"/>
              </a:defRPr>
            </a:defPPr>
            <a:lvl1pPr algn="l">
              <a:defRPr sz="1500" b="0">
                <a:solidFill>
                  <a:srgbClr val="53657A"/>
                </a:solidFill>
                <a:latin typeface="DejaVu Sans"/>
                <a:ea typeface="DejaVu Sans"/>
                <a:cs typeface="DejaVu Sans"/>
              </a:defRPr>
            </a:lvl1pPr>
            <a:lvl2pPr algn="l">
              <a:defRPr sz="1500" b="0">
                <a:solidFill>
                  <a:srgbClr val="53657A"/>
                </a:solidFill>
                <a:latin typeface="DejaVu Sans"/>
                <a:ea typeface="DejaVu Sans"/>
                <a:cs typeface="DejaVu Sans"/>
              </a:defRPr>
            </a:lvl2pPr>
            <a:lvl3pPr algn="l">
              <a:defRPr sz="1500" b="0">
                <a:solidFill>
                  <a:srgbClr val="53657A"/>
                </a:solidFill>
                <a:latin typeface="DejaVu Sans"/>
                <a:ea typeface="DejaVu Sans"/>
                <a:cs typeface="DejaVu Sans"/>
              </a:defRPr>
            </a:lvl3pPr>
            <a:lvl4pPr algn="l">
              <a:defRPr sz="1500" b="0">
                <a:solidFill>
                  <a:srgbClr val="53657A"/>
                </a:solidFill>
                <a:latin typeface="DejaVu Sans"/>
                <a:ea typeface="DejaVu Sans"/>
                <a:cs typeface="DejaVu Sans"/>
              </a:defRPr>
            </a:lvl4pPr>
            <a:lvl5pPr algn="l">
              <a:defRPr sz="1500" b="0">
                <a:solidFill>
                  <a:srgbClr val="53657A"/>
                </a:solidFill>
                <a:latin typeface="DejaVu Sans"/>
                <a:ea typeface="DejaVu Sans"/>
                <a:cs typeface="DejaVu Sans"/>
              </a:defRPr>
            </a:lvl5pPr>
            <a:lvl6pPr algn="l">
              <a:defRPr sz="1500" b="0">
                <a:solidFill>
                  <a:srgbClr val="53657A"/>
                </a:solidFill>
                <a:latin typeface="DejaVu Sans"/>
                <a:ea typeface="DejaVu Sans"/>
                <a:cs typeface="DejaVu Sans"/>
              </a:defRPr>
            </a:lvl6pPr>
            <a:lvl7pPr algn="l">
              <a:defRPr sz="1500" b="0">
                <a:solidFill>
                  <a:srgbClr val="53657A"/>
                </a:solidFill>
                <a:latin typeface="DejaVu Sans"/>
                <a:ea typeface="DejaVu Sans"/>
                <a:cs typeface="DejaVu Sans"/>
              </a:defRPr>
            </a:lvl7pPr>
            <a:lvl8pPr algn="l">
              <a:defRPr sz="1500" b="0">
                <a:solidFill>
                  <a:srgbClr val="53657A"/>
                </a:solidFill>
                <a:latin typeface="DejaVu Sans"/>
                <a:ea typeface="DejaVu Sans"/>
                <a:cs typeface="DejaVu Sans"/>
              </a:defRPr>
            </a:lvl8pPr>
            <a:lvl9pPr algn="l">
              <a:defRPr sz="1500" b="0">
                <a:solidFill>
                  <a:srgbClr val="53657A"/>
                </a:solidFill>
                <a:latin typeface="DejaVu Sans"/>
                <a:ea typeface="DejaVu Sans"/>
                <a:cs typeface="DejaVu Sans"/>
              </a:defRPr>
            </a:lvl9pPr>
          </a:lstStyle>
          <a:p xmlns:a="http://schemas.openxmlformats.org/drawingml/2006/main">
            <a:pPr algn="l">
              <a:defRPr sz="1500" b="0">
                <a:solidFill>
                  <a:srgbClr val="53657A"/>
                </a:solidFill>
                <a:latin typeface="DejaVu Sans"/>
                <a:ea typeface="DejaVu Sans"/>
                <a:cs typeface="DejaVu Sans"/>
              </a:defRPr>
            </a:pPr>
            <a:r>
              <a:rPr sz="1500" b="0">
                <a:solidFill>
                  <a:srgbClr val="53657A"/>
                </a:solidFill>
                <a:latin typeface="DejaVu Sans"/>
                <a:ea typeface="DejaVu Sans"/>
                <a:cs typeface="DejaVu Sans"/>
              </a:rPr>
              <a:t>Δύο διαφορετικές έννοιες που συχνά μπερδεύονται στον έλεγχο του CAN.</a:t>
            </a:r>
          </a:p>
        </p:txBody>
      </p:sp>
      <p:sp>
        <p:nvSpPr>
          <p:cNvPr id="5" name="s10-impedance-card">
            <a:extLst xmlns:a="http://schemas.openxmlformats.org/drawingml/2006/main">
              <a:ext uri="{FF2B5EF4-FFF2-40B4-BE49-F238E27FC236}">
                <a16:creationId xmlns:a16="http://schemas.microsoft.com/office/drawing/2014/main" id="{D503C63A-C910-46D4-8AAA-4EC43FDC6192}"/>
              </a:ext>
            </a:extLst>
          </p:cNvPr>
          <p:cNvSpPr>
            <a:spLocks xmlns:a="http://schemas.openxmlformats.org/drawingml/2006/main" noGrp="1"/>
          </p:cNvSpPr>
          <p:nvPr/>
        </p:nvSpPr>
        <p:spPr>
          <a:xfrm xmlns:a="http://schemas.openxmlformats.org/drawingml/2006/main">
            <a:off x="609600" y="2209800"/>
            <a:ext cx="5219700" cy="3009900"/>
          </a:xfrm>
          <a:prstGeom xmlns:a="http://schemas.openxmlformats.org/drawingml/2006/main" prst="roundRect">
            <a:avLst>
              <a:gd name="adj" fmla="val 2532"/>
            </a:avLst>
          </a:prstGeom>
          <a:solidFill xmlns:a="http://schemas.openxmlformats.org/drawingml/2006/main">
            <a:srgbClr val="071426"/>
          </a:solidFill>
          <a:ln xmlns:a="http://schemas.openxmlformats.org/drawingml/2006/main" w="0">
            <a:noFill/>
            <a:prstDash val="solid"/>
          </a:ln>
        </p:spPr>
      </p:sp>
      <p:sp>
        <p:nvSpPr>
          <p:cNvPr id="6" name="s10-impedance-heading">
            <a:extLst xmlns:a="http://schemas.openxmlformats.org/drawingml/2006/main">
              <a:ext uri="{FF2B5EF4-FFF2-40B4-BE49-F238E27FC236}">
                <a16:creationId xmlns:a16="http://schemas.microsoft.com/office/drawing/2014/main" id="{EDE4DE43-D953-424D-9DCF-0B5786042F8E}"/>
              </a:ext>
            </a:extLst>
          </p:cNvPr>
          <p:cNvSpPr>
            <a:spLocks xmlns:a="http://schemas.openxmlformats.org/drawingml/2006/main" noGrp="1"/>
          </p:cNvSpPr>
          <p:nvPr/>
        </p:nvSpPr>
        <p:spPr>
          <a:xfrm xmlns:a="http://schemas.openxmlformats.org/drawingml/2006/main">
            <a:off x="895350" y="24384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ΧΑΡΑΚΤΗΡΙΣΤΙΚΗ ΑΝΤΙΣΤΑΣΗ</a:t>
            </a:r>
          </a:p>
        </p:txBody>
      </p:sp>
      <p:sp>
        <p:nvSpPr>
          <p:cNvPr id="7" name="s10-z0">
            <a:extLst xmlns:a="http://schemas.openxmlformats.org/drawingml/2006/main">
              <a:ext uri="{FF2B5EF4-FFF2-40B4-BE49-F238E27FC236}">
                <a16:creationId xmlns:a16="http://schemas.microsoft.com/office/drawing/2014/main" id="{090A5F24-999D-4E9D-9F71-32A97CE6A5C2}"/>
              </a:ext>
            </a:extLst>
          </p:cNvPr>
          <p:cNvSpPr>
            <a:spLocks xmlns:a="http://schemas.openxmlformats.org/drawingml/2006/main" noGrp="1"/>
          </p:cNvSpPr>
          <p:nvPr/>
        </p:nvSpPr>
        <p:spPr>
          <a:xfrm xmlns:a="http://schemas.openxmlformats.org/drawingml/2006/main">
            <a:off x="895350" y="2867025"/>
            <a:ext cx="4648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550" b="1">
                <a:solidFill>
                  <a:srgbClr val="FFFFFF"/>
                </a:solidFill>
                <a:latin typeface="DejaVu Sans"/>
                <a:ea typeface="DejaVu Sans"/>
                <a:cs typeface="DejaVu Sans"/>
              </a:defRPr>
            </a:defPPr>
            <a:lvl1pPr algn="ctr">
              <a:defRPr sz="2550" b="1">
                <a:solidFill>
                  <a:srgbClr val="FFFFFF"/>
                </a:solidFill>
                <a:latin typeface="DejaVu Sans"/>
                <a:ea typeface="DejaVu Sans"/>
                <a:cs typeface="DejaVu Sans"/>
              </a:defRPr>
            </a:lvl1pPr>
            <a:lvl2pPr algn="ctr">
              <a:defRPr sz="2550" b="1">
                <a:solidFill>
                  <a:srgbClr val="FFFFFF"/>
                </a:solidFill>
                <a:latin typeface="DejaVu Sans"/>
                <a:ea typeface="DejaVu Sans"/>
                <a:cs typeface="DejaVu Sans"/>
              </a:defRPr>
            </a:lvl2pPr>
            <a:lvl3pPr algn="ctr">
              <a:defRPr sz="2550" b="1">
                <a:solidFill>
                  <a:srgbClr val="FFFFFF"/>
                </a:solidFill>
                <a:latin typeface="DejaVu Sans"/>
                <a:ea typeface="DejaVu Sans"/>
                <a:cs typeface="DejaVu Sans"/>
              </a:defRPr>
            </a:lvl3pPr>
            <a:lvl4pPr algn="ctr">
              <a:defRPr sz="2550" b="1">
                <a:solidFill>
                  <a:srgbClr val="FFFFFF"/>
                </a:solidFill>
                <a:latin typeface="DejaVu Sans"/>
                <a:ea typeface="DejaVu Sans"/>
                <a:cs typeface="DejaVu Sans"/>
              </a:defRPr>
            </a:lvl4pPr>
            <a:lvl5pPr algn="ctr">
              <a:defRPr sz="2550" b="1">
                <a:solidFill>
                  <a:srgbClr val="FFFFFF"/>
                </a:solidFill>
                <a:latin typeface="DejaVu Sans"/>
                <a:ea typeface="DejaVu Sans"/>
                <a:cs typeface="DejaVu Sans"/>
              </a:defRPr>
            </a:lvl5pPr>
            <a:lvl6pPr algn="ctr">
              <a:defRPr sz="2550" b="1">
                <a:solidFill>
                  <a:srgbClr val="FFFFFF"/>
                </a:solidFill>
                <a:latin typeface="DejaVu Sans"/>
                <a:ea typeface="DejaVu Sans"/>
                <a:cs typeface="DejaVu Sans"/>
              </a:defRPr>
            </a:lvl6pPr>
            <a:lvl7pPr algn="ctr">
              <a:defRPr sz="2550" b="1">
                <a:solidFill>
                  <a:srgbClr val="FFFFFF"/>
                </a:solidFill>
                <a:latin typeface="DejaVu Sans"/>
                <a:ea typeface="DejaVu Sans"/>
                <a:cs typeface="DejaVu Sans"/>
              </a:defRPr>
            </a:lvl7pPr>
            <a:lvl8pPr algn="ctr">
              <a:defRPr sz="2550" b="1">
                <a:solidFill>
                  <a:srgbClr val="FFFFFF"/>
                </a:solidFill>
                <a:latin typeface="DejaVu Sans"/>
                <a:ea typeface="DejaVu Sans"/>
                <a:cs typeface="DejaVu Sans"/>
              </a:defRPr>
            </a:lvl8pPr>
            <a:lvl9pPr algn="ctr">
              <a:defRPr sz="2550" b="1">
                <a:solidFill>
                  <a:srgbClr val="FFFFFF"/>
                </a:solidFill>
                <a:latin typeface="DejaVu Sans"/>
                <a:ea typeface="DejaVu Sans"/>
                <a:cs typeface="DejaVu Sans"/>
              </a:defRPr>
            </a:lvl9pPr>
          </a:lstStyle>
          <a:p xmlns:a="http://schemas.openxmlformats.org/drawingml/2006/main">
            <a:pPr algn="ct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Z₀ ≈ 120 Ω</a:t>
            </a:r>
          </a:p>
        </p:txBody>
      </p:sp>
      <p:sp>
        <p:nvSpPr>
          <p:cNvPr id="8" name="s10-cable-h">
            <a:extLst xmlns:a="http://schemas.openxmlformats.org/drawingml/2006/main">
              <a:ext uri="{FF2B5EF4-FFF2-40B4-BE49-F238E27FC236}">
                <a16:creationId xmlns:a16="http://schemas.microsoft.com/office/drawing/2014/main" id="{9BC94ECE-409B-4B22-836C-574A8B029CFD}"/>
              </a:ext>
            </a:extLst>
          </p:cNvPr>
          <p:cNvSpPr>
            <a:spLocks xmlns:a="http://schemas.openxmlformats.org/drawingml/2006/main" noGrp="1"/>
          </p:cNvSpPr>
          <p:nvPr/>
        </p:nvSpPr>
        <p:spPr>
          <a:xfrm xmlns:a="http://schemas.openxmlformats.org/drawingml/2006/main">
            <a:off x="1390650" y="3714750"/>
            <a:ext cx="2438400" cy="6667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9" name="s10-cable-l">
            <a:extLst xmlns:a="http://schemas.openxmlformats.org/drawingml/2006/main">
              <a:ext uri="{FF2B5EF4-FFF2-40B4-BE49-F238E27FC236}">
                <a16:creationId xmlns:a16="http://schemas.microsoft.com/office/drawing/2014/main" id="{23A0605C-90E0-40ED-91CD-3CB7F3CF1C2B}"/>
              </a:ext>
            </a:extLst>
          </p:cNvPr>
          <p:cNvSpPr>
            <a:spLocks xmlns:a="http://schemas.openxmlformats.org/drawingml/2006/main" noGrp="1"/>
          </p:cNvSpPr>
          <p:nvPr/>
        </p:nvSpPr>
        <p:spPr>
          <a:xfrm xmlns:a="http://schemas.openxmlformats.org/drawingml/2006/main">
            <a:off x="1390650" y="4171950"/>
            <a:ext cx="2438400" cy="666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0" name="s10-cable-h-label">
            <a:extLst xmlns:a="http://schemas.openxmlformats.org/drawingml/2006/main">
              <a:ext uri="{FF2B5EF4-FFF2-40B4-BE49-F238E27FC236}">
                <a16:creationId xmlns:a16="http://schemas.microsoft.com/office/drawing/2014/main" id="{E7A2841E-FF04-46BE-9F53-2A40C219A2B8}"/>
              </a:ext>
            </a:extLst>
          </p:cNvPr>
          <p:cNvSpPr>
            <a:spLocks xmlns:a="http://schemas.openxmlformats.org/drawingml/2006/main" noGrp="1"/>
          </p:cNvSpPr>
          <p:nvPr/>
        </p:nvSpPr>
        <p:spPr>
          <a:xfrm xmlns:a="http://schemas.openxmlformats.org/drawingml/2006/main">
            <a:off x="3914775" y="3609975"/>
            <a:ext cx="800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10BFD9"/>
                </a:solidFill>
                <a:latin typeface="DejaVu Sans"/>
                <a:ea typeface="DejaVu Sans"/>
                <a:cs typeface="DejaVu Sans"/>
              </a:defRPr>
            </a:defPPr>
            <a:lvl1pPr algn="l">
              <a:defRPr sz="1050" b="1">
                <a:solidFill>
                  <a:srgbClr val="10BFD9"/>
                </a:solidFill>
                <a:latin typeface="DejaVu Sans"/>
                <a:ea typeface="DejaVu Sans"/>
                <a:cs typeface="DejaVu Sans"/>
              </a:defRPr>
            </a:lvl1pPr>
            <a:lvl2pPr algn="l">
              <a:defRPr sz="1050" b="1">
                <a:solidFill>
                  <a:srgbClr val="10BFD9"/>
                </a:solidFill>
                <a:latin typeface="DejaVu Sans"/>
                <a:ea typeface="DejaVu Sans"/>
                <a:cs typeface="DejaVu Sans"/>
              </a:defRPr>
            </a:lvl2pPr>
            <a:lvl3pPr algn="l">
              <a:defRPr sz="1050" b="1">
                <a:solidFill>
                  <a:srgbClr val="10BFD9"/>
                </a:solidFill>
                <a:latin typeface="DejaVu Sans"/>
                <a:ea typeface="DejaVu Sans"/>
                <a:cs typeface="DejaVu Sans"/>
              </a:defRPr>
            </a:lvl3pPr>
            <a:lvl4pPr algn="l">
              <a:defRPr sz="1050" b="1">
                <a:solidFill>
                  <a:srgbClr val="10BFD9"/>
                </a:solidFill>
                <a:latin typeface="DejaVu Sans"/>
                <a:ea typeface="DejaVu Sans"/>
                <a:cs typeface="DejaVu Sans"/>
              </a:defRPr>
            </a:lvl4pPr>
            <a:lvl5pPr algn="l">
              <a:defRPr sz="1050" b="1">
                <a:solidFill>
                  <a:srgbClr val="10BFD9"/>
                </a:solidFill>
                <a:latin typeface="DejaVu Sans"/>
                <a:ea typeface="DejaVu Sans"/>
                <a:cs typeface="DejaVu Sans"/>
              </a:defRPr>
            </a:lvl5pPr>
            <a:lvl6pPr algn="l">
              <a:defRPr sz="1050" b="1">
                <a:solidFill>
                  <a:srgbClr val="10BFD9"/>
                </a:solidFill>
                <a:latin typeface="DejaVu Sans"/>
                <a:ea typeface="DejaVu Sans"/>
                <a:cs typeface="DejaVu Sans"/>
              </a:defRPr>
            </a:lvl6pPr>
            <a:lvl7pPr algn="l">
              <a:defRPr sz="1050" b="1">
                <a:solidFill>
                  <a:srgbClr val="10BFD9"/>
                </a:solidFill>
                <a:latin typeface="DejaVu Sans"/>
                <a:ea typeface="DejaVu Sans"/>
                <a:cs typeface="DejaVu Sans"/>
              </a:defRPr>
            </a:lvl7pPr>
            <a:lvl8pPr algn="l">
              <a:defRPr sz="1050" b="1">
                <a:solidFill>
                  <a:srgbClr val="10BFD9"/>
                </a:solidFill>
                <a:latin typeface="DejaVu Sans"/>
                <a:ea typeface="DejaVu Sans"/>
                <a:cs typeface="DejaVu Sans"/>
              </a:defRPr>
            </a:lvl8pPr>
            <a:lvl9pPr algn="l">
              <a:defRPr sz="1050" b="1">
                <a:solidFill>
                  <a:srgbClr val="10BFD9"/>
                </a:solidFill>
                <a:latin typeface="DejaVu Sans"/>
                <a:ea typeface="DejaVu Sans"/>
                <a:cs typeface="DejaVu Sans"/>
              </a:defRPr>
            </a:lvl9pPr>
          </a:lstStyle>
          <a:p xmlns:a="http://schemas.openxmlformats.org/drawingml/2006/main">
            <a:pPr algn="l">
              <a:defRPr sz="1050" b="1">
                <a:solidFill>
                  <a:srgbClr val="10BFD9"/>
                </a:solidFill>
                <a:latin typeface="DejaVu Sans"/>
                <a:ea typeface="DejaVu Sans"/>
                <a:cs typeface="DejaVu Sans"/>
              </a:defRPr>
            </a:pPr>
            <a:r>
              <a:rPr sz="1050" b="1">
                <a:solidFill>
                  <a:srgbClr val="10BFD9"/>
                </a:solidFill>
                <a:latin typeface="DejaVu Sans"/>
                <a:ea typeface="DejaVu Sans"/>
                <a:cs typeface="DejaVu Sans"/>
              </a:rPr>
              <a:t>CAN-H</a:t>
            </a:r>
          </a:p>
        </p:txBody>
      </p:sp>
      <p:sp>
        <p:nvSpPr>
          <p:cNvPr id="11" name="s10-cable-l-label">
            <a:extLst xmlns:a="http://schemas.openxmlformats.org/drawingml/2006/main">
              <a:ext uri="{FF2B5EF4-FFF2-40B4-BE49-F238E27FC236}">
                <a16:creationId xmlns:a16="http://schemas.microsoft.com/office/drawing/2014/main" id="{05059819-0523-4682-90DD-DFF6D5C98C54}"/>
              </a:ext>
            </a:extLst>
          </p:cNvPr>
          <p:cNvSpPr>
            <a:spLocks xmlns:a="http://schemas.openxmlformats.org/drawingml/2006/main" noGrp="1"/>
          </p:cNvSpPr>
          <p:nvPr/>
        </p:nvSpPr>
        <p:spPr>
          <a:xfrm xmlns:a="http://schemas.openxmlformats.org/drawingml/2006/main">
            <a:off x="3914775" y="4086225"/>
            <a:ext cx="800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87500"/>
                </a:solidFill>
                <a:latin typeface="DejaVu Sans"/>
                <a:ea typeface="DejaVu Sans"/>
                <a:cs typeface="DejaVu Sans"/>
              </a:defRPr>
            </a:defPPr>
            <a:lvl1pPr algn="l">
              <a:defRPr sz="1050" b="1">
                <a:solidFill>
                  <a:srgbClr val="A87500"/>
                </a:solidFill>
                <a:latin typeface="DejaVu Sans"/>
                <a:ea typeface="DejaVu Sans"/>
                <a:cs typeface="DejaVu Sans"/>
              </a:defRPr>
            </a:lvl1pPr>
            <a:lvl2pPr algn="l">
              <a:defRPr sz="1050" b="1">
                <a:solidFill>
                  <a:srgbClr val="A87500"/>
                </a:solidFill>
                <a:latin typeface="DejaVu Sans"/>
                <a:ea typeface="DejaVu Sans"/>
                <a:cs typeface="DejaVu Sans"/>
              </a:defRPr>
            </a:lvl2pPr>
            <a:lvl3pPr algn="l">
              <a:defRPr sz="1050" b="1">
                <a:solidFill>
                  <a:srgbClr val="A87500"/>
                </a:solidFill>
                <a:latin typeface="DejaVu Sans"/>
                <a:ea typeface="DejaVu Sans"/>
                <a:cs typeface="DejaVu Sans"/>
              </a:defRPr>
            </a:lvl3pPr>
            <a:lvl4pPr algn="l">
              <a:defRPr sz="1050" b="1">
                <a:solidFill>
                  <a:srgbClr val="A87500"/>
                </a:solidFill>
                <a:latin typeface="DejaVu Sans"/>
                <a:ea typeface="DejaVu Sans"/>
                <a:cs typeface="DejaVu Sans"/>
              </a:defRPr>
            </a:lvl4pPr>
            <a:lvl5pPr algn="l">
              <a:defRPr sz="1050" b="1">
                <a:solidFill>
                  <a:srgbClr val="A87500"/>
                </a:solidFill>
                <a:latin typeface="DejaVu Sans"/>
                <a:ea typeface="DejaVu Sans"/>
                <a:cs typeface="DejaVu Sans"/>
              </a:defRPr>
            </a:lvl5pPr>
            <a:lvl6pPr algn="l">
              <a:defRPr sz="1050" b="1">
                <a:solidFill>
                  <a:srgbClr val="A87500"/>
                </a:solidFill>
                <a:latin typeface="DejaVu Sans"/>
                <a:ea typeface="DejaVu Sans"/>
                <a:cs typeface="DejaVu Sans"/>
              </a:defRPr>
            </a:lvl6pPr>
            <a:lvl7pPr algn="l">
              <a:defRPr sz="1050" b="1">
                <a:solidFill>
                  <a:srgbClr val="A87500"/>
                </a:solidFill>
                <a:latin typeface="DejaVu Sans"/>
                <a:ea typeface="DejaVu Sans"/>
                <a:cs typeface="DejaVu Sans"/>
              </a:defRPr>
            </a:lvl7pPr>
            <a:lvl8pPr algn="l">
              <a:defRPr sz="1050" b="1">
                <a:solidFill>
                  <a:srgbClr val="A87500"/>
                </a:solidFill>
                <a:latin typeface="DejaVu Sans"/>
                <a:ea typeface="DejaVu Sans"/>
                <a:cs typeface="DejaVu Sans"/>
              </a:defRPr>
            </a:lvl8pPr>
            <a:lvl9pPr algn="l">
              <a:defRPr sz="1050" b="1">
                <a:solidFill>
                  <a:srgbClr val="A87500"/>
                </a:solidFill>
                <a:latin typeface="DejaVu Sans"/>
                <a:ea typeface="DejaVu Sans"/>
                <a:cs typeface="DejaVu Sans"/>
              </a:defRPr>
            </a:lvl9pPr>
          </a:lstStyle>
          <a:p xmlns:a="http://schemas.openxmlformats.org/drawingml/2006/main">
            <a:pPr algn="l">
              <a:defRPr sz="1050" b="1">
                <a:solidFill>
                  <a:srgbClr val="A87500"/>
                </a:solidFill>
                <a:latin typeface="DejaVu Sans"/>
                <a:ea typeface="DejaVu Sans"/>
                <a:cs typeface="DejaVu Sans"/>
              </a:defRPr>
            </a:pPr>
            <a:r>
              <a:rPr sz="1050" b="1">
                <a:solidFill>
                  <a:srgbClr val="A87500"/>
                </a:solidFill>
                <a:latin typeface="DejaVu Sans"/>
                <a:ea typeface="DejaVu Sans"/>
                <a:cs typeface="DejaVu Sans"/>
              </a:rPr>
              <a:t>CAN-L</a:t>
            </a:r>
          </a:p>
        </p:txBody>
      </p:sp>
      <p:sp>
        <p:nvSpPr>
          <p:cNvPr id="12" name="s10-z0-note">
            <a:extLst xmlns:a="http://schemas.openxmlformats.org/drawingml/2006/main">
              <a:ext uri="{FF2B5EF4-FFF2-40B4-BE49-F238E27FC236}">
                <a16:creationId xmlns:a16="http://schemas.microsoft.com/office/drawing/2014/main" id="{E7FE7F2E-7631-4FD2-814B-D5E0D8E6E623}"/>
              </a:ext>
            </a:extLst>
          </p:cNvPr>
          <p:cNvSpPr>
            <a:spLocks xmlns:a="http://schemas.openxmlformats.org/drawingml/2006/main" noGrp="1"/>
          </p:cNvSpPr>
          <p:nvPr/>
        </p:nvSpPr>
        <p:spPr>
          <a:xfrm xmlns:a="http://schemas.openxmlformats.org/drawingml/2006/main">
            <a:off x="895350" y="4552950"/>
            <a:ext cx="4648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FFFFFF"/>
                </a:solidFill>
                <a:latin typeface="DejaVu Sans"/>
                <a:ea typeface="DejaVu Sans"/>
                <a:cs typeface="DejaVu Sans"/>
              </a:defRPr>
            </a:defPPr>
            <a:lvl1pPr algn="ctr">
              <a:defRPr sz="1125" b="0">
                <a:solidFill>
                  <a:srgbClr val="FFFFFF"/>
                </a:solidFill>
                <a:latin typeface="DejaVu Sans"/>
                <a:ea typeface="DejaVu Sans"/>
                <a:cs typeface="DejaVu Sans"/>
              </a:defRPr>
            </a:lvl1pPr>
            <a:lvl2pPr algn="ctr">
              <a:defRPr sz="1125" b="0">
                <a:solidFill>
                  <a:srgbClr val="FFFFFF"/>
                </a:solidFill>
                <a:latin typeface="DejaVu Sans"/>
                <a:ea typeface="DejaVu Sans"/>
                <a:cs typeface="DejaVu Sans"/>
              </a:defRPr>
            </a:lvl2pPr>
            <a:lvl3pPr algn="ctr">
              <a:defRPr sz="1125" b="0">
                <a:solidFill>
                  <a:srgbClr val="FFFFFF"/>
                </a:solidFill>
                <a:latin typeface="DejaVu Sans"/>
                <a:ea typeface="DejaVu Sans"/>
                <a:cs typeface="DejaVu Sans"/>
              </a:defRPr>
            </a:lvl3pPr>
            <a:lvl4pPr algn="ctr">
              <a:defRPr sz="1125" b="0">
                <a:solidFill>
                  <a:srgbClr val="FFFFFF"/>
                </a:solidFill>
                <a:latin typeface="DejaVu Sans"/>
                <a:ea typeface="DejaVu Sans"/>
                <a:cs typeface="DejaVu Sans"/>
              </a:defRPr>
            </a:lvl4pPr>
            <a:lvl5pPr algn="ctr">
              <a:defRPr sz="1125" b="0">
                <a:solidFill>
                  <a:srgbClr val="FFFFFF"/>
                </a:solidFill>
                <a:latin typeface="DejaVu Sans"/>
                <a:ea typeface="DejaVu Sans"/>
                <a:cs typeface="DejaVu Sans"/>
              </a:defRPr>
            </a:lvl5pPr>
            <a:lvl6pPr algn="ctr">
              <a:defRPr sz="1125" b="0">
                <a:solidFill>
                  <a:srgbClr val="FFFFFF"/>
                </a:solidFill>
                <a:latin typeface="DejaVu Sans"/>
                <a:ea typeface="DejaVu Sans"/>
                <a:cs typeface="DejaVu Sans"/>
              </a:defRPr>
            </a:lvl6pPr>
            <a:lvl7pPr algn="ctr">
              <a:defRPr sz="1125" b="0">
                <a:solidFill>
                  <a:srgbClr val="FFFFFF"/>
                </a:solidFill>
                <a:latin typeface="DejaVu Sans"/>
                <a:ea typeface="DejaVu Sans"/>
                <a:cs typeface="DejaVu Sans"/>
              </a:defRPr>
            </a:lvl7pPr>
            <a:lvl8pPr algn="ctr">
              <a:defRPr sz="1125" b="0">
                <a:solidFill>
                  <a:srgbClr val="FFFFFF"/>
                </a:solidFill>
                <a:latin typeface="DejaVu Sans"/>
                <a:ea typeface="DejaVu Sans"/>
                <a:cs typeface="DejaVu Sans"/>
              </a:defRPr>
            </a:lvl8pPr>
            <a:lvl9pPr algn="ctr">
              <a:defRPr sz="1125" b="0">
                <a:solidFill>
                  <a:srgbClr val="FFFFFF"/>
                </a:solidFill>
                <a:latin typeface="DejaVu Sans"/>
                <a:ea typeface="DejaVu Sans"/>
                <a:cs typeface="DejaVu Sans"/>
              </a:defRPr>
            </a:lvl9pPr>
          </a:lstStyle>
          <a:p xmlns:a="http://schemas.openxmlformats.org/drawingml/2006/main">
            <a:pPr algn="ctr">
              <a:defRPr sz="1125" b="0">
                <a:solidFill>
                  <a:srgbClr val="FFFFFF"/>
                </a:solidFill>
                <a:latin typeface="DejaVu Sans"/>
                <a:ea typeface="DejaVu Sans"/>
                <a:cs typeface="DejaVu Sans"/>
              </a:defRPr>
            </a:pPr>
            <a:r>
              <a:rPr sz="1125" b="0">
                <a:solidFill>
                  <a:srgbClr val="FFFFFF"/>
                </a:solidFill>
                <a:latin typeface="DejaVu Sans"/>
                <a:ea typeface="DejaVu Sans"/>
                <a:cs typeface="DejaVu Sans"/>
              </a:rPr>
              <a:t>Ιδιότητα της γραμμής μεταφοράς· ο τερματισμός στο κάθε άκρο επιλέγεται ώστε να την προσαρμόζει.</a:t>
            </a:r>
          </a:p>
        </p:txBody>
      </p:sp>
      <p:sp>
        <p:nvSpPr>
          <p:cNvPr id="13" name="s10-measure-card">
            <a:extLst xmlns:a="http://schemas.openxmlformats.org/drawingml/2006/main">
              <a:ext uri="{FF2B5EF4-FFF2-40B4-BE49-F238E27FC236}">
                <a16:creationId xmlns:a16="http://schemas.microsoft.com/office/drawing/2014/main" id="{704616E3-7329-42E1-AF4E-6D53B94ABFD3}"/>
              </a:ext>
            </a:extLst>
          </p:cNvPr>
          <p:cNvSpPr>
            <a:spLocks xmlns:a="http://schemas.openxmlformats.org/drawingml/2006/main" noGrp="1"/>
          </p:cNvSpPr>
          <p:nvPr/>
        </p:nvSpPr>
        <p:spPr>
          <a:xfrm xmlns:a="http://schemas.openxmlformats.org/drawingml/2006/main">
            <a:off x="6362700" y="2209800"/>
            <a:ext cx="521970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4288">
            <a:solidFill>
              <a:srgbClr val="D6E2ED"/>
            </a:solidFill>
            <a:prstDash val="solid"/>
          </a:ln>
        </p:spPr>
      </p:sp>
      <p:sp>
        <p:nvSpPr>
          <p:cNvPr id="14" name="s10-measure-heading">
            <a:extLst xmlns:a="http://schemas.openxmlformats.org/drawingml/2006/main">
              <a:ext uri="{FF2B5EF4-FFF2-40B4-BE49-F238E27FC236}">
                <a16:creationId xmlns:a16="http://schemas.microsoft.com/office/drawing/2014/main" id="{CA39E337-A3A1-4357-840A-27A7B39FB64F}"/>
              </a:ext>
            </a:extLst>
          </p:cNvPr>
          <p:cNvSpPr>
            <a:spLocks xmlns:a="http://schemas.openxmlformats.org/drawingml/2006/main" noGrp="1"/>
          </p:cNvSpPr>
          <p:nvPr/>
        </p:nvSpPr>
        <p:spPr>
          <a:xfrm xmlns:a="http://schemas.openxmlformats.org/drawingml/2006/main">
            <a:off x="6648450" y="2438400"/>
            <a:ext cx="4648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3657A"/>
                </a:solidFill>
                <a:latin typeface="DejaVu Sans"/>
                <a:ea typeface="DejaVu Sans"/>
                <a:cs typeface="DejaVu Sans"/>
              </a:defRPr>
            </a:defPPr>
            <a:lvl1pPr algn="l">
              <a:defRPr sz="1200" b="1">
                <a:solidFill>
                  <a:srgbClr val="53657A"/>
                </a:solidFill>
                <a:latin typeface="DejaVu Sans"/>
                <a:ea typeface="DejaVu Sans"/>
                <a:cs typeface="DejaVu Sans"/>
              </a:defRPr>
            </a:lvl1pPr>
            <a:lvl2pPr algn="l">
              <a:defRPr sz="1200" b="1">
                <a:solidFill>
                  <a:srgbClr val="53657A"/>
                </a:solidFill>
                <a:latin typeface="DejaVu Sans"/>
                <a:ea typeface="DejaVu Sans"/>
                <a:cs typeface="DejaVu Sans"/>
              </a:defRPr>
            </a:lvl2pPr>
            <a:lvl3pPr algn="l">
              <a:defRPr sz="1200" b="1">
                <a:solidFill>
                  <a:srgbClr val="53657A"/>
                </a:solidFill>
                <a:latin typeface="DejaVu Sans"/>
                <a:ea typeface="DejaVu Sans"/>
                <a:cs typeface="DejaVu Sans"/>
              </a:defRPr>
            </a:lvl3pPr>
            <a:lvl4pPr algn="l">
              <a:defRPr sz="1200" b="1">
                <a:solidFill>
                  <a:srgbClr val="53657A"/>
                </a:solidFill>
                <a:latin typeface="DejaVu Sans"/>
                <a:ea typeface="DejaVu Sans"/>
                <a:cs typeface="DejaVu Sans"/>
              </a:defRPr>
            </a:lvl4pPr>
            <a:lvl5pPr algn="l">
              <a:defRPr sz="1200" b="1">
                <a:solidFill>
                  <a:srgbClr val="53657A"/>
                </a:solidFill>
                <a:latin typeface="DejaVu Sans"/>
                <a:ea typeface="DejaVu Sans"/>
                <a:cs typeface="DejaVu Sans"/>
              </a:defRPr>
            </a:lvl5pPr>
            <a:lvl6pPr algn="l">
              <a:defRPr sz="1200" b="1">
                <a:solidFill>
                  <a:srgbClr val="53657A"/>
                </a:solidFill>
                <a:latin typeface="DejaVu Sans"/>
                <a:ea typeface="DejaVu Sans"/>
                <a:cs typeface="DejaVu Sans"/>
              </a:defRPr>
            </a:lvl6pPr>
            <a:lvl7pPr algn="l">
              <a:defRPr sz="1200" b="1">
                <a:solidFill>
                  <a:srgbClr val="53657A"/>
                </a:solidFill>
                <a:latin typeface="DejaVu Sans"/>
                <a:ea typeface="DejaVu Sans"/>
                <a:cs typeface="DejaVu Sans"/>
              </a:defRPr>
            </a:lvl7pPr>
            <a:lvl8pPr algn="l">
              <a:defRPr sz="1200" b="1">
                <a:solidFill>
                  <a:srgbClr val="53657A"/>
                </a:solidFill>
                <a:latin typeface="DejaVu Sans"/>
                <a:ea typeface="DejaVu Sans"/>
                <a:cs typeface="DejaVu Sans"/>
              </a:defRPr>
            </a:lvl8pPr>
            <a:lvl9pPr algn="l">
              <a:defRPr sz="1200" b="1">
                <a:solidFill>
                  <a:srgbClr val="53657A"/>
                </a:solidFill>
                <a:latin typeface="DejaVu Sans"/>
                <a:ea typeface="DejaVu Sans"/>
                <a:cs typeface="DejaVu Sans"/>
              </a:defRPr>
            </a:lvl9pPr>
          </a:lstStyle>
          <a:p xmlns:a="http://schemas.openxmlformats.org/drawingml/2006/main">
            <a:pPr algn="l">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ΙΣΟΔΥΝΑΜΗ ΑΝΤΙΣΤΑΣΗ ΔΙΚΤΥΟΥ</a:t>
            </a:r>
          </a:p>
        </p:txBody>
      </p:sp>
      <p:sp>
        <p:nvSpPr>
          <p:cNvPr id="15" name="s10-r1">
            <a:extLst xmlns:a="http://schemas.openxmlformats.org/drawingml/2006/main">
              <a:ext uri="{FF2B5EF4-FFF2-40B4-BE49-F238E27FC236}">
                <a16:creationId xmlns:a16="http://schemas.microsoft.com/office/drawing/2014/main" id="{9501BFC1-3FDB-4473-90CE-FF6EB5BF62F6}"/>
              </a:ext>
            </a:extLst>
          </p:cNvPr>
          <p:cNvSpPr>
            <a:spLocks xmlns:a="http://schemas.openxmlformats.org/drawingml/2006/main" noGrp="1"/>
          </p:cNvSpPr>
          <p:nvPr/>
        </p:nvSpPr>
        <p:spPr>
          <a:xfrm xmlns:a="http://schemas.openxmlformats.org/drawingml/2006/main">
            <a:off x="6953250" y="3057525"/>
            <a:ext cx="933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75" b="1">
                <a:solidFill>
                  <a:srgbClr val="101D31"/>
                </a:solidFill>
                <a:latin typeface="DejaVu Sans"/>
                <a:ea typeface="DejaVu Sans"/>
                <a:cs typeface="DejaVu Sans"/>
              </a:defRPr>
            </a:defPPr>
            <a:lvl1pPr algn="r">
              <a:defRPr sz="1275" b="1">
                <a:solidFill>
                  <a:srgbClr val="101D31"/>
                </a:solidFill>
                <a:latin typeface="DejaVu Sans"/>
                <a:ea typeface="DejaVu Sans"/>
                <a:cs typeface="DejaVu Sans"/>
              </a:defRPr>
            </a:lvl1pPr>
            <a:lvl2pPr algn="r">
              <a:defRPr sz="1275" b="1">
                <a:solidFill>
                  <a:srgbClr val="101D31"/>
                </a:solidFill>
                <a:latin typeface="DejaVu Sans"/>
                <a:ea typeface="DejaVu Sans"/>
                <a:cs typeface="DejaVu Sans"/>
              </a:defRPr>
            </a:lvl2pPr>
            <a:lvl3pPr algn="r">
              <a:defRPr sz="1275" b="1">
                <a:solidFill>
                  <a:srgbClr val="101D31"/>
                </a:solidFill>
                <a:latin typeface="DejaVu Sans"/>
                <a:ea typeface="DejaVu Sans"/>
                <a:cs typeface="DejaVu Sans"/>
              </a:defRPr>
            </a:lvl3pPr>
            <a:lvl4pPr algn="r">
              <a:defRPr sz="1275" b="1">
                <a:solidFill>
                  <a:srgbClr val="101D31"/>
                </a:solidFill>
                <a:latin typeface="DejaVu Sans"/>
                <a:ea typeface="DejaVu Sans"/>
                <a:cs typeface="DejaVu Sans"/>
              </a:defRPr>
            </a:lvl4pPr>
            <a:lvl5pPr algn="r">
              <a:defRPr sz="1275" b="1">
                <a:solidFill>
                  <a:srgbClr val="101D31"/>
                </a:solidFill>
                <a:latin typeface="DejaVu Sans"/>
                <a:ea typeface="DejaVu Sans"/>
                <a:cs typeface="DejaVu Sans"/>
              </a:defRPr>
            </a:lvl5pPr>
            <a:lvl6pPr algn="r">
              <a:defRPr sz="1275" b="1">
                <a:solidFill>
                  <a:srgbClr val="101D31"/>
                </a:solidFill>
                <a:latin typeface="DejaVu Sans"/>
                <a:ea typeface="DejaVu Sans"/>
                <a:cs typeface="DejaVu Sans"/>
              </a:defRPr>
            </a:lvl6pPr>
            <a:lvl7pPr algn="r">
              <a:defRPr sz="1275" b="1">
                <a:solidFill>
                  <a:srgbClr val="101D31"/>
                </a:solidFill>
                <a:latin typeface="DejaVu Sans"/>
                <a:ea typeface="DejaVu Sans"/>
                <a:cs typeface="DejaVu Sans"/>
              </a:defRPr>
            </a:lvl7pPr>
            <a:lvl8pPr algn="r">
              <a:defRPr sz="1275" b="1">
                <a:solidFill>
                  <a:srgbClr val="101D31"/>
                </a:solidFill>
                <a:latin typeface="DejaVu Sans"/>
                <a:ea typeface="DejaVu Sans"/>
                <a:cs typeface="DejaVu Sans"/>
              </a:defRPr>
            </a:lvl8pPr>
            <a:lvl9pPr algn="r">
              <a:defRPr sz="1275" b="1">
                <a:solidFill>
                  <a:srgbClr val="101D31"/>
                </a:solidFill>
                <a:latin typeface="DejaVu Sans"/>
                <a:ea typeface="DejaVu Sans"/>
                <a:cs typeface="DejaVu Sans"/>
              </a:defRPr>
            </a:lvl9pPr>
          </a:lstStyle>
          <a:p xmlns:a="http://schemas.openxmlformats.org/drawingml/2006/main">
            <a:pPr algn="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120 Ω</a:t>
            </a:r>
          </a:p>
        </p:txBody>
      </p:sp>
      <p:sp>
        <p:nvSpPr>
          <p:cNvPr id="16" name="s10-r2">
            <a:extLst xmlns:a="http://schemas.openxmlformats.org/drawingml/2006/main">
              <a:ext uri="{FF2B5EF4-FFF2-40B4-BE49-F238E27FC236}">
                <a16:creationId xmlns:a16="http://schemas.microsoft.com/office/drawing/2014/main" id="{FBC46E89-0522-472B-ACB2-DA301F25E01F}"/>
              </a:ext>
            </a:extLst>
          </p:cNvPr>
          <p:cNvSpPr>
            <a:spLocks xmlns:a="http://schemas.openxmlformats.org/drawingml/2006/main" noGrp="1"/>
          </p:cNvSpPr>
          <p:nvPr/>
        </p:nvSpPr>
        <p:spPr>
          <a:xfrm xmlns:a="http://schemas.openxmlformats.org/drawingml/2006/main">
            <a:off x="6953250" y="3876675"/>
            <a:ext cx="933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75" b="1">
                <a:solidFill>
                  <a:srgbClr val="101D31"/>
                </a:solidFill>
                <a:latin typeface="DejaVu Sans"/>
                <a:ea typeface="DejaVu Sans"/>
                <a:cs typeface="DejaVu Sans"/>
              </a:defRPr>
            </a:defPPr>
            <a:lvl1pPr algn="r">
              <a:defRPr sz="1275" b="1">
                <a:solidFill>
                  <a:srgbClr val="101D31"/>
                </a:solidFill>
                <a:latin typeface="DejaVu Sans"/>
                <a:ea typeface="DejaVu Sans"/>
                <a:cs typeface="DejaVu Sans"/>
              </a:defRPr>
            </a:lvl1pPr>
            <a:lvl2pPr algn="r">
              <a:defRPr sz="1275" b="1">
                <a:solidFill>
                  <a:srgbClr val="101D31"/>
                </a:solidFill>
                <a:latin typeface="DejaVu Sans"/>
                <a:ea typeface="DejaVu Sans"/>
                <a:cs typeface="DejaVu Sans"/>
              </a:defRPr>
            </a:lvl2pPr>
            <a:lvl3pPr algn="r">
              <a:defRPr sz="1275" b="1">
                <a:solidFill>
                  <a:srgbClr val="101D31"/>
                </a:solidFill>
                <a:latin typeface="DejaVu Sans"/>
                <a:ea typeface="DejaVu Sans"/>
                <a:cs typeface="DejaVu Sans"/>
              </a:defRPr>
            </a:lvl3pPr>
            <a:lvl4pPr algn="r">
              <a:defRPr sz="1275" b="1">
                <a:solidFill>
                  <a:srgbClr val="101D31"/>
                </a:solidFill>
                <a:latin typeface="DejaVu Sans"/>
                <a:ea typeface="DejaVu Sans"/>
                <a:cs typeface="DejaVu Sans"/>
              </a:defRPr>
            </a:lvl4pPr>
            <a:lvl5pPr algn="r">
              <a:defRPr sz="1275" b="1">
                <a:solidFill>
                  <a:srgbClr val="101D31"/>
                </a:solidFill>
                <a:latin typeface="DejaVu Sans"/>
                <a:ea typeface="DejaVu Sans"/>
                <a:cs typeface="DejaVu Sans"/>
              </a:defRPr>
            </a:lvl5pPr>
            <a:lvl6pPr algn="r">
              <a:defRPr sz="1275" b="1">
                <a:solidFill>
                  <a:srgbClr val="101D31"/>
                </a:solidFill>
                <a:latin typeface="DejaVu Sans"/>
                <a:ea typeface="DejaVu Sans"/>
                <a:cs typeface="DejaVu Sans"/>
              </a:defRPr>
            </a:lvl6pPr>
            <a:lvl7pPr algn="r">
              <a:defRPr sz="1275" b="1">
                <a:solidFill>
                  <a:srgbClr val="101D31"/>
                </a:solidFill>
                <a:latin typeface="DejaVu Sans"/>
                <a:ea typeface="DejaVu Sans"/>
                <a:cs typeface="DejaVu Sans"/>
              </a:defRPr>
            </a:lvl7pPr>
            <a:lvl8pPr algn="r">
              <a:defRPr sz="1275" b="1">
                <a:solidFill>
                  <a:srgbClr val="101D31"/>
                </a:solidFill>
                <a:latin typeface="DejaVu Sans"/>
                <a:ea typeface="DejaVu Sans"/>
                <a:cs typeface="DejaVu Sans"/>
              </a:defRPr>
            </a:lvl8pPr>
            <a:lvl9pPr algn="r">
              <a:defRPr sz="1275" b="1">
                <a:solidFill>
                  <a:srgbClr val="101D31"/>
                </a:solidFill>
                <a:latin typeface="DejaVu Sans"/>
                <a:ea typeface="DejaVu Sans"/>
                <a:cs typeface="DejaVu Sans"/>
              </a:defRPr>
            </a:lvl9pPr>
          </a:lstStyle>
          <a:p xmlns:a="http://schemas.openxmlformats.org/drawingml/2006/main">
            <a:pPr algn="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120 Ω</a:t>
            </a:r>
          </a:p>
        </p:txBody>
      </p:sp>
      <p:sp>
        <p:nvSpPr>
          <p:cNvPr id="17" name="s10-rail-left">
            <a:extLst xmlns:a="http://schemas.openxmlformats.org/drawingml/2006/main">
              <a:ext uri="{FF2B5EF4-FFF2-40B4-BE49-F238E27FC236}">
                <a16:creationId xmlns:a16="http://schemas.microsoft.com/office/drawing/2014/main" id="{7DEB6B44-094C-4AF7-96B3-31A792C47799}"/>
              </a:ext>
            </a:extLst>
          </p:cNvPr>
          <p:cNvSpPr>
            <a:spLocks xmlns:a="http://schemas.openxmlformats.org/drawingml/2006/main" noGrp="1"/>
          </p:cNvSpPr>
          <p:nvPr/>
        </p:nvSpPr>
        <p:spPr>
          <a:xfrm xmlns:a="http://schemas.openxmlformats.org/drawingml/2006/main">
            <a:off x="7934325" y="3124200"/>
            <a:ext cx="361950" cy="3810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8" name="s10-rail-right">
            <a:extLst xmlns:a="http://schemas.openxmlformats.org/drawingml/2006/main">
              <a:ext uri="{FF2B5EF4-FFF2-40B4-BE49-F238E27FC236}">
                <a16:creationId xmlns:a16="http://schemas.microsoft.com/office/drawing/2014/main" id="{6402F96F-8A33-4EA6-9848-7516D67DFFB9}"/>
              </a:ext>
            </a:extLst>
          </p:cNvPr>
          <p:cNvSpPr>
            <a:spLocks xmlns:a="http://schemas.openxmlformats.org/drawingml/2006/main" noGrp="1"/>
          </p:cNvSpPr>
          <p:nvPr/>
        </p:nvSpPr>
        <p:spPr>
          <a:xfrm xmlns:a="http://schemas.openxmlformats.org/drawingml/2006/main">
            <a:off x="9848850" y="3124200"/>
            <a:ext cx="361950" cy="3810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9" name="s10-resistor-top">
            <a:extLst xmlns:a="http://schemas.openxmlformats.org/drawingml/2006/main">
              <a:ext uri="{FF2B5EF4-FFF2-40B4-BE49-F238E27FC236}">
                <a16:creationId xmlns:a16="http://schemas.microsoft.com/office/drawing/2014/main" id="{53E030AD-16FD-4919-BE30-3EC1A907041A}"/>
              </a:ext>
            </a:extLst>
          </p:cNvPr>
          <p:cNvSpPr>
            <a:spLocks xmlns:a="http://schemas.openxmlformats.org/drawingml/2006/main" noGrp="1"/>
          </p:cNvSpPr>
          <p:nvPr/>
        </p:nvSpPr>
        <p:spPr>
          <a:xfrm xmlns:a="http://schemas.openxmlformats.org/drawingml/2006/main">
            <a:off x="8296275" y="2990850"/>
            <a:ext cx="1552575" cy="304800"/>
          </a:xfrm>
          <a:prstGeom xmlns:a="http://schemas.openxmlformats.org/drawingml/2006/main" prst="roundRect">
            <a:avLst>
              <a:gd name="adj" fmla="val 25000"/>
            </a:avLst>
          </a:prstGeom>
          <a:solidFill xmlns:a="http://schemas.openxmlformats.org/drawingml/2006/main">
            <a:srgbClr val="FFF8E7"/>
          </a:solidFill>
          <a:ln xmlns:a="http://schemas.openxmlformats.org/drawingml/2006/main" w="19050">
            <a:solidFill>
              <a:srgbClr val="E87936"/>
            </a:solidFill>
            <a:prstDash val="solid"/>
          </a:ln>
        </p:spPr>
      </p:sp>
      <p:sp>
        <p:nvSpPr>
          <p:cNvPr id="20" name="s10-rail-left-low">
            <a:extLst xmlns:a="http://schemas.openxmlformats.org/drawingml/2006/main">
              <a:ext uri="{FF2B5EF4-FFF2-40B4-BE49-F238E27FC236}">
                <a16:creationId xmlns:a16="http://schemas.microsoft.com/office/drawing/2014/main" id="{24727040-4AB2-413F-BE3B-BE9217AF4B57}"/>
              </a:ext>
            </a:extLst>
          </p:cNvPr>
          <p:cNvSpPr>
            <a:spLocks xmlns:a="http://schemas.openxmlformats.org/drawingml/2006/main" noGrp="1"/>
          </p:cNvSpPr>
          <p:nvPr/>
        </p:nvSpPr>
        <p:spPr>
          <a:xfrm xmlns:a="http://schemas.openxmlformats.org/drawingml/2006/main">
            <a:off x="7934325" y="3943350"/>
            <a:ext cx="36195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1" name="s10-rail-right-low">
            <a:extLst xmlns:a="http://schemas.openxmlformats.org/drawingml/2006/main">
              <a:ext uri="{FF2B5EF4-FFF2-40B4-BE49-F238E27FC236}">
                <a16:creationId xmlns:a16="http://schemas.microsoft.com/office/drawing/2014/main" id="{DD6BC9EC-A0F2-4E88-964F-89DB608A9FD4}"/>
              </a:ext>
            </a:extLst>
          </p:cNvPr>
          <p:cNvSpPr>
            <a:spLocks xmlns:a="http://schemas.openxmlformats.org/drawingml/2006/main" noGrp="1"/>
          </p:cNvSpPr>
          <p:nvPr/>
        </p:nvSpPr>
        <p:spPr>
          <a:xfrm xmlns:a="http://schemas.openxmlformats.org/drawingml/2006/main">
            <a:off x="9848850" y="3943350"/>
            <a:ext cx="36195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2" name="s10-resistor-bottom">
            <a:extLst xmlns:a="http://schemas.openxmlformats.org/drawingml/2006/main">
              <a:ext uri="{FF2B5EF4-FFF2-40B4-BE49-F238E27FC236}">
                <a16:creationId xmlns:a16="http://schemas.microsoft.com/office/drawing/2014/main" id="{E35D65FB-AF48-49E1-A7F6-075D5F117A30}"/>
              </a:ext>
            </a:extLst>
          </p:cNvPr>
          <p:cNvSpPr>
            <a:spLocks xmlns:a="http://schemas.openxmlformats.org/drawingml/2006/main" noGrp="1"/>
          </p:cNvSpPr>
          <p:nvPr/>
        </p:nvSpPr>
        <p:spPr>
          <a:xfrm xmlns:a="http://schemas.openxmlformats.org/drawingml/2006/main">
            <a:off x="8296275" y="3810000"/>
            <a:ext cx="1552575" cy="304800"/>
          </a:xfrm>
          <a:prstGeom xmlns:a="http://schemas.openxmlformats.org/drawingml/2006/main" prst="roundRect">
            <a:avLst>
              <a:gd name="adj" fmla="val 25000"/>
            </a:avLst>
          </a:prstGeom>
          <a:solidFill xmlns:a="http://schemas.openxmlformats.org/drawingml/2006/main">
            <a:srgbClr val="FFF8E7"/>
          </a:solidFill>
          <a:ln xmlns:a="http://schemas.openxmlformats.org/drawingml/2006/main" w="19050">
            <a:solidFill>
              <a:srgbClr val="E87936"/>
            </a:solidFill>
            <a:prstDash val="solid"/>
          </a:ln>
        </p:spPr>
      </p:sp>
      <p:sp>
        <p:nvSpPr>
          <p:cNvPr id="23" name="s10-vertical-left">
            <a:extLst xmlns:a="http://schemas.openxmlformats.org/drawingml/2006/main">
              <a:ext uri="{FF2B5EF4-FFF2-40B4-BE49-F238E27FC236}">
                <a16:creationId xmlns:a16="http://schemas.microsoft.com/office/drawing/2014/main" id="{4DDF8C80-8EAC-4FAA-9A81-307B0EC58612}"/>
              </a:ext>
            </a:extLst>
          </p:cNvPr>
          <p:cNvSpPr>
            <a:spLocks xmlns:a="http://schemas.openxmlformats.org/drawingml/2006/main" noGrp="1"/>
          </p:cNvSpPr>
          <p:nvPr/>
        </p:nvSpPr>
        <p:spPr>
          <a:xfrm xmlns:a="http://schemas.openxmlformats.org/drawingml/2006/main">
            <a:off x="7915275" y="3143250"/>
            <a:ext cx="38100" cy="8191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24" name="s10-vertical-right">
            <a:extLst xmlns:a="http://schemas.openxmlformats.org/drawingml/2006/main">
              <a:ext uri="{FF2B5EF4-FFF2-40B4-BE49-F238E27FC236}">
                <a16:creationId xmlns:a16="http://schemas.microsoft.com/office/drawing/2014/main" id="{6618ECE9-CB25-4DEA-ADD0-9543C526C134}"/>
              </a:ext>
            </a:extLst>
          </p:cNvPr>
          <p:cNvSpPr>
            <a:spLocks xmlns:a="http://schemas.openxmlformats.org/drawingml/2006/main" noGrp="1"/>
          </p:cNvSpPr>
          <p:nvPr/>
        </p:nvSpPr>
        <p:spPr>
          <a:xfrm xmlns:a="http://schemas.openxmlformats.org/drawingml/2006/main">
            <a:off x="10182225" y="3143250"/>
            <a:ext cx="38100" cy="819150"/>
          </a:xfrm>
          <a:prstGeom xmlns:a="http://schemas.openxmlformats.org/drawingml/2006/main" prst="rect">
            <a:avLst/>
          </a:prstGeom>
          <a:solidFill xmlns:a="http://schemas.openxmlformats.org/drawingml/2006/main">
            <a:srgbClr val="8297AA"/>
          </a:solidFill>
          <a:ln xmlns:a="http://schemas.openxmlformats.org/drawingml/2006/main" w="0">
            <a:noFill/>
            <a:prstDash val="solid"/>
          </a:ln>
        </p:spPr>
      </p:sp>
      <p:sp>
        <p:nvSpPr>
          <p:cNvPr id="25" name="s10-equation">
            <a:extLst xmlns:a="http://schemas.openxmlformats.org/drawingml/2006/main">
              <a:ext uri="{FF2B5EF4-FFF2-40B4-BE49-F238E27FC236}">
                <a16:creationId xmlns:a16="http://schemas.microsoft.com/office/drawing/2014/main" id="{9E2C5170-3372-4E33-A818-C04D5037FE9D}"/>
              </a:ext>
            </a:extLst>
          </p:cNvPr>
          <p:cNvSpPr>
            <a:spLocks xmlns:a="http://schemas.openxmlformats.org/drawingml/2006/main" noGrp="1"/>
          </p:cNvSpPr>
          <p:nvPr/>
        </p:nvSpPr>
        <p:spPr>
          <a:xfrm xmlns:a="http://schemas.openxmlformats.org/drawingml/2006/main">
            <a:off x="6648450" y="4410075"/>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101D31"/>
                </a:solidFill>
                <a:latin typeface="DejaVu Sans"/>
                <a:ea typeface="DejaVu Sans"/>
                <a:cs typeface="DejaVu Sans"/>
              </a:defRPr>
            </a:defPPr>
            <a:lvl1pPr algn="ctr">
              <a:defRPr sz="1800" b="1">
                <a:solidFill>
                  <a:srgbClr val="101D31"/>
                </a:solidFill>
                <a:latin typeface="DejaVu Sans"/>
                <a:ea typeface="DejaVu Sans"/>
                <a:cs typeface="DejaVu Sans"/>
              </a:defRPr>
            </a:lvl1pPr>
            <a:lvl2pPr algn="ctr">
              <a:defRPr sz="1800" b="1">
                <a:solidFill>
                  <a:srgbClr val="101D31"/>
                </a:solidFill>
                <a:latin typeface="DejaVu Sans"/>
                <a:ea typeface="DejaVu Sans"/>
                <a:cs typeface="DejaVu Sans"/>
              </a:defRPr>
            </a:lvl2pPr>
            <a:lvl3pPr algn="ctr">
              <a:defRPr sz="1800" b="1">
                <a:solidFill>
                  <a:srgbClr val="101D31"/>
                </a:solidFill>
                <a:latin typeface="DejaVu Sans"/>
                <a:ea typeface="DejaVu Sans"/>
                <a:cs typeface="DejaVu Sans"/>
              </a:defRPr>
            </a:lvl3pPr>
            <a:lvl4pPr algn="ctr">
              <a:defRPr sz="1800" b="1">
                <a:solidFill>
                  <a:srgbClr val="101D31"/>
                </a:solidFill>
                <a:latin typeface="DejaVu Sans"/>
                <a:ea typeface="DejaVu Sans"/>
                <a:cs typeface="DejaVu Sans"/>
              </a:defRPr>
            </a:lvl4pPr>
            <a:lvl5pPr algn="ctr">
              <a:defRPr sz="1800" b="1">
                <a:solidFill>
                  <a:srgbClr val="101D31"/>
                </a:solidFill>
                <a:latin typeface="DejaVu Sans"/>
                <a:ea typeface="DejaVu Sans"/>
                <a:cs typeface="DejaVu Sans"/>
              </a:defRPr>
            </a:lvl5pPr>
            <a:lvl6pPr algn="ctr">
              <a:defRPr sz="1800" b="1">
                <a:solidFill>
                  <a:srgbClr val="101D31"/>
                </a:solidFill>
                <a:latin typeface="DejaVu Sans"/>
                <a:ea typeface="DejaVu Sans"/>
                <a:cs typeface="DejaVu Sans"/>
              </a:defRPr>
            </a:lvl6pPr>
            <a:lvl7pPr algn="ctr">
              <a:defRPr sz="1800" b="1">
                <a:solidFill>
                  <a:srgbClr val="101D31"/>
                </a:solidFill>
                <a:latin typeface="DejaVu Sans"/>
                <a:ea typeface="DejaVu Sans"/>
                <a:cs typeface="DejaVu Sans"/>
              </a:defRPr>
            </a:lvl7pPr>
            <a:lvl8pPr algn="ctr">
              <a:defRPr sz="1800" b="1">
                <a:solidFill>
                  <a:srgbClr val="101D31"/>
                </a:solidFill>
                <a:latin typeface="DejaVu Sans"/>
                <a:ea typeface="DejaVu Sans"/>
                <a:cs typeface="DejaVu Sans"/>
              </a:defRPr>
            </a:lvl8pPr>
            <a:lvl9pPr algn="ctr">
              <a:defRPr sz="1800" b="1">
                <a:solidFill>
                  <a:srgbClr val="101D31"/>
                </a:solidFill>
                <a:latin typeface="DejaVu Sans"/>
                <a:ea typeface="DejaVu Sans"/>
                <a:cs typeface="DejaVu Sans"/>
              </a:defRPr>
            </a:lvl9pPr>
          </a:lstStyle>
          <a:p xmlns:a="http://schemas.openxmlformats.org/drawingml/2006/main">
            <a:pPr algn="ctr">
              <a:defRPr sz="1800" b="1">
                <a:solidFill>
                  <a:srgbClr val="101D31"/>
                </a:solidFill>
                <a:latin typeface="DejaVu Sans"/>
                <a:ea typeface="DejaVu Sans"/>
                <a:cs typeface="DejaVu Sans"/>
              </a:defRPr>
            </a:pPr>
            <a:r>
              <a:rPr sz="1800" b="1">
                <a:solidFill>
                  <a:srgbClr val="101D31"/>
                </a:solidFill>
                <a:latin typeface="DejaVu Sans"/>
                <a:ea typeface="DejaVu Sans"/>
                <a:cs typeface="DejaVu Sans"/>
              </a:rPr>
              <a:t>120 Ω  ∥  120 Ω  ≈  60 Ω</a:t>
            </a:r>
          </a:p>
        </p:txBody>
      </p:sp>
      <p:sp>
        <p:nvSpPr>
          <p:cNvPr id="26" name="s10-measure-note">
            <a:extLst xmlns:a="http://schemas.openxmlformats.org/drawingml/2006/main">
              <a:ext uri="{FF2B5EF4-FFF2-40B4-BE49-F238E27FC236}">
                <a16:creationId xmlns:a16="http://schemas.microsoft.com/office/drawing/2014/main" id="{8FCABE77-5F21-4920-8664-685BE6EEE735}"/>
              </a:ext>
            </a:extLst>
          </p:cNvPr>
          <p:cNvSpPr>
            <a:spLocks xmlns:a="http://schemas.openxmlformats.org/drawingml/2006/main" noGrp="1"/>
          </p:cNvSpPr>
          <p:nvPr/>
        </p:nvSpPr>
        <p:spPr>
          <a:xfrm xmlns:a="http://schemas.openxmlformats.org/drawingml/2006/main">
            <a:off x="6648450" y="4838700"/>
            <a:ext cx="464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6154"/>
          </a:bodyPr>
          <a:lstStyle xmlns:a="http://schemas.openxmlformats.org/drawingml/2006/main">
            <a:defPPr algn="ctr">
              <a:defRPr sz="975" b="0">
                <a:solidFill>
                  <a:srgbClr val="53657A"/>
                </a:solidFill>
                <a:latin typeface="DejaVu Sans"/>
                <a:ea typeface="DejaVu Sans"/>
                <a:cs typeface="DejaVu Sans"/>
              </a:defRPr>
            </a:defPPr>
            <a:lvl1pPr algn="ctr">
              <a:defRPr sz="975" b="0">
                <a:solidFill>
                  <a:srgbClr val="53657A"/>
                </a:solidFill>
                <a:latin typeface="DejaVu Sans"/>
                <a:ea typeface="DejaVu Sans"/>
                <a:cs typeface="DejaVu Sans"/>
              </a:defRPr>
            </a:lvl1pPr>
            <a:lvl2pPr algn="ctr">
              <a:defRPr sz="975" b="0">
                <a:solidFill>
                  <a:srgbClr val="53657A"/>
                </a:solidFill>
                <a:latin typeface="DejaVu Sans"/>
                <a:ea typeface="DejaVu Sans"/>
                <a:cs typeface="DejaVu Sans"/>
              </a:defRPr>
            </a:lvl2pPr>
            <a:lvl3pPr algn="ctr">
              <a:defRPr sz="975" b="0">
                <a:solidFill>
                  <a:srgbClr val="53657A"/>
                </a:solidFill>
                <a:latin typeface="DejaVu Sans"/>
                <a:ea typeface="DejaVu Sans"/>
                <a:cs typeface="DejaVu Sans"/>
              </a:defRPr>
            </a:lvl3pPr>
            <a:lvl4pPr algn="ctr">
              <a:defRPr sz="975" b="0">
                <a:solidFill>
                  <a:srgbClr val="53657A"/>
                </a:solidFill>
                <a:latin typeface="DejaVu Sans"/>
                <a:ea typeface="DejaVu Sans"/>
                <a:cs typeface="DejaVu Sans"/>
              </a:defRPr>
            </a:lvl4pPr>
            <a:lvl5pPr algn="ctr">
              <a:defRPr sz="975" b="0">
                <a:solidFill>
                  <a:srgbClr val="53657A"/>
                </a:solidFill>
                <a:latin typeface="DejaVu Sans"/>
                <a:ea typeface="DejaVu Sans"/>
                <a:cs typeface="DejaVu Sans"/>
              </a:defRPr>
            </a:lvl5pPr>
            <a:lvl6pPr algn="ctr">
              <a:defRPr sz="975" b="0">
                <a:solidFill>
                  <a:srgbClr val="53657A"/>
                </a:solidFill>
                <a:latin typeface="DejaVu Sans"/>
                <a:ea typeface="DejaVu Sans"/>
                <a:cs typeface="DejaVu Sans"/>
              </a:defRPr>
            </a:lvl6pPr>
            <a:lvl7pPr algn="ctr">
              <a:defRPr sz="975" b="0">
                <a:solidFill>
                  <a:srgbClr val="53657A"/>
                </a:solidFill>
                <a:latin typeface="DejaVu Sans"/>
                <a:ea typeface="DejaVu Sans"/>
                <a:cs typeface="DejaVu Sans"/>
              </a:defRPr>
            </a:lvl7pPr>
            <a:lvl8pPr algn="ctr">
              <a:defRPr sz="975" b="0">
                <a:solidFill>
                  <a:srgbClr val="53657A"/>
                </a:solidFill>
                <a:latin typeface="DejaVu Sans"/>
                <a:ea typeface="DejaVu Sans"/>
                <a:cs typeface="DejaVu Sans"/>
              </a:defRPr>
            </a:lvl8pPr>
            <a:lvl9pPr algn="ctr">
              <a:defRPr sz="975" b="0">
                <a:solidFill>
                  <a:srgbClr val="53657A"/>
                </a:solidFill>
                <a:latin typeface="DejaVu Sans"/>
                <a:ea typeface="DejaVu Sans"/>
                <a:cs typeface="DejaVu Sans"/>
              </a:defRPr>
            </a:lvl9pPr>
          </a:lstStyle>
          <a:p xmlns:a="http://schemas.openxmlformats.org/drawingml/2006/main">
            <a:pPr algn="ctr">
              <a:defRPr sz="975" b="0">
                <a:solidFill>
                  <a:srgbClr val="53657A"/>
                </a:solidFill>
                <a:latin typeface="DejaVu Sans"/>
                <a:ea typeface="DejaVu Sans"/>
                <a:cs typeface="DejaVu Sans"/>
              </a:defRPr>
            </a:pPr>
            <a:r>
              <a:rPr sz="975" b="0">
                <a:solidFill>
                  <a:srgbClr val="53657A"/>
                </a:solidFill>
                <a:latin typeface="DejaVu Sans"/>
                <a:ea typeface="DejaVu Sans"/>
                <a:cs typeface="DejaVu Sans"/>
              </a:rPr>
              <a:t>Με το δίκτυο απενεργοποιημένο, αυτή είναι η τυπική ένδειξη μεταξύ CAN-H και CAN-L.</a:t>
            </a:r>
          </a:p>
        </p:txBody>
      </p:sp>
      <p:sp>
        <p:nvSpPr>
          <p:cNvPr id="27" name="s10-takeaway">
            <a:extLst xmlns:a="http://schemas.openxmlformats.org/drawingml/2006/main">
              <a:ext uri="{FF2B5EF4-FFF2-40B4-BE49-F238E27FC236}">
                <a16:creationId xmlns:a16="http://schemas.microsoft.com/office/drawing/2014/main" id="{6AB6E755-3D31-4D2F-9BB9-3A97960D2092}"/>
              </a:ext>
            </a:extLst>
          </p:cNvPr>
          <p:cNvSpPr>
            <a:spLocks xmlns:a="http://schemas.openxmlformats.org/drawingml/2006/main" noGrp="1"/>
          </p:cNvSpPr>
          <p:nvPr/>
        </p:nvSpPr>
        <p:spPr>
          <a:xfrm xmlns:a="http://schemas.openxmlformats.org/drawingml/2006/main">
            <a:off x="609600" y="5562600"/>
            <a:ext cx="10972800" cy="590550"/>
          </a:xfrm>
          <a:prstGeom xmlns:a="http://schemas.openxmlformats.org/drawingml/2006/main" prst="roundRect">
            <a:avLst>
              <a:gd name="adj" fmla="val 12903"/>
            </a:avLst>
          </a:prstGeom>
          <a:solidFill xmlns:a="http://schemas.openxmlformats.org/drawingml/2006/main">
            <a:srgbClr val="E4F7FA"/>
          </a:solidFill>
          <a:ln xmlns:a="http://schemas.openxmlformats.org/drawingml/2006/main" w="9525">
            <a:solidFill>
              <a:srgbClr val="C5E8ED"/>
            </a:solidFill>
            <a:prstDash val="solid"/>
          </a:ln>
        </p:spPr>
      </p:sp>
      <p:sp>
        <p:nvSpPr>
          <p:cNvPr id="28" name="s10-takeaway-text">
            <a:extLst xmlns:a="http://schemas.openxmlformats.org/drawingml/2006/main">
              <a:ext uri="{FF2B5EF4-FFF2-40B4-BE49-F238E27FC236}">
                <a16:creationId xmlns:a16="http://schemas.microsoft.com/office/drawing/2014/main" id="{8552025C-DB62-4767-9484-8C35C75AD5D8}"/>
              </a:ext>
            </a:extLst>
          </p:cNvPr>
          <p:cNvSpPr>
            <a:spLocks xmlns:a="http://schemas.openxmlformats.org/drawingml/2006/main" noGrp="1"/>
          </p:cNvSpPr>
          <p:nvPr/>
        </p:nvSpPr>
        <p:spPr>
          <a:xfrm xmlns:a="http://schemas.openxmlformats.org/drawingml/2006/main">
            <a:off x="819150" y="5638800"/>
            <a:ext cx="10553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120 Ω = προσαρμογή γραμμής και κάθε τερματισμός  ·  ~60 Ω = δύο τερματισμοί παράλληλα στη μέτρηση</a:t>
            </a:r>
          </a:p>
        </p:txBody>
      </p:sp>
      <p:sp>
        <p:nvSpPr>
          <p:cNvPr id="29" name="s10-note">
            <a:extLst xmlns:a="http://schemas.openxmlformats.org/drawingml/2006/main">
              <a:ext uri="{FF2B5EF4-FFF2-40B4-BE49-F238E27FC236}">
                <a16:creationId xmlns:a16="http://schemas.microsoft.com/office/drawing/2014/main" id="{6C27E7D6-35CB-419F-83F9-40A085C27566}"/>
              </a:ext>
            </a:extLst>
          </p:cNvPr>
          <p:cNvSpPr>
            <a:spLocks xmlns:a="http://schemas.openxmlformats.org/drawingml/2006/main" noGrp="1"/>
          </p:cNvSpPr>
          <p:nvPr/>
        </p:nvSpPr>
        <p:spPr>
          <a:xfrm xmlns:a="http://schemas.openxmlformats.org/drawingml/2006/main">
            <a:off x="609600" y="62388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Τυπική προσέγγιση για high-speed CAN· οι προδιαγραφές και η διαδικασία ελέγχου εξαρτώνται από το όχημα.</a:t>
            </a:r>
          </a:p>
        </p:txBody>
      </p:sp>
      <p:sp>
        <p:nvSpPr>
          <p:cNvPr id="30" name="s10-footer">
            <a:extLst xmlns:a="http://schemas.openxmlformats.org/drawingml/2006/main">
              <a:ext uri="{FF2B5EF4-FFF2-40B4-BE49-F238E27FC236}">
                <a16:creationId xmlns:a16="http://schemas.microsoft.com/office/drawing/2014/main" id="{49D805A3-2199-4375-A36F-3CE7EECB104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1" name="s10-page-number">
            <a:extLst xmlns:a="http://schemas.openxmlformats.org/drawingml/2006/main">
              <a:ext uri="{FF2B5EF4-FFF2-40B4-BE49-F238E27FC236}">
                <a16:creationId xmlns:a16="http://schemas.microsoft.com/office/drawing/2014/main" id="{CCA860BC-886C-4B4E-8698-79D01F1E9734}"/>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10</a:t>
            </a:r>
          </a:p>
        </p:txBody>
      </p:sp>
    </p:spTree>
    <p:extLst>
      <p:ext uri="{BB962C8B-B14F-4D97-AF65-F5344CB8AC3E}">
        <p14:creationId xmlns:p14="http://schemas.microsoft.com/office/powerpoint/2010/main" val="1030153051"/>
      </p:ext>
    </p:extLst>
  </p:cSld>
</p:sld>
</file>

<file path=ppt/slides/slide11.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1" name="s11-kicker">
            <a:extLst xmlns:a="http://schemas.openxmlformats.org/drawingml/2006/main">
              <a:ext uri="{FF2B5EF4-FFF2-40B4-BE49-F238E27FC236}">
                <a16:creationId xmlns:a16="http://schemas.microsoft.com/office/drawing/2014/main" id="{AE798D30-290B-45F9-B35D-0E25564EC56D}"/>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1-title">
            <a:extLst xmlns:a="http://schemas.openxmlformats.org/drawingml/2006/main">
              <a:ext uri="{FF2B5EF4-FFF2-40B4-BE49-F238E27FC236}">
                <a16:creationId xmlns:a16="http://schemas.microsoft.com/office/drawing/2014/main" id="{D69D1CBD-620C-4878-9BDF-9DFE0C422702}"/>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101D31"/>
                </a:solidFill>
                <a:latin typeface="DejaVu Sans"/>
                <a:ea typeface="DejaVu Sans"/>
                <a:cs typeface="DejaVu Sans"/>
              </a:defRPr>
            </a:defPPr>
            <a:lvl1pPr algn="l">
              <a:defRPr sz="2700" b="1">
                <a:solidFill>
                  <a:srgbClr val="101D31"/>
                </a:solidFill>
                <a:latin typeface="DejaVu Sans"/>
                <a:ea typeface="DejaVu Sans"/>
                <a:cs typeface="DejaVu Sans"/>
              </a:defRPr>
            </a:lvl1pPr>
            <a:lvl2pPr algn="l">
              <a:defRPr sz="2700" b="1">
                <a:solidFill>
                  <a:srgbClr val="101D31"/>
                </a:solidFill>
                <a:latin typeface="DejaVu Sans"/>
                <a:ea typeface="DejaVu Sans"/>
                <a:cs typeface="DejaVu Sans"/>
              </a:defRPr>
            </a:lvl2pPr>
            <a:lvl3pPr algn="l">
              <a:defRPr sz="2700" b="1">
                <a:solidFill>
                  <a:srgbClr val="101D31"/>
                </a:solidFill>
                <a:latin typeface="DejaVu Sans"/>
                <a:ea typeface="DejaVu Sans"/>
                <a:cs typeface="DejaVu Sans"/>
              </a:defRPr>
            </a:lvl3pPr>
            <a:lvl4pPr algn="l">
              <a:defRPr sz="2700" b="1">
                <a:solidFill>
                  <a:srgbClr val="101D31"/>
                </a:solidFill>
                <a:latin typeface="DejaVu Sans"/>
                <a:ea typeface="DejaVu Sans"/>
                <a:cs typeface="DejaVu Sans"/>
              </a:defRPr>
            </a:lvl4pPr>
            <a:lvl5pPr algn="l">
              <a:defRPr sz="2700" b="1">
                <a:solidFill>
                  <a:srgbClr val="101D31"/>
                </a:solidFill>
                <a:latin typeface="DejaVu Sans"/>
                <a:ea typeface="DejaVu Sans"/>
                <a:cs typeface="DejaVu Sans"/>
              </a:defRPr>
            </a:lvl5pPr>
            <a:lvl6pPr algn="l">
              <a:defRPr sz="2700" b="1">
                <a:solidFill>
                  <a:srgbClr val="101D31"/>
                </a:solidFill>
                <a:latin typeface="DejaVu Sans"/>
                <a:ea typeface="DejaVu Sans"/>
                <a:cs typeface="DejaVu Sans"/>
              </a:defRPr>
            </a:lvl6pPr>
            <a:lvl7pPr algn="l">
              <a:defRPr sz="2700" b="1">
                <a:solidFill>
                  <a:srgbClr val="101D31"/>
                </a:solidFill>
                <a:latin typeface="DejaVu Sans"/>
                <a:ea typeface="DejaVu Sans"/>
                <a:cs typeface="DejaVu Sans"/>
              </a:defRPr>
            </a:lvl7pPr>
            <a:lvl8pPr algn="l">
              <a:defRPr sz="2700" b="1">
                <a:solidFill>
                  <a:srgbClr val="101D31"/>
                </a:solidFill>
                <a:latin typeface="DejaVu Sans"/>
                <a:ea typeface="DejaVu Sans"/>
                <a:cs typeface="DejaVu Sans"/>
              </a:defRPr>
            </a:lvl8pPr>
            <a:lvl9pPr algn="l">
              <a:defRPr sz="2700" b="1">
                <a:solidFill>
                  <a:srgbClr val="101D31"/>
                </a:solidFill>
                <a:latin typeface="DejaVu Sans"/>
                <a:ea typeface="DejaVu Sans"/>
                <a:cs typeface="DejaVu Sans"/>
              </a:defRPr>
            </a:lvl9pPr>
          </a:lstStyle>
          <a:p xmlns:a="http://schemas.openxmlformats.org/drawingml/2006/main">
            <a:pPr algn="l">
              <a:defRPr sz="2700" b="1">
                <a:solidFill>
                  <a:srgbClr val="101D31"/>
                </a:solidFill>
                <a:latin typeface="DejaVu Sans"/>
                <a:ea typeface="DejaVu Sans"/>
                <a:cs typeface="DejaVu Sans"/>
              </a:defRPr>
            </a:pPr>
            <a:r>
              <a:rPr sz="2700" b="1">
                <a:solidFill>
                  <a:srgbClr val="101D31"/>
                </a:solidFill>
                <a:latin typeface="DejaVu Sans"/>
                <a:ea typeface="DejaVu Sans"/>
                <a:cs typeface="DejaVu Sans"/>
              </a:rPr>
              <a:t>Η ένδειξη αντίστασης είναι ένα πρώτο στοιχείο</a:t>
            </a:r>
          </a:p>
        </p:txBody>
      </p:sp>
      <p:sp>
        <p:nvSpPr>
          <p:cNvPr id="3" name="s11-title-rule">
            <a:extLst xmlns:a="http://schemas.openxmlformats.org/drawingml/2006/main">
              <a:ext uri="{FF2B5EF4-FFF2-40B4-BE49-F238E27FC236}">
                <a16:creationId xmlns:a16="http://schemas.microsoft.com/office/drawing/2014/main" id="{B82877E0-F116-49A6-A13A-9786CF3544A5}"/>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1-subtitle">
            <a:extLst xmlns:a="http://schemas.openxmlformats.org/drawingml/2006/main">
              <a:ext uri="{FF2B5EF4-FFF2-40B4-BE49-F238E27FC236}">
                <a16:creationId xmlns:a16="http://schemas.microsoft.com/office/drawing/2014/main" id="{57A71896-FAA0-400F-BDE5-212138CCFF5A}"/>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A"/>
                </a:solidFill>
                <a:latin typeface="DejaVu Sans"/>
                <a:ea typeface="DejaVu Sans"/>
                <a:cs typeface="DejaVu Sans"/>
              </a:defRPr>
            </a:defPPr>
            <a:lvl1pPr algn="l">
              <a:defRPr sz="1425" b="0">
                <a:solidFill>
                  <a:srgbClr val="53657A"/>
                </a:solidFill>
                <a:latin typeface="DejaVu Sans"/>
                <a:ea typeface="DejaVu Sans"/>
                <a:cs typeface="DejaVu Sans"/>
              </a:defRPr>
            </a:lvl1pPr>
            <a:lvl2pPr algn="l">
              <a:defRPr sz="1425" b="0">
                <a:solidFill>
                  <a:srgbClr val="53657A"/>
                </a:solidFill>
                <a:latin typeface="DejaVu Sans"/>
                <a:ea typeface="DejaVu Sans"/>
                <a:cs typeface="DejaVu Sans"/>
              </a:defRPr>
            </a:lvl2pPr>
            <a:lvl3pPr algn="l">
              <a:defRPr sz="1425" b="0">
                <a:solidFill>
                  <a:srgbClr val="53657A"/>
                </a:solidFill>
                <a:latin typeface="DejaVu Sans"/>
                <a:ea typeface="DejaVu Sans"/>
                <a:cs typeface="DejaVu Sans"/>
              </a:defRPr>
            </a:lvl3pPr>
            <a:lvl4pPr algn="l">
              <a:defRPr sz="1425" b="0">
                <a:solidFill>
                  <a:srgbClr val="53657A"/>
                </a:solidFill>
                <a:latin typeface="DejaVu Sans"/>
                <a:ea typeface="DejaVu Sans"/>
                <a:cs typeface="DejaVu Sans"/>
              </a:defRPr>
            </a:lvl4pPr>
            <a:lvl5pPr algn="l">
              <a:defRPr sz="1425" b="0">
                <a:solidFill>
                  <a:srgbClr val="53657A"/>
                </a:solidFill>
                <a:latin typeface="DejaVu Sans"/>
                <a:ea typeface="DejaVu Sans"/>
                <a:cs typeface="DejaVu Sans"/>
              </a:defRPr>
            </a:lvl5pPr>
            <a:lvl6pPr algn="l">
              <a:defRPr sz="1425" b="0">
                <a:solidFill>
                  <a:srgbClr val="53657A"/>
                </a:solidFill>
                <a:latin typeface="DejaVu Sans"/>
                <a:ea typeface="DejaVu Sans"/>
                <a:cs typeface="DejaVu Sans"/>
              </a:defRPr>
            </a:lvl6pPr>
            <a:lvl7pPr algn="l">
              <a:defRPr sz="1425" b="0">
                <a:solidFill>
                  <a:srgbClr val="53657A"/>
                </a:solidFill>
                <a:latin typeface="DejaVu Sans"/>
                <a:ea typeface="DejaVu Sans"/>
                <a:cs typeface="DejaVu Sans"/>
              </a:defRPr>
            </a:lvl7pPr>
            <a:lvl8pPr algn="l">
              <a:defRPr sz="1425" b="0">
                <a:solidFill>
                  <a:srgbClr val="53657A"/>
                </a:solidFill>
                <a:latin typeface="DejaVu Sans"/>
                <a:ea typeface="DejaVu Sans"/>
                <a:cs typeface="DejaVu Sans"/>
              </a:defRPr>
            </a:lvl8pPr>
            <a:lvl9pPr algn="l">
              <a:defRPr sz="1425" b="0">
                <a:solidFill>
                  <a:srgbClr val="53657A"/>
                </a:solidFill>
                <a:latin typeface="DejaVu Sans"/>
                <a:ea typeface="DejaVu Sans"/>
                <a:cs typeface="DejaVu Sans"/>
              </a:defRPr>
            </a:lvl9pPr>
          </a:lstStyle>
          <a:p xmlns:a="http://schemas.openxmlformats.org/drawingml/2006/main">
            <a:pPr algn="l">
              <a:defRPr sz="1425" b="0">
                <a:solidFill>
                  <a:srgbClr val="53657A"/>
                </a:solidFill>
                <a:latin typeface="DejaVu Sans"/>
                <a:ea typeface="DejaVu Sans"/>
                <a:cs typeface="DejaVu Sans"/>
              </a:defRPr>
            </a:pPr>
            <a:r>
              <a:rPr sz="1425" b="0">
                <a:solidFill>
                  <a:srgbClr val="53657A"/>
                </a:solidFill>
                <a:latin typeface="DejaVu Sans"/>
                <a:ea typeface="DejaVu Sans"/>
                <a:cs typeface="DejaVu Sans"/>
              </a:rPr>
              <a:t>Μετράμε με το δίκτυο απενεργοποιημένο και συγκρίνουμε με τις προδιαγραφές του οχήματος.</a:t>
            </a:r>
          </a:p>
        </p:txBody>
      </p:sp>
      <p:sp>
        <p:nvSpPr>
          <p:cNvPr id="5" name="s11-card-0">
            <a:extLst xmlns:a="http://schemas.openxmlformats.org/drawingml/2006/main">
              <a:ext uri="{FF2B5EF4-FFF2-40B4-BE49-F238E27FC236}">
                <a16:creationId xmlns:a16="http://schemas.microsoft.com/office/drawing/2014/main" id="{C8CE232A-62F9-4D1B-9CB7-77AAE65494C0}"/>
              </a:ext>
            </a:extLst>
          </p:cNvPr>
          <p:cNvSpPr>
            <a:spLocks xmlns:a="http://schemas.openxmlformats.org/drawingml/2006/main" noGrp="1"/>
          </p:cNvSpPr>
          <p:nvPr/>
        </p:nvSpPr>
        <p:spPr>
          <a:xfrm xmlns:a="http://schemas.openxmlformats.org/drawingml/2006/main">
            <a:off x="609600" y="2209800"/>
            <a:ext cx="5219700" cy="1352550"/>
          </a:xfrm>
          <a:prstGeom xmlns:a="http://schemas.openxmlformats.org/drawingml/2006/main" prst="roundRect">
            <a:avLst>
              <a:gd name="adj" fmla="val 5634"/>
            </a:avLst>
          </a:prstGeom>
          <a:solidFill xmlns:a="http://schemas.openxmlformats.org/drawingml/2006/main">
            <a:srgbClr val="EAF8F1"/>
          </a:solidFill>
          <a:ln xmlns:a="http://schemas.openxmlformats.org/drawingml/2006/main" w="11430">
            <a:solidFill>
              <a:srgbClr val="D6E2ED"/>
            </a:solidFill>
            <a:prstDash val="solid"/>
          </a:ln>
        </p:spPr>
      </p:sp>
      <p:sp>
        <p:nvSpPr>
          <p:cNvPr id="6" name="s11-card-bar-0">
            <a:extLst xmlns:a="http://schemas.openxmlformats.org/drawingml/2006/main">
              <a:ext uri="{FF2B5EF4-FFF2-40B4-BE49-F238E27FC236}">
                <a16:creationId xmlns:a16="http://schemas.microsoft.com/office/drawing/2014/main" id="{CD6E6F29-13A1-46B6-BD55-FF8889339AFE}"/>
              </a:ext>
            </a:extLst>
          </p:cNvPr>
          <p:cNvSpPr>
            <a:spLocks xmlns:a="http://schemas.openxmlformats.org/drawingml/2006/main" noGrp="1"/>
          </p:cNvSpPr>
          <p:nvPr/>
        </p:nvSpPr>
        <p:spPr>
          <a:xfrm xmlns:a="http://schemas.openxmlformats.org/drawingml/2006/main">
            <a:off x="800100" y="2400300"/>
            <a:ext cx="76200" cy="971550"/>
          </a:xfrm>
          <a:prstGeom xmlns:a="http://schemas.openxmlformats.org/drawingml/2006/main" prst="roundRect">
            <a:avLst>
              <a:gd name="adj" fmla="val 50000"/>
            </a:avLst>
          </a:prstGeom>
          <a:solidFill xmlns:a="http://schemas.openxmlformats.org/drawingml/2006/main">
            <a:srgbClr val="22B77C"/>
          </a:solidFill>
          <a:ln xmlns:a="http://schemas.openxmlformats.org/drawingml/2006/main" w="0">
            <a:noFill/>
            <a:prstDash val="solid"/>
          </a:ln>
        </p:spPr>
      </p:sp>
      <p:sp>
        <p:nvSpPr>
          <p:cNvPr id="7" name="s11-card-value-0">
            <a:extLst xmlns:a="http://schemas.openxmlformats.org/drawingml/2006/main">
              <a:ext uri="{FF2B5EF4-FFF2-40B4-BE49-F238E27FC236}">
                <a16:creationId xmlns:a16="http://schemas.microsoft.com/office/drawing/2014/main" id="{95E3DA9C-14D0-4D1F-9EB8-40DE3DFE9B44}"/>
              </a:ext>
            </a:extLst>
          </p:cNvPr>
          <p:cNvSpPr>
            <a:spLocks xmlns:a="http://schemas.openxmlformats.org/drawingml/2006/main" noGrp="1"/>
          </p:cNvSpPr>
          <p:nvPr/>
        </p:nvSpPr>
        <p:spPr>
          <a:xfrm xmlns:a="http://schemas.openxmlformats.org/drawingml/2006/main">
            <a:off x="1047750" y="2352675"/>
            <a:ext cx="180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22B77C"/>
                </a:solidFill>
                <a:latin typeface="DejaVu Sans"/>
                <a:ea typeface="DejaVu Sans"/>
                <a:cs typeface="DejaVu Sans"/>
              </a:defRPr>
            </a:defPPr>
            <a:lvl1pPr algn="l">
              <a:defRPr sz="1875" b="1">
                <a:solidFill>
                  <a:srgbClr val="22B77C"/>
                </a:solidFill>
                <a:latin typeface="DejaVu Sans"/>
                <a:ea typeface="DejaVu Sans"/>
                <a:cs typeface="DejaVu Sans"/>
              </a:defRPr>
            </a:lvl1pPr>
            <a:lvl2pPr algn="l">
              <a:defRPr sz="1875" b="1">
                <a:solidFill>
                  <a:srgbClr val="22B77C"/>
                </a:solidFill>
                <a:latin typeface="DejaVu Sans"/>
                <a:ea typeface="DejaVu Sans"/>
                <a:cs typeface="DejaVu Sans"/>
              </a:defRPr>
            </a:lvl2pPr>
            <a:lvl3pPr algn="l">
              <a:defRPr sz="1875" b="1">
                <a:solidFill>
                  <a:srgbClr val="22B77C"/>
                </a:solidFill>
                <a:latin typeface="DejaVu Sans"/>
                <a:ea typeface="DejaVu Sans"/>
                <a:cs typeface="DejaVu Sans"/>
              </a:defRPr>
            </a:lvl3pPr>
            <a:lvl4pPr algn="l">
              <a:defRPr sz="1875" b="1">
                <a:solidFill>
                  <a:srgbClr val="22B77C"/>
                </a:solidFill>
                <a:latin typeface="DejaVu Sans"/>
                <a:ea typeface="DejaVu Sans"/>
                <a:cs typeface="DejaVu Sans"/>
              </a:defRPr>
            </a:lvl4pPr>
            <a:lvl5pPr algn="l">
              <a:defRPr sz="1875" b="1">
                <a:solidFill>
                  <a:srgbClr val="22B77C"/>
                </a:solidFill>
                <a:latin typeface="DejaVu Sans"/>
                <a:ea typeface="DejaVu Sans"/>
                <a:cs typeface="DejaVu Sans"/>
              </a:defRPr>
            </a:lvl5pPr>
            <a:lvl6pPr algn="l">
              <a:defRPr sz="1875" b="1">
                <a:solidFill>
                  <a:srgbClr val="22B77C"/>
                </a:solidFill>
                <a:latin typeface="DejaVu Sans"/>
                <a:ea typeface="DejaVu Sans"/>
                <a:cs typeface="DejaVu Sans"/>
              </a:defRPr>
            </a:lvl6pPr>
            <a:lvl7pPr algn="l">
              <a:defRPr sz="1875" b="1">
                <a:solidFill>
                  <a:srgbClr val="22B77C"/>
                </a:solidFill>
                <a:latin typeface="DejaVu Sans"/>
                <a:ea typeface="DejaVu Sans"/>
                <a:cs typeface="DejaVu Sans"/>
              </a:defRPr>
            </a:lvl7pPr>
            <a:lvl8pPr algn="l">
              <a:defRPr sz="1875" b="1">
                <a:solidFill>
                  <a:srgbClr val="22B77C"/>
                </a:solidFill>
                <a:latin typeface="DejaVu Sans"/>
                <a:ea typeface="DejaVu Sans"/>
                <a:cs typeface="DejaVu Sans"/>
              </a:defRPr>
            </a:lvl8pPr>
            <a:lvl9pPr algn="l">
              <a:defRPr sz="1875" b="1">
                <a:solidFill>
                  <a:srgbClr val="22B77C"/>
                </a:solidFill>
                <a:latin typeface="DejaVu Sans"/>
                <a:ea typeface="DejaVu Sans"/>
                <a:cs typeface="DejaVu Sans"/>
              </a:defRPr>
            </a:lvl9pPr>
          </a:lstStyle>
          <a:p xmlns:a="http://schemas.openxmlformats.org/drawingml/2006/main">
            <a:pPr algn="l">
              <a:defRPr sz="1875" b="1">
                <a:solidFill>
                  <a:srgbClr val="22B77C"/>
                </a:solidFill>
                <a:latin typeface="DejaVu Sans"/>
                <a:ea typeface="DejaVu Sans"/>
                <a:cs typeface="DejaVu Sans"/>
              </a:defRPr>
            </a:pPr>
            <a:r>
              <a:rPr sz="1875" b="1">
                <a:solidFill>
                  <a:srgbClr val="22B77C"/>
                </a:solidFill>
                <a:latin typeface="DejaVu Sans"/>
                <a:ea typeface="DejaVu Sans"/>
                <a:cs typeface="DejaVu Sans"/>
              </a:rPr>
              <a:t>≈ 60 Ω</a:t>
            </a:r>
          </a:p>
        </p:txBody>
      </p:sp>
      <p:sp>
        <p:nvSpPr>
          <p:cNvPr id="8" name="s11-card-title-0">
            <a:extLst xmlns:a="http://schemas.openxmlformats.org/drawingml/2006/main">
              <a:ext uri="{FF2B5EF4-FFF2-40B4-BE49-F238E27FC236}">
                <a16:creationId xmlns:a16="http://schemas.microsoft.com/office/drawing/2014/main" id="{89CF82BF-4FF4-4B03-9276-A67E0B8B24EE}"/>
              </a:ext>
            </a:extLst>
          </p:cNvPr>
          <p:cNvSpPr>
            <a:spLocks xmlns:a="http://schemas.openxmlformats.org/drawingml/2006/main" noGrp="1"/>
          </p:cNvSpPr>
          <p:nvPr/>
        </p:nvSpPr>
        <p:spPr>
          <a:xfrm xmlns:a="http://schemas.openxmlformats.org/drawingml/2006/main">
            <a:off x="2933700" y="23717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01D31"/>
                </a:solidFill>
                <a:latin typeface="DejaVu Sans"/>
                <a:ea typeface="DejaVu Sans"/>
                <a:cs typeface="DejaVu Sans"/>
              </a:defRPr>
            </a:defPPr>
            <a:lvl1pPr algn="r">
              <a:defRPr sz="1050" b="1">
                <a:solidFill>
                  <a:srgbClr val="101D31"/>
                </a:solidFill>
                <a:latin typeface="DejaVu Sans"/>
                <a:ea typeface="DejaVu Sans"/>
                <a:cs typeface="DejaVu Sans"/>
              </a:defRPr>
            </a:lvl1pPr>
            <a:lvl2pPr algn="r">
              <a:defRPr sz="1050" b="1">
                <a:solidFill>
                  <a:srgbClr val="101D31"/>
                </a:solidFill>
                <a:latin typeface="DejaVu Sans"/>
                <a:ea typeface="DejaVu Sans"/>
                <a:cs typeface="DejaVu Sans"/>
              </a:defRPr>
            </a:lvl2pPr>
            <a:lvl3pPr algn="r">
              <a:defRPr sz="1050" b="1">
                <a:solidFill>
                  <a:srgbClr val="101D31"/>
                </a:solidFill>
                <a:latin typeface="DejaVu Sans"/>
                <a:ea typeface="DejaVu Sans"/>
                <a:cs typeface="DejaVu Sans"/>
              </a:defRPr>
            </a:lvl3pPr>
            <a:lvl4pPr algn="r">
              <a:defRPr sz="1050" b="1">
                <a:solidFill>
                  <a:srgbClr val="101D31"/>
                </a:solidFill>
                <a:latin typeface="DejaVu Sans"/>
                <a:ea typeface="DejaVu Sans"/>
                <a:cs typeface="DejaVu Sans"/>
              </a:defRPr>
            </a:lvl4pPr>
            <a:lvl5pPr algn="r">
              <a:defRPr sz="1050" b="1">
                <a:solidFill>
                  <a:srgbClr val="101D31"/>
                </a:solidFill>
                <a:latin typeface="DejaVu Sans"/>
                <a:ea typeface="DejaVu Sans"/>
                <a:cs typeface="DejaVu Sans"/>
              </a:defRPr>
            </a:lvl5pPr>
            <a:lvl6pPr algn="r">
              <a:defRPr sz="1050" b="1">
                <a:solidFill>
                  <a:srgbClr val="101D31"/>
                </a:solidFill>
                <a:latin typeface="DejaVu Sans"/>
                <a:ea typeface="DejaVu Sans"/>
                <a:cs typeface="DejaVu Sans"/>
              </a:defRPr>
            </a:lvl6pPr>
            <a:lvl7pPr algn="r">
              <a:defRPr sz="1050" b="1">
                <a:solidFill>
                  <a:srgbClr val="101D31"/>
                </a:solidFill>
                <a:latin typeface="DejaVu Sans"/>
                <a:ea typeface="DejaVu Sans"/>
                <a:cs typeface="DejaVu Sans"/>
              </a:defRPr>
            </a:lvl7pPr>
            <a:lvl8pPr algn="r">
              <a:defRPr sz="1050" b="1">
                <a:solidFill>
                  <a:srgbClr val="101D31"/>
                </a:solidFill>
                <a:latin typeface="DejaVu Sans"/>
                <a:ea typeface="DejaVu Sans"/>
                <a:cs typeface="DejaVu Sans"/>
              </a:defRPr>
            </a:lvl8pPr>
            <a:lvl9pPr algn="r">
              <a:defRPr sz="1050" b="1">
                <a:solidFill>
                  <a:srgbClr val="101D31"/>
                </a:solidFill>
                <a:latin typeface="DejaVu Sans"/>
                <a:ea typeface="DejaVu Sans"/>
                <a:cs typeface="DejaVu Sans"/>
              </a:defRPr>
            </a:lvl9pPr>
          </a:lstStyle>
          <a:p xmlns:a="http://schemas.openxmlformats.org/drawingml/2006/main">
            <a:pPr algn="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ΣΥΝΗΘΩΣ ΑΝΑΜΕΝΟΜΕΝΟ</a:t>
            </a:r>
          </a:p>
        </p:txBody>
      </p:sp>
      <p:sp>
        <p:nvSpPr>
          <p:cNvPr id="9" name="s11-card-body-0">
            <a:extLst xmlns:a="http://schemas.openxmlformats.org/drawingml/2006/main">
              <a:ext uri="{FF2B5EF4-FFF2-40B4-BE49-F238E27FC236}">
                <a16:creationId xmlns:a16="http://schemas.microsoft.com/office/drawing/2014/main" id="{E683DBE6-46F9-4C07-9BDF-E83D4502797A}"/>
              </a:ext>
            </a:extLst>
          </p:cNvPr>
          <p:cNvSpPr>
            <a:spLocks xmlns:a="http://schemas.openxmlformats.org/drawingml/2006/main" noGrp="1"/>
          </p:cNvSpPr>
          <p:nvPr/>
        </p:nvSpPr>
        <p:spPr>
          <a:xfrm xmlns:a="http://schemas.openxmlformats.org/drawingml/2006/main">
            <a:off x="1047750" y="2857500"/>
            <a:ext cx="4533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Δύο τερματισμοί των 120 Ω συνδεδεμένοι στο δίκτυο.</a:t>
            </a:r>
          </a:p>
        </p:txBody>
      </p:sp>
      <p:sp>
        <p:nvSpPr>
          <p:cNvPr id="10" name="s11-card-1">
            <a:extLst xmlns:a="http://schemas.openxmlformats.org/drawingml/2006/main">
              <a:ext uri="{FF2B5EF4-FFF2-40B4-BE49-F238E27FC236}">
                <a16:creationId xmlns:a16="http://schemas.microsoft.com/office/drawing/2014/main" id="{40EEE395-69EB-449E-A7C9-D1A1EDBABC58}"/>
              </a:ext>
            </a:extLst>
          </p:cNvPr>
          <p:cNvSpPr>
            <a:spLocks xmlns:a="http://schemas.openxmlformats.org/drawingml/2006/main" noGrp="1"/>
          </p:cNvSpPr>
          <p:nvPr/>
        </p:nvSpPr>
        <p:spPr>
          <a:xfrm xmlns:a="http://schemas.openxmlformats.org/drawingml/2006/main">
            <a:off x="6362700" y="2209800"/>
            <a:ext cx="5219700" cy="1352550"/>
          </a:xfrm>
          <a:prstGeom xmlns:a="http://schemas.openxmlformats.org/drawingml/2006/main" prst="roundRect">
            <a:avLst>
              <a:gd name="adj" fmla="val 5634"/>
            </a:avLst>
          </a:prstGeom>
          <a:solidFill xmlns:a="http://schemas.openxmlformats.org/drawingml/2006/main">
            <a:srgbClr val="FFF5E9"/>
          </a:solidFill>
          <a:ln xmlns:a="http://schemas.openxmlformats.org/drawingml/2006/main" w="11430">
            <a:solidFill>
              <a:srgbClr val="D6E2ED"/>
            </a:solidFill>
            <a:prstDash val="solid"/>
          </a:ln>
        </p:spPr>
      </p:sp>
      <p:sp>
        <p:nvSpPr>
          <p:cNvPr id="11" name="s11-card-bar-1">
            <a:extLst xmlns:a="http://schemas.openxmlformats.org/drawingml/2006/main">
              <a:ext uri="{FF2B5EF4-FFF2-40B4-BE49-F238E27FC236}">
                <a16:creationId xmlns:a16="http://schemas.microsoft.com/office/drawing/2014/main" id="{51FEE67E-2D25-4F2A-B283-8BA1B2BF275E}"/>
              </a:ext>
            </a:extLst>
          </p:cNvPr>
          <p:cNvSpPr>
            <a:spLocks xmlns:a="http://schemas.openxmlformats.org/drawingml/2006/main" noGrp="1"/>
          </p:cNvSpPr>
          <p:nvPr/>
        </p:nvSpPr>
        <p:spPr>
          <a:xfrm xmlns:a="http://schemas.openxmlformats.org/drawingml/2006/main">
            <a:off x="6553200" y="2400300"/>
            <a:ext cx="76200" cy="971550"/>
          </a:xfrm>
          <a:prstGeom xmlns:a="http://schemas.openxmlformats.org/drawingml/2006/main" prst="roundRect">
            <a:avLst>
              <a:gd name="adj" fmla="val 50000"/>
            </a:avLst>
          </a:prstGeom>
          <a:solidFill xmlns:a="http://schemas.openxmlformats.org/drawingml/2006/main">
            <a:srgbClr val="E87936"/>
          </a:solidFill>
          <a:ln xmlns:a="http://schemas.openxmlformats.org/drawingml/2006/main" w="0">
            <a:noFill/>
            <a:prstDash val="solid"/>
          </a:ln>
        </p:spPr>
      </p:sp>
      <p:sp>
        <p:nvSpPr>
          <p:cNvPr id="12" name="s11-card-value-1">
            <a:extLst xmlns:a="http://schemas.openxmlformats.org/drawingml/2006/main">
              <a:ext uri="{FF2B5EF4-FFF2-40B4-BE49-F238E27FC236}">
                <a16:creationId xmlns:a16="http://schemas.microsoft.com/office/drawing/2014/main" id="{847BF196-301B-423E-8AB4-0E8E55FA5D50}"/>
              </a:ext>
            </a:extLst>
          </p:cNvPr>
          <p:cNvSpPr>
            <a:spLocks xmlns:a="http://schemas.openxmlformats.org/drawingml/2006/main" noGrp="1"/>
          </p:cNvSpPr>
          <p:nvPr/>
        </p:nvSpPr>
        <p:spPr>
          <a:xfrm xmlns:a="http://schemas.openxmlformats.org/drawingml/2006/main">
            <a:off x="6800850" y="2352675"/>
            <a:ext cx="180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87936"/>
                </a:solidFill>
                <a:latin typeface="DejaVu Sans"/>
                <a:ea typeface="DejaVu Sans"/>
                <a:cs typeface="DejaVu Sans"/>
              </a:defRPr>
            </a:defPPr>
            <a:lvl1pPr algn="l">
              <a:defRPr sz="1875" b="1">
                <a:solidFill>
                  <a:srgbClr val="E87936"/>
                </a:solidFill>
                <a:latin typeface="DejaVu Sans"/>
                <a:ea typeface="DejaVu Sans"/>
                <a:cs typeface="DejaVu Sans"/>
              </a:defRPr>
            </a:lvl1pPr>
            <a:lvl2pPr algn="l">
              <a:defRPr sz="1875" b="1">
                <a:solidFill>
                  <a:srgbClr val="E87936"/>
                </a:solidFill>
                <a:latin typeface="DejaVu Sans"/>
                <a:ea typeface="DejaVu Sans"/>
                <a:cs typeface="DejaVu Sans"/>
              </a:defRPr>
            </a:lvl2pPr>
            <a:lvl3pPr algn="l">
              <a:defRPr sz="1875" b="1">
                <a:solidFill>
                  <a:srgbClr val="E87936"/>
                </a:solidFill>
                <a:latin typeface="DejaVu Sans"/>
                <a:ea typeface="DejaVu Sans"/>
                <a:cs typeface="DejaVu Sans"/>
              </a:defRPr>
            </a:lvl3pPr>
            <a:lvl4pPr algn="l">
              <a:defRPr sz="1875" b="1">
                <a:solidFill>
                  <a:srgbClr val="E87936"/>
                </a:solidFill>
                <a:latin typeface="DejaVu Sans"/>
                <a:ea typeface="DejaVu Sans"/>
                <a:cs typeface="DejaVu Sans"/>
              </a:defRPr>
            </a:lvl4pPr>
            <a:lvl5pPr algn="l">
              <a:defRPr sz="1875" b="1">
                <a:solidFill>
                  <a:srgbClr val="E87936"/>
                </a:solidFill>
                <a:latin typeface="DejaVu Sans"/>
                <a:ea typeface="DejaVu Sans"/>
                <a:cs typeface="DejaVu Sans"/>
              </a:defRPr>
            </a:lvl5pPr>
            <a:lvl6pPr algn="l">
              <a:defRPr sz="1875" b="1">
                <a:solidFill>
                  <a:srgbClr val="E87936"/>
                </a:solidFill>
                <a:latin typeface="DejaVu Sans"/>
                <a:ea typeface="DejaVu Sans"/>
                <a:cs typeface="DejaVu Sans"/>
              </a:defRPr>
            </a:lvl6pPr>
            <a:lvl7pPr algn="l">
              <a:defRPr sz="1875" b="1">
                <a:solidFill>
                  <a:srgbClr val="E87936"/>
                </a:solidFill>
                <a:latin typeface="DejaVu Sans"/>
                <a:ea typeface="DejaVu Sans"/>
                <a:cs typeface="DejaVu Sans"/>
              </a:defRPr>
            </a:lvl7pPr>
            <a:lvl8pPr algn="l">
              <a:defRPr sz="1875" b="1">
                <a:solidFill>
                  <a:srgbClr val="E87936"/>
                </a:solidFill>
                <a:latin typeface="DejaVu Sans"/>
                <a:ea typeface="DejaVu Sans"/>
                <a:cs typeface="DejaVu Sans"/>
              </a:defRPr>
            </a:lvl8pPr>
            <a:lvl9pPr algn="l">
              <a:defRPr sz="1875" b="1">
                <a:solidFill>
                  <a:srgbClr val="E87936"/>
                </a:solidFill>
                <a:latin typeface="DejaVu Sans"/>
                <a:ea typeface="DejaVu Sans"/>
                <a:cs typeface="DejaVu Sans"/>
              </a:defRPr>
            </a:lvl9pPr>
          </a:lstStyle>
          <a:p xmlns:a="http://schemas.openxmlformats.org/drawingml/2006/main">
            <a:pPr algn="l">
              <a:defRPr sz="1875" b="1">
                <a:solidFill>
                  <a:srgbClr val="E87936"/>
                </a:solidFill>
                <a:latin typeface="DejaVu Sans"/>
                <a:ea typeface="DejaVu Sans"/>
                <a:cs typeface="DejaVu Sans"/>
              </a:defRPr>
            </a:pPr>
            <a:r>
              <a:rPr sz="1875" b="1">
                <a:solidFill>
                  <a:srgbClr val="E87936"/>
                </a:solidFill>
                <a:latin typeface="DejaVu Sans"/>
                <a:ea typeface="DejaVu Sans"/>
                <a:cs typeface="DejaVu Sans"/>
              </a:rPr>
              <a:t>≈ 120 Ω</a:t>
            </a:r>
          </a:p>
        </p:txBody>
      </p:sp>
      <p:sp>
        <p:nvSpPr>
          <p:cNvPr id="13" name="s11-card-title-1">
            <a:extLst xmlns:a="http://schemas.openxmlformats.org/drawingml/2006/main">
              <a:ext uri="{FF2B5EF4-FFF2-40B4-BE49-F238E27FC236}">
                <a16:creationId xmlns:a16="http://schemas.microsoft.com/office/drawing/2014/main" id="{C6D30051-A76B-4AC4-9A72-2BADD7F3950D}"/>
              </a:ext>
            </a:extLst>
          </p:cNvPr>
          <p:cNvSpPr>
            <a:spLocks xmlns:a="http://schemas.openxmlformats.org/drawingml/2006/main" noGrp="1"/>
          </p:cNvSpPr>
          <p:nvPr/>
        </p:nvSpPr>
        <p:spPr>
          <a:xfrm xmlns:a="http://schemas.openxmlformats.org/drawingml/2006/main">
            <a:off x="8686800" y="23717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01D31"/>
                </a:solidFill>
                <a:latin typeface="DejaVu Sans"/>
                <a:ea typeface="DejaVu Sans"/>
                <a:cs typeface="DejaVu Sans"/>
              </a:defRPr>
            </a:defPPr>
            <a:lvl1pPr algn="r">
              <a:defRPr sz="1050" b="1">
                <a:solidFill>
                  <a:srgbClr val="101D31"/>
                </a:solidFill>
                <a:latin typeface="DejaVu Sans"/>
                <a:ea typeface="DejaVu Sans"/>
                <a:cs typeface="DejaVu Sans"/>
              </a:defRPr>
            </a:lvl1pPr>
            <a:lvl2pPr algn="r">
              <a:defRPr sz="1050" b="1">
                <a:solidFill>
                  <a:srgbClr val="101D31"/>
                </a:solidFill>
                <a:latin typeface="DejaVu Sans"/>
                <a:ea typeface="DejaVu Sans"/>
                <a:cs typeface="DejaVu Sans"/>
              </a:defRPr>
            </a:lvl2pPr>
            <a:lvl3pPr algn="r">
              <a:defRPr sz="1050" b="1">
                <a:solidFill>
                  <a:srgbClr val="101D31"/>
                </a:solidFill>
                <a:latin typeface="DejaVu Sans"/>
                <a:ea typeface="DejaVu Sans"/>
                <a:cs typeface="DejaVu Sans"/>
              </a:defRPr>
            </a:lvl3pPr>
            <a:lvl4pPr algn="r">
              <a:defRPr sz="1050" b="1">
                <a:solidFill>
                  <a:srgbClr val="101D31"/>
                </a:solidFill>
                <a:latin typeface="DejaVu Sans"/>
                <a:ea typeface="DejaVu Sans"/>
                <a:cs typeface="DejaVu Sans"/>
              </a:defRPr>
            </a:lvl4pPr>
            <a:lvl5pPr algn="r">
              <a:defRPr sz="1050" b="1">
                <a:solidFill>
                  <a:srgbClr val="101D31"/>
                </a:solidFill>
                <a:latin typeface="DejaVu Sans"/>
                <a:ea typeface="DejaVu Sans"/>
                <a:cs typeface="DejaVu Sans"/>
              </a:defRPr>
            </a:lvl5pPr>
            <a:lvl6pPr algn="r">
              <a:defRPr sz="1050" b="1">
                <a:solidFill>
                  <a:srgbClr val="101D31"/>
                </a:solidFill>
                <a:latin typeface="DejaVu Sans"/>
                <a:ea typeface="DejaVu Sans"/>
                <a:cs typeface="DejaVu Sans"/>
              </a:defRPr>
            </a:lvl6pPr>
            <a:lvl7pPr algn="r">
              <a:defRPr sz="1050" b="1">
                <a:solidFill>
                  <a:srgbClr val="101D31"/>
                </a:solidFill>
                <a:latin typeface="DejaVu Sans"/>
                <a:ea typeface="DejaVu Sans"/>
                <a:cs typeface="DejaVu Sans"/>
              </a:defRPr>
            </a:lvl7pPr>
            <a:lvl8pPr algn="r">
              <a:defRPr sz="1050" b="1">
                <a:solidFill>
                  <a:srgbClr val="101D31"/>
                </a:solidFill>
                <a:latin typeface="DejaVu Sans"/>
                <a:ea typeface="DejaVu Sans"/>
                <a:cs typeface="DejaVu Sans"/>
              </a:defRPr>
            </a:lvl8pPr>
            <a:lvl9pPr algn="r">
              <a:defRPr sz="1050" b="1">
                <a:solidFill>
                  <a:srgbClr val="101D31"/>
                </a:solidFill>
                <a:latin typeface="DejaVu Sans"/>
                <a:ea typeface="DejaVu Sans"/>
                <a:cs typeface="DejaVu Sans"/>
              </a:defRPr>
            </a:lvl9pPr>
          </a:lstStyle>
          <a:p xmlns:a="http://schemas.openxmlformats.org/drawingml/2006/main">
            <a:pPr algn="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ΠΙΘΑΝΑ ΛΕΙΠΕΙ ΕΝΑΣ ΤΕΡΜΑΤΙΣΜΟΣ</a:t>
            </a:r>
          </a:p>
        </p:txBody>
      </p:sp>
      <p:sp>
        <p:nvSpPr>
          <p:cNvPr id="14" name="s11-card-body-1">
            <a:extLst xmlns:a="http://schemas.openxmlformats.org/drawingml/2006/main">
              <a:ext uri="{FF2B5EF4-FFF2-40B4-BE49-F238E27FC236}">
                <a16:creationId xmlns:a16="http://schemas.microsoft.com/office/drawing/2014/main" id="{B6850C92-EAB7-4761-ADDE-97570F77E469}"/>
              </a:ext>
            </a:extLst>
          </p:cNvPr>
          <p:cNvSpPr>
            <a:spLocks xmlns:a="http://schemas.openxmlformats.org/drawingml/2006/main" noGrp="1"/>
          </p:cNvSpPr>
          <p:nvPr/>
        </p:nvSpPr>
        <p:spPr>
          <a:xfrm xmlns:a="http://schemas.openxmlformats.org/drawingml/2006/main">
            <a:off x="6800850" y="2857500"/>
            <a:ext cx="4533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Ή υπάρχει διακοπή που απομονώνει ένα άκρο του δικτύου.</a:t>
            </a:r>
          </a:p>
        </p:txBody>
      </p:sp>
      <p:sp>
        <p:nvSpPr>
          <p:cNvPr id="15" name="s11-card-2">
            <a:extLst xmlns:a="http://schemas.openxmlformats.org/drawingml/2006/main">
              <a:ext uri="{FF2B5EF4-FFF2-40B4-BE49-F238E27FC236}">
                <a16:creationId xmlns:a16="http://schemas.microsoft.com/office/drawing/2014/main" id="{003D240F-5F3A-449E-ACB4-4F642FA4D6B7}"/>
              </a:ext>
            </a:extLst>
          </p:cNvPr>
          <p:cNvSpPr>
            <a:spLocks xmlns:a="http://schemas.openxmlformats.org/drawingml/2006/main" noGrp="1"/>
          </p:cNvSpPr>
          <p:nvPr/>
        </p:nvSpPr>
        <p:spPr>
          <a:xfrm xmlns:a="http://schemas.openxmlformats.org/drawingml/2006/main">
            <a:off x="609600" y="3790950"/>
            <a:ext cx="5219700" cy="1352550"/>
          </a:xfrm>
          <a:prstGeom xmlns:a="http://schemas.openxmlformats.org/drawingml/2006/main" prst="roundRect">
            <a:avLst>
              <a:gd name="adj" fmla="val 5634"/>
            </a:avLst>
          </a:prstGeom>
          <a:solidFill xmlns:a="http://schemas.openxmlformats.org/drawingml/2006/main">
            <a:srgbClr val="FCEFED"/>
          </a:solidFill>
          <a:ln xmlns:a="http://schemas.openxmlformats.org/drawingml/2006/main" w="11430">
            <a:solidFill>
              <a:srgbClr val="D6E2ED"/>
            </a:solidFill>
            <a:prstDash val="solid"/>
          </a:ln>
        </p:spPr>
      </p:sp>
      <p:sp>
        <p:nvSpPr>
          <p:cNvPr id="16" name="s11-card-bar-2">
            <a:extLst xmlns:a="http://schemas.openxmlformats.org/drawingml/2006/main">
              <a:ext uri="{FF2B5EF4-FFF2-40B4-BE49-F238E27FC236}">
                <a16:creationId xmlns:a16="http://schemas.microsoft.com/office/drawing/2014/main" id="{9F6D8671-638A-428E-B397-1B3818CF636D}"/>
              </a:ext>
            </a:extLst>
          </p:cNvPr>
          <p:cNvSpPr>
            <a:spLocks xmlns:a="http://schemas.openxmlformats.org/drawingml/2006/main" noGrp="1"/>
          </p:cNvSpPr>
          <p:nvPr/>
        </p:nvSpPr>
        <p:spPr>
          <a:xfrm xmlns:a="http://schemas.openxmlformats.org/drawingml/2006/main">
            <a:off x="800100" y="3981450"/>
            <a:ext cx="76200" cy="971550"/>
          </a:xfrm>
          <a:prstGeom xmlns:a="http://schemas.openxmlformats.org/drawingml/2006/main" prst="roundRect">
            <a:avLst>
              <a:gd name="adj" fmla="val 50000"/>
            </a:avLst>
          </a:prstGeom>
          <a:solidFill xmlns:a="http://schemas.openxmlformats.org/drawingml/2006/main">
            <a:srgbClr val="D9534F"/>
          </a:solidFill>
          <a:ln xmlns:a="http://schemas.openxmlformats.org/drawingml/2006/main" w="0">
            <a:noFill/>
            <a:prstDash val="solid"/>
          </a:ln>
        </p:spPr>
      </p:sp>
      <p:sp>
        <p:nvSpPr>
          <p:cNvPr id="17" name="s11-card-value-2">
            <a:extLst xmlns:a="http://schemas.openxmlformats.org/drawingml/2006/main">
              <a:ext uri="{FF2B5EF4-FFF2-40B4-BE49-F238E27FC236}">
                <a16:creationId xmlns:a16="http://schemas.microsoft.com/office/drawing/2014/main" id="{99502792-0AFF-40DF-A7F5-A5DED67444AE}"/>
              </a:ext>
            </a:extLst>
          </p:cNvPr>
          <p:cNvSpPr>
            <a:spLocks xmlns:a="http://schemas.openxmlformats.org/drawingml/2006/main" noGrp="1"/>
          </p:cNvSpPr>
          <p:nvPr/>
        </p:nvSpPr>
        <p:spPr>
          <a:xfrm xmlns:a="http://schemas.openxmlformats.org/drawingml/2006/main">
            <a:off x="1047750" y="3933825"/>
            <a:ext cx="180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438"/>
          </a:bodyPr>
          <a:lstStyle xmlns:a="http://schemas.openxmlformats.org/drawingml/2006/main">
            <a:defPPr algn="l">
              <a:defRPr sz="1875" b="1">
                <a:solidFill>
                  <a:srgbClr val="D9534F"/>
                </a:solidFill>
                <a:latin typeface="DejaVu Sans"/>
                <a:ea typeface="DejaVu Sans"/>
                <a:cs typeface="DejaVu Sans"/>
              </a:defRPr>
            </a:defPPr>
            <a:lvl1pPr algn="l">
              <a:defRPr sz="1875" b="1">
                <a:solidFill>
                  <a:srgbClr val="D9534F"/>
                </a:solidFill>
                <a:latin typeface="DejaVu Sans"/>
                <a:ea typeface="DejaVu Sans"/>
                <a:cs typeface="DejaVu Sans"/>
              </a:defRPr>
            </a:lvl1pPr>
            <a:lvl2pPr algn="l">
              <a:defRPr sz="1875" b="1">
                <a:solidFill>
                  <a:srgbClr val="D9534F"/>
                </a:solidFill>
                <a:latin typeface="DejaVu Sans"/>
                <a:ea typeface="DejaVu Sans"/>
                <a:cs typeface="DejaVu Sans"/>
              </a:defRPr>
            </a:lvl2pPr>
            <a:lvl3pPr algn="l">
              <a:defRPr sz="1875" b="1">
                <a:solidFill>
                  <a:srgbClr val="D9534F"/>
                </a:solidFill>
                <a:latin typeface="DejaVu Sans"/>
                <a:ea typeface="DejaVu Sans"/>
                <a:cs typeface="DejaVu Sans"/>
              </a:defRPr>
            </a:lvl3pPr>
            <a:lvl4pPr algn="l">
              <a:defRPr sz="1875" b="1">
                <a:solidFill>
                  <a:srgbClr val="D9534F"/>
                </a:solidFill>
                <a:latin typeface="DejaVu Sans"/>
                <a:ea typeface="DejaVu Sans"/>
                <a:cs typeface="DejaVu Sans"/>
              </a:defRPr>
            </a:lvl4pPr>
            <a:lvl5pPr algn="l">
              <a:defRPr sz="1875" b="1">
                <a:solidFill>
                  <a:srgbClr val="D9534F"/>
                </a:solidFill>
                <a:latin typeface="DejaVu Sans"/>
                <a:ea typeface="DejaVu Sans"/>
                <a:cs typeface="DejaVu Sans"/>
              </a:defRPr>
            </a:lvl5pPr>
            <a:lvl6pPr algn="l">
              <a:defRPr sz="1875" b="1">
                <a:solidFill>
                  <a:srgbClr val="D9534F"/>
                </a:solidFill>
                <a:latin typeface="DejaVu Sans"/>
                <a:ea typeface="DejaVu Sans"/>
                <a:cs typeface="DejaVu Sans"/>
              </a:defRPr>
            </a:lvl6pPr>
            <a:lvl7pPr algn="l">
              <a:defRPr sz="1875" b="1">
                <a:solidFill>
                  <a:srgbClr val="D9534F"/>
                </a:solidFill>
                <a:latin typeface="DejaVu Sans"/>
                <a:ea typeface="DejaVu Sans"/>
                <a:cs typeface="DejaVu Sans"/>
              </a:defRPr>
            </a:lvl7pPr>
            <a:lvl8pPr algn="l">
              <a:defRPr sz="1875" b="1">
                <a:solidFill>
                  <a:srgbClr val="D9534F"/>
                </a:solidFill>
                <a:latin typeface="DejaVu Sans"/>
                <a:ea typeface="DejaVu Sans"/>
                <a:cs typeface="DejaVu Sans"/>
              </a:defRPr>
            </a:lvl8pPr>
            <a:lvl9pPr algn="l">
              <a:defRPr sz="1875" b="1">
                <a:solidFill>
                  <a:srgbClr val="D9534F"/>
                </a:solidFill>
                <a:latin typeface="DejaVu Sans"/>
                <a:ea typeface="DejaVu Sans"/>
                <a:cs typeface="DejaVu Sans"/>
              </a:defRPr>
            </a:lvl9pPr>
          </a:lstStyle>
          <a:p xmlns:a="http://schemas.openxmlformats.org/drawingml/2006/main">
            <a:pPr algn="l">
              <a:defRPr sz="1875" b="1">
                <a:solidFill>
                  <a:srgbClr val="D9534F"/>
                </a:solidFill>
                <a:latin typeface="DejaVu Sans"/>
                <a:ea typeface="DejaVu Sans"/>
                <a:cs typeface="DejaVu Sans"/>
              </a:defRPr>
            </a:pPr>
            <a:r>
              <a:rPr sz="1875" b="1">
                <a:solidFill>
                  <a:srgbClr val="D9534F"/>
                </a:solidFill>
                <a:latin typeface="DejaVu Sans"/>
                <a:ea typeface="DejaVu Sans"/>
                <a:cs typeface="DejaVu Sans"/>
              </a:rPr>
              <a:t>Πολύ χαμηλή Ω</a:t>
            </a:r>
          </a:p>
        </p:txBody>
      </p:sp>
      <p:sp>
        <p:nvSpPr>
          <p:cNvPr id="18" name="s11-card-title-2">
            <a:extLst xmlns:a="http://schemas.openxmlformats.org/drawingml/2006/main">
              <a:ext uri="{FF2B5EF4-FFF2-40B4-BE49-F238E27FC236}">
                <a16:creationId xmlns:a16="http://schemas.microsoft.com/office/drawing/2014/main" id="{EFD8A65F-67E0-44C1-9E75-E60E2005233C}"/>
              </a:ext>
            </a:extLst>
          </p:cNvPr>
          <p:cNvSpPr>
            <a:spLocks xmlns:a="http://schemas.openxmlformats.org/drawingml/2006/main" noGrp="1"/>
          </p:cNvSpPr>
          <p:nvPr/>
        </p:nvSpPr>
        <p:spPr>
          <a:xfrm xmlns:a="http://schemas.openxmlformats.org/drawingml/2006/main">
            <a:off x="2933700" y="39528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01D31"/>
                </a:solidFill>
                <a:latin typeface="DejaVu Sans"/>
                <a:ea typeface="DejaVu Sans"/>
                <a:cs typeface="DejaVu Sans"/>
              </a:defRPr>
            </a:defPPr>
            <a:lvl1pPr algn="r">
              <a:defRPr sz="1050" b="1">
                <a:solidFill>
                  <a:srgbClr val="101D31"/>
                </a:solidFill>
                <a:latin typeface="DejaVu Sans"/>
                <a:ea typeface="DejaVu Sans"/>
                <a:cs typeface="DejaVu Sans"/>
              </a:defRPr>
            </a:lvl1pPr>
            <a:lvl2pPr algn="r">
              <a:defRPr sz="1050" b="1">
                <a:solidFill>
                  <a:srgbClr val="101D31"/>
                </a:solidFill>
                <a:latin typeface="DejaVu Sans"/>
                <a:ea typeface="DejaVu Sans"/>
                <a:cs typeface="DejaVu Sans"/>
              </a:defRPr>
            </a:lvl2pPr>
            <a:lvl3pPr algn="r">
              <a:defRPr sz="1050" b="1">
                <a:solidFill>
                  <a:srgbClr val="101D31"/>
                </a:solidFill>
                <a:latin typeface="DejaVu Sans"/>
                <a:ea typeface="DejaVu Sans"/>
                <a:cs typeface="DejaVu Sans"/>
              </a:defRPr>
            </a:lvl3pPr>
            <a:lvl4pPr algn="r">
              <a:defRPr sz="1050" b="1">
                <a:solidFill>
                  <a:srgbClr val="101D31"/>
                </a:solidFill>
                <a:latin typeface="DejaVu Sans"/>
                <a:ea typeface="DejaVu Sans"/>
                <a:cs typeface="DejaVu Sans"/>
              </a:defRPr>
            </a:lvl4pPr>
            <a:lvl5pPr algn="r">
              <a:defRPr sz="1050" b="1">
                <a:solidFill>
                  <a:srgbClr val="101D31"/>
                </a:solidFill>
                <a:latin typeface="DejaVu Sans"/>
                <a:ea typeface="DejaVu Sans"/>
                <a:cs typeface="DejaVu Sans"/>
              </a:defRPr>
            </a:lvl5pPr>
            <a:lvl6pPr algn="r">
              <a:defRPr sz="1050" b="1">
                <a:solidFill>
                  <a:srgbClr val="101D31"/>
                </a:solidFill>
                <a:latin typeface="DejaVu Sans"/>
                <a:ea typeface="DejaVu Sans"/>
                <a:cs typeface="DejaVu Sans"/>
              </a:defRPr>
            </a:lvl6pPr>
            <a:lvl7pPr algn="r">
              <a:defRPr sz="1050" b="1">
                <a:solidFill>
                  <a:srgbClr val="101D31"/>
                </a:solidFill>
                <a:latin typeface="DejaVu Sans"/>
                <a:ea typeface="DejaVu Sans"/>
                <a:cs typeface="DejaVu Sans"/>
              </a:defRPr>
            </a:lvl7pPr>
            <a:lvl8pPr algn="r">
              <a:defRPr sz="1050" b="1">
                <a:solidFill>
                  <a:srgbClr val="101D31"/>
                </a:solidFill>
                <a:latin typeface="DejaVu Sans"/>
                <a:ea typeface="DejaVu Sans"/>
                <a:cs typeface="DejaVu Sans"/>
              </a:defRPr>
            </a:lvl8pPr>
            <a:lvl9pPr algn="r">
              <a:defRPr sz="1050" b="1">
                <a:solidFill>
                  <a:srgbClr val="101D31"/>
                </a:solidFill>
                <a:latin typeface="DejaVu Sans"/>
                <a:ea typeface="DejaVu Sans"/>
                <a:cs typeface="DejaVu Sans"/>
              </a:defRPr>
            </a:lvl9pPr>
          </a:lstStyle>
          <a:p xmlns:a="http://schemas.openxmlformats.org/drawingml/2006/main">
            <a:pPr algn="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ΠΙΘΑΝΗ ΒΡΑΧΥΚΥΚΛΩΣΗ</a:t>
            </a:r>
          </a:p>
        </p:txBody>
      </p:sp>
      <p:sp>
        <p:nvSpPr>
          <p:cNvPr id="19" name="s11-card-body-2">
            <a:extLst xmlns:a="http://schemas.openxmlformats.org/drawingml/2006/main">
              <a:ext uri="{FF2B5EF4-FFF2-40B4-BE49-F238E27FC236}">
                <a16:creationId xmlns:a16="http://schemas.microsoft.com/office/drawing/2014/main" id="{61D5DCFB-1543-4D55-B063-5DFED9D0EF90}"/>
              </a:ext>
            </a:extLst>
          </p:cNvPr>
          <p:cNvSpPr>
            <a:spLocks xmlns:a="http://schemas.openxmlformats.org/drawingml/2006/main" noGrp="1"/>
          </p:cNvSpPr>
          <p:nvPr/>
        </p:nvSpPr>
        <p:spPr>
          <a:xfrm xmlns:a="http://schemas.openxmlformats.org/drawingml/2006/main">
            <a:off x="1047750" y="4438650"/>
            <a:ext cx="4533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Ελέγχουμε για βραχυκύκλωμα ή πρόσθετο φορτίο στο ζεύγος.</a:t>
            </a:r>
          </a:p>
        </p:txBody>
      </p:sp>
      <p:sp>
        <p:nvSpPr>
          <p:cNvPr id="20" name="s11-card-3">
            <a:extLst xmlns:a="http://schemas.openxmlformats.org/drawingml/2006/main">
              <a:ext uri="{FF2B5EF4-FFF2-40B4-BE49-F238E27FC236}">
                <a16:creationId xmlns:a16="http://schemas.microsoft.com/office/drawing/2014/main" id="{E6E04CBD-7932-469A-A212-78DE17114AF7}"/>
              </a:ext>
            </a:extLst>
          </p:cNvPr>
          <p:cNvSpPr>
            <a:spLocks xmlns:a="http://schemas.openxmlformats.org/drawingml/2006/main" noGrp="1"/>
          </p:cNvSpPr>
          <p:nvPr/>
        </p:nvSpPr>
        <p:spPr>
          <a:xfrm xmlns:a="http://schemas.openxmlformats.org/drawingml/2006/main">
            <a:off x="6362700" y="3790950"/>
            <a:ext cx="5219700" cy="1352550"/>
          </a:xfrm>
          <a:prstGeom xmlns:a="http://schemas.openxmlformats.org/drawingml/2006/main" prst="roundRect">
            <a:avLst>
              <a:gd name="adj" fmla="val 5634"/>
            </a:avLst>
          </a:prstGeom>
          <a:solidFill xmlns:a="http://schemas.openxmlformats.org/drawingml/2006/main">
            <a:srgbClr val="EEF3F7"/>
          </a:solidFill>
          <a:ln xmlns:a="http://schemas.openxmlformats.org/drawingml/2006/main" w="11430">
            <a:solidFill>
              <a:srgbClr val="D6E2ED"/>
            </a:solidFill>
            <a:prstDash val="solid"/>
          </a:ln>
        </p:spPr>
      </p:sp>
      <p:sp>
        <p:nvSpPr>
          <p:cNvPr id="21" name="s11-card-bar-3">
            <a:extLst xmlns:a="http://schemas.openxmlformats.org/drawingml/2006/main">
              <a:ext uri="{FF2B5EF4-FFF2-40B4-BE49-F238E27FC236}">
                <a16:creationId xmlns:a16="http://schemas.microsoft.com/office/drawing/2014/main" id="{040205C2-4C94-42D8-B2CA-0033E95A372C}"/>
              </a:ext>
            </a:extLst>
          </p:cNvPr>
          <p:cNvSpPr>
            <a:spLocks xmlns:a="http://schemas.openxmlformats.org/drawingml/2006/main" noGrp="1"/>
          </p:cNvSpPr>
          <p:nvPr/>
        </p:nvSpPr>
        <p:spPr>
          <a:xfrm xmlns:a="http://schemas.openxmlformats.org/drawingml/2006/main">
            <a:off x="6553200" y="3981450"/>
            <a:ext cx="76200" cy="971550"/>
          </a:xfrm>
          <a:prstGeom xmlns:a="http://schemas.openxmlformats.org/drawingml/2006/main" prst="roundRect">
            <a:avLst>
              <a:gd name="adj" fmla="val 50000"/>
            </a:avLst>
          </a:prstGeom>
          <a:solidFill xmlns:a="http://schemas.openxmlformats.org/drawingml/2006/main">
            <a:srgbClr val="59738D"/>
          </a:solidFill>
          <a:ln xmlns:a="http://schemas.openxmlformats.org/drawingml/2006/main" w="0">
            <a:noFill/>
            <a:prstDash val="solid"/>
          </a:ln>
        </p:spPr>
      </p:sp>
      <p:sp>
        <p:nvSpPr>
          <p:cNvPr id="22" name="s11-card-value-3">
            <a:extLst xmlns:a="http://schemas.openxmlformats.org/drawingml/2006/main">
              <a:ext uri="{FF2B5EF4-FFF2-40B4-BE49-F238E27FC236}">
                <a16:creationId xmlns:a16="http://schemas.microsoft.com/office/drawing/2014/main" id="{E210E596-BFAF-476C-9619-2A50B3B35544}"/>
              </a:ext>
            </a:extLst>
          </p:cNvPr>
          <p:cNvSpPr>
            <a:spLocks xmlns:a="http://schemas.openxmlformats.org/drawingml/2006/main" noGrp="1"/>
          </p:cNvSpPr>
          <p:nvPr/>
        </p:nvSpPr>
        <p:spPr>
          <a:xfrm xmlns:a="http://schemas.openxmlformats.org/drawingml/2006/main">
            <a:off x="6800850" y="3933825"/>
            <a:ext cx="1809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59738D"/>
                </a:solidFill>
                <a:latin typeface="DejaVu Sans"/>
                <a:ea typeface="DejaVu Sans"/>
                <a:cs typeface="DejaVu Sans"/>
              </a:defRPr>
            </a:defPPr>
            <a:lvl1pPr algn="l">
              <a:defRPr sz="1875" b="1">
                <a:solidFill>
                  <a:srgbClr val="59738D"/>
                </a:solidFill>
                <a:latin typeface="DejaVu Sans"/>
                <a:ea typeface="DejaVu Sans"/>
                <a:cs typeface="DejaVu Sans"/>
              </a:defRPr>
            </a:lvl1pPr>
            <a:lvl2pPr algn="l">
              <a:defRPr sz="1875" b="1">
                <a:solidFill>
                  <a:srgbClr val="59738D"/>
                </a:solidFill>
                <a:latin typeface="DejaVu Sans"/>
                <a:ea typeface="DejaVu Sans"/>
                <a:cs typeface="DejaVu Sans"/>
              </a:defRPr>
            </a:lvl2pPr>
            <a:lvl3pPr algn="l">
              <a:defRPr sz="1875" b="1">
                <a:solidFill>
                  <a:srgbClr val="59738D"/>
                </a:solidFill>
                <a:latin typeface="DejaVu Sans"/>
                <a:ea typeface="DejaVu Sans"/>
                <a:cs typeface="DejaVu Sans"/>
              </a:defRPr>
            </a:lvl3pPr>
            <a:lvl4pPr algn="l">
              <a:defRPr sz="1875" b="1">
                <a:solidFill>
                  <a:srgbClr val="59738D"/>
                </a:solidFill>
                <a:latin typeface="DejaVu Sans"/>
                <a:ea typeface="DejaVu Sans"/>
                <a:cs typeface="DejaVu Sans"/>
              </a:defRPr>
            </a:lvl4pPr>
            <a:lvl5pPr algn="l">
              <a:defRPr sz="1875" b="1">
                <a:solidFill>
                  <a:srgbClr val="59738D"/>
                </a:solidFill>
                <a:latin typeface="DejaVu Sans"/>
                <a:ea typeface="DejaVu Sans"/>
                <a:cs typeface="DejaVu Sans"/>
              </a:defRPr>
            </a:lvl5pPr>
            <a:lvl6pPr algn="l">
              <a:defRPr sz="1875" b="1">
                <a:solidFill>
                  <a:srgbClr val="59738D"/>
                </a:solidFill>
                <a:latin typeface="DejaVu Sans"/>
                <a:ea typeface="DejaVu Sans"/>
                <a:cs typeface="DejaVu Sans"/>
              </a:defRPr>
            </a:lvl6pPr>
            <a:lvl7pPr algn="l">
              <a:defRPr sz="1875" b="1">
                <a:solidFill>
                  <a:srgbClr val="59738D"/>
                </a:solidFill>
                <a:latin typeface="DejaVu Sans"/>
                <a:ea typeface="DejaVu Sans"/>
                <a:cs typeface="DejaVu Sans"/>
              </a:defRPr>
            </a:lvl7pPr>
            <a:lvl8pPr algn="l">
              <a:defRPr sz="1875" b="1">
                <a:solidFill>
                  <a:srgbClr val="59738D"/>
                </a:solidFill>
                <a:latin typeface="DejaVu Sans"/>
                <a:ea typeface="DejaVu Sans"/>
                <a:cs typeface="DejaVu Sans"/>
              </a:defRPr>
            </a:lvl8pPr>
            <a:lvl9pPr algn="l">
              <a:defRPr sz="1875" b="1">
                <a:solidFill>
                  <a:srgbClr val="59738D"/>
                </a:solidFill>
                <a:latin typeface="DejaVu Sans"/>
                <a:ea typeface="DejaVu Sans"/>
                <a:cs typeface="DejaVu Sans"/>
              </a:defRPr>
            </a:lvl9pPr>
          </a:lstStyle>
          <a:p xmlns:a="http://schemas.openxmlformats.org/drawingml/2006/main">
            <a:pPr algn="l">
              <a:defRPr sz="1875" b="1">
                <a:solidFill>
                  <a:srgbClr val="59738D"/>
                </a:solidFill>
                <a:latin typeface="DejaVu Sans"/>
                <a:ea typeface="DejaVu Sans"/>
                <a:cs typeface="DejaVu Sans"/>
              </a:defRPr>
            </a:pPr>
            <a:r>
              <a:rPr sz="1875" b="1">
                <a:solidFill>
                  <a:srgbClr val="59738D"/>
                </a:solidFill>
                <a:latin typeface="DejaVu Sans"/>
                <a:ea typeface="DejaVu Sans"/>
                <a:cs typeface="DejaVu Sans"/>
              </a:rPr>
              <a:t>OL / ∞</a:t>
            </a:r>
          </a:p>
        </p:txBody>
      </p:sp>
      <p:sp>
        <p:nvSpPr>
          <p:cNvPr id="23" name="s11-card-title-3">
            <a:extLst xmlns:a="http://schemas.openxmlformats.org/drawingml/2006/main">
              <a:ext uri="{FF2B5EF4-FFF2-40B4-BE49-F238E27FC236}">
                <a16:creationId xmlns:a16="http://schemas.microsoft.com/office/drawing/2014/main" id="{F549C946-2ECE-41A4-ABFB-5FAE05DA7384}"/>
              </a:ext>
            </a:extLst>
          </p:cNvPr>
          <p:cNvSpPr>
            <a:spLocks xmlns:a="http://schemas.openxmlformats.org/drawingml/2006/main" noGrp="1"/>
          </p:cNvSpPr>
          <p:nvPr/>
        </p:nvSpPr>
        <p:spPr>
          <a:xfrm xmlns:a="http://schemas.openxmlformats.org/drawingml/2006/main">
            <a:off x="8686800" y="39528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101D31"/>
                </a:solidFill>
                <a:latin typeface="DejaVu Sans"/>
                <a:ea typeface="DejaVu Sans"/>
                <a:cs typeface="DejaVu Sans"/>
              </a:defRPr>
            </a:defPPr>
            <a:lvl1pPr algn="r">
              <a:defRPr sz="1050" b="1">
                <a:solidFill>
                  <a:srgbClr val="101D31"/>
                </a:solidFill>
                <a:latin typeface="DejaVu Sans"/>
                <a:ea typeface="DejaVu Sans"/>
                <a:cs typeface="DejaVu Sans"/>
              </a:defRPr>
            </a:lvl1pPr>
            <a:lvl2pPr algn="r">
              <a:defRPr sz="1050" b="1">
                <a:solidFill>
                  <a:srgbClr val="101D31"/>
                </a:solidFill>
                <a:latin typeface="DejaVu Sans"/>
                <a:ea typeface="DejaVu Sans"/>
                <a:cs typeface="DejaVu Sans"/>
              </a:defRPr>
            </a:lvl2pPr>
            <a:lvl3pPr algn="r">
              <a:defRPr sz="1050" b="1">
                <a:solidFill>
                  <a:srgbClr val="101D31"/>
                </a:solidFill>
                <a:latin typeface="DejaVu Sans"/>
                <a:ea typeface="DejaVu Sans"/>
                <a:cs typeface="DejaVu Sans"/>
              </a:defRPr>
            </a:lvl3pPr>
            <a:lvl4pPr algn="r">
              <a:defRPr sz="1050" b="1">
                <a:solidFill>
                  <a:srgbClr val="101D31"/>
                </a:solidFill>
                <a:latin typeface="DejaVu Sans"/>
                <a:ea typeface="DejaVu Sans"/>
                <a:cs typeface="DejaVu Sans"/>
              </a:defRPr>
            </a:lvl4pPr>
            <a:lvl5pPr algn="r">
              <a:defRPr sz="1050" b="1">
                <a:solidFill>
                  <a:srgbClr val="101D31"/>
                </a:solidFill>
                <a:latin typeface="DejaVu Sans"/>
                <a:ea typeface="DejaVu Sans"/>
                <a:cs typeface="DejaVu Sans"/>
              </a:defRPr>
            </a:lvl5pPr>
            <a:lvl6pPr algn="r">
              <a:defRPr sz="1050" b="1">
                <a:solidFill>
                  <a:srgbClr val="101D31"/>
                </a:solidFill>
                <a:latin typeface="DejaVu Sans"/>
                <a:ea typeface="DejaVu Sans"/>
                <a:cs typeface="DejaVu Sans"/>
              </a:defRPr>
            </a:lvl6pPr>
            <a:lvl7pPr algn="r">
              <a:defRPr sz="1050" b="1">
                <a:solidFill>
                  <a:srgbClr val="101D31"/>
                </a:solidFill>
                <a:latin typeface="DejaVu Sans"/>
                <a:ea typeface="DejaVu Sans"/>
                <a:cs typeface="DejaVu Sans"/>
              </a:defRPr>
            </a:lvl7pPr>
            <a:lvl8pPr algn="r">
              <a:defRPr sz="1050" b="1">
                <a:solidFill>
                  <a:srgbClr val="101D31"/>
                </a:solidFill>
                <a:latin typeface="DejaVu Sans"/>
                <a:ea typeface="DejaVu Sans"/>
                <a:cs typeface="DejaVu Sans"/>
              </a:defRPr>
            </a:lvl8pPr>
            <a:lvl9pPr algn="r">
              <a:defRPr sz="1050" b="1">
                <a:solidFill>
                  <a:srgbClr val="101D31"/>
                </a:solidFill>
                <a:latin typeface="DejaVu Sans"/>
                <a:ea typeface="DejaVu Sans"/>
                <a:cs typeface="DejaVu Sans"/>
              </a:defRPr>
            </a:lvl9pPr>
          </a:lstStyle>
          <a:p xmlns:a="http://schemas.openxmlformats.org/drawingml/2006/main">
            <a:pPr algn="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ΔΙΑΚΟΠΗ Ή ΑΝΟΙΧΤΗ ΓΡΑΜΜΗ</a:t>
            </a:r>
          </a:p>
        </p:txBody>
      </p:sp>
      <p:sp>
        <p:nvSpPr>
          <p:cNvPr id="24" name="s11-card-body-3">
            <a:extLst xmlns:a="http://schemas.openxmlformats.org/drawingml/2006/main">
              <a:ext uri="{FF2B5EF4-FFF2-40B4-BE49-F238E27FC236}">
                <a16:creationId xmlns:a16="http://schemas.microsoft.com/office/drawing/2014/main" id="{375D5AC0-82CA-4A5B-8FE8-6BFAC0E5B587}"/>
              </a:ext>
            </a:extLst>
          </p:cNvPr>
          <p:cNvSpPr>
            <a:spLocks xmlns:a="http://schemas.openxmlformats.org/drawingml/2006/main" noGrp="1"/>
          </p:cNvSpPr>
          <p:nvPr/>
        </p:nvSpPr>
        <p:spPr>
          <a:xfrm xmlns:a="http://schemas.openxmlformats.org/drawingml/2006/main">
            <a:off x="6800850" y="4438650"/>
            <a:ext cx="4533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Ελέγχουμε καλώδια, συνδέσεις και αν μετράμε στο σωστό σημείο.</a:t>
            </a:r>
          </a:p>
        </p:txBody>
      </p:sp>
      <p:sp>
        <p:nvSpPr>
          <p:cNvPr id="25" name="s11-caution">
            <a:extLst xmlns:a="http://schemas.openxmlformats.org/drawingml/2006/main">
              <a:ext uri="{FF2B5EF4-FFF2-40B4-BE49-F238E27FC236}">
                <a16:creationId xmlns:a16="http://schemas.microsoft.com/office/drawing/2014/main" id="{445D31D5-FC31-4AAE-8201-4EC4A217742E}"/>
              </a:ext>
            </a:extLst>
          </p:cNvPr>
          <p:cNvSpPr>
            <a:spLocks xmlns:a="http://schemas.openxmlformats.org/drawingml/2006/main" noGrp="1"/>
          </p:cNvSpPr>
          <p:nvPr/>
        </p:nvSpPr>
        <p:spPr>
          <a:xfrm xmlns:a="http://schemas.openxmlformats.org/drawingml/2006/main">
            <a:off x="609600" y="5410200"/>
            <a:ext cx="10972800" cy="723900"/>
          </a:xfrm>
          <a:prstGeom xmlns:a="http://schemas.openxmlformats.org/drawingml/2006/main" prst="roundRect">
            <a:avLst>
              <a:gd name="adj" fmla="val 10526"/>
            </a:avLst>
          </a:prstGeom>
          <a:solidFill xmlns:a="http://schemas.openxmlformats.org/drawingml/2006/main">
            <a:srgbClr val="071426"/>
          </a:solidFill>
          <a:ln xmlns:a="http://schemas.openxmlformats.org/drawingml/2006/main" w="0">
            <a:noFill/>
            <a:prstDash val="solid"/>
          </a:ln>
        </p:spPr>
      </p:sp>
      <p:sp>
        <p:nvSpPr>
          <p:cNvPr id="26" name="s11-caution-title">
            <a:extLst xmlns:a="http://schemas.openxmlformats.org/drawingml/2006/main">
              <a:ext uri="{FF2B5EF4-FFF2-40B4-BE49-F238E27FC236}">
                <a16:creationId xmlns:a16="http://schemas.microsoft.com/office/drawing/2014/main" id="{77582774-7607-450F-AAE9-C79274D7C3E8}"/>
              </a:ext>
            </a:extLst>
          </p:cNvPr>
          <p:cNvSpPr>
            <a:spLocks xmlns:a="http://schemas.openxmlformats.org/drawingml/2006/main" noGrp="1"/>
          </p:cNvSpPr>
          <p:nvPr/>
        </p:nvSpPr>
        <p:spPr>
          <a:xfrm xmlns:a="http://schemas.openxmlformats.org/drawingml/2006/main">
            <a:off x="838200" y="552450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F7B500"/>
                </a:solidFill>
                <a:latin typeface="DejaVu Sans"/>
                <a:ea typeface="DejaVu Sans"/>
                <a:cs typeface="DejaVu Sans"/>
              </a:defRPr>
            </a:defPPr>
            <a:lvl1pPr algn="l">
              <a:defRPr sz="1050" b="1">
                <a:solidFill>
                  <a:srgbClr val="F7B500"/>
                </a:solidFill>
                <a:latin typeface="DejaVu Sans"/>
                <a:ea typeface="DejaVu Sans"/>
                <a:cs typeface="DejaVu Sans"/>
              </a:defRPr>
            </a:lvl1pPr>
            <a:lvl2pPr algn="l">
              <a:defRPr sz="1050" b="1">
                <a:solidFill>
                  <a:srgbClr val="F7B500"/>
                </a:solidFill>
                <a:latin typeface="DejaVu Sans"/>
                <a:ea typeface="DejaVu Sans"/>
                <a:cs typeface="DejaVu Sans"/>
              </a:defRPr>
            </a:lvl2pPr>
            <a:lvl3pPr algn="l">
              <a:defRPr sz="1050" b="1">
                <a:solidFill>
                  <a:srgbClr val="F7B500"/>
                </a:solidFill>
                <a:latin typeface="DejaVu Sans"/>
                <a:ea typeface="DejaVu Sans"/>
                <a:cs typeface="DejaVu Sans"/>
              </a:defRPr>
            </a:lvl3pPr>
            <a:lvl4pPr algn="l">
              <a:defRPr sz="1050" b="1">
                <a:solidFill>
                  <a:srgbClr val="F7B500"/>
                </a:solidFill>
                <a:latin typeface="DejaVu Sans"/>
                <a:ea typeface="DejaVu Sans"/>
                <a:cs typeface="DejaVu Sans"/>
              </a:defRPr>
            </a:lvl4pPr>
            <a:lvl5pPr algn="l">
              <a:defRPr sz="1050" b="1">
                <a:solidFill>
                  <a:srgbClr val="F7B500"/>
                </a:solidFill>
                <a:latin typeface="DejaVu Sans"/>
                <a:ea typeface="DejaVu Sans"/>
                <a:cs typeface="DejaVu Sans"/>
              </a:defRPr>
            </a:lvl5pPr>
            <a:lvl6pPr algn="l">
              <a:defRPr sz="1050" b="1">
                <a:solidFill>
                  <a:srgbClr val="F7B500"/>
                </a:solidFill>
                <a:latin typeface="DejaVu Sans"/>
                <a:ea typeface="DejaVu Sans"/>
                <a:cs typeface="DejaVu Sans"/>
              </a:defRPr>
            </a:lvl6pPr>
            <a:lvl7pPr algn="l">
              <a:defRPr sz="1050" b="1">
                <a:solidFill>
                  <a:srgbClr val="F7B500"/>
                </a:solidFill>
                <a:latin typeface="DejaVu Sans"/>
                <a:ea typeface="DejaVu Sans"/>
                <a:cs typeface="DejaVu Sans"/>
              </a:defRPr>
            </a:lvl7pPr>
            <a:lvl8pPr algn="l">
              <a:defRPr sz="1050" b="1">
                <a:solidFill>
                  <a:srgbClr val="F7B500"/>
                </a:solidFill>
                <a:latin typeface="DejaVu Sans"/>
                <a:ea typeface="DejaVu Sans"/>
                <a:cs typeface="DejaVu Sans"/>
              </a:defRPr>
            </a:lvl8pPr>
            <a:lvl9pPr algn="l">
              <a:defRPr sz="1050" b="1">
                <a:solidFill>
                  <a:srgbClr val="F7B500"/>
                </a:solidFill>
                <a:latin typeface="DejaVu Sans"/>
                <a:ea typeface="DejaVu Sans"/>
                <a:cs typeface="DejaVu Sans"/>
              </a:defRPr>
            </a:lvl9pPr>
          </a:lstStyle>
          <a:p xmlns:a="http://schemas.openxmlformats.org/drawingml/2006/main">
            <a:pPr algn="l">
              <a:defRPr sz="1050" b="1">
                <a:solidFill>
                  <a:srgbClr val="F7B500"/>
                </a:solidFill>
                <a:latin typeface="DejaVu Sans"/>
                <a:ea typeface="DejaVu Sans"/>
                <a:cs typeface="DejaVu Sans"/>
              </a:defRPr>
            </a:pPr>
            <a:r>
              <a:rPr sz="1050" b="1">
                <a:solidFill>
                  <a:srgbClr val="F7B500"/>
                </a:solidFill>
                <a:latin typeface="DejaVu Sans"/>
                <a:ea typeface="DejaVu Sans"/>
                <a:cs typeface="DejaVu Sans"/>
              </a:rPr>
              <a:t>ΠΡΟΣΟΧΗ</a:t>
            </a:r>
          </a:p>
        </p:txBody>
      </p:sp>
      <p:sp>
        <p:nvSpPr>
          <p:cNvPr id="27" name="s11-caution-text">
            <a:extLst xmlns:a="http://schemas.openxmlformats.org/drawingml/2006/main">
              <a:ext uri="{FF2B5EF4-FFF2-40B4-BE49-F238E27FC236}">
                <a16:creationId xmlns:a16="http://schemas.microsoft.com/office/drawing/2014/main" id="{7591654A-3F1E-4E28-8A5C-889790BA1618}"/>
              </a:ext>
            </a:extLst>
          </p:cNvPr>
          <p:cNvSpPr>
            <a:spLocks xmlns:a="http://schemas.openxmlformats.org/drawingml/2006/main" noGrp="1"/>
          </p:cNvSpPr>
          <p:nvPr/>
        </p:nvSpPr>
        <p:spPr>
          <a:xfrm xmlns:a="http://schemas.openxmlformats.org/drawingml/2006/main">
            <a:off x="2076450" y="5486400"/>
            <a:ext cx="9191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FFFF"/>
                </a:solidFill>
                <a:latin typeface="DejaVu Sans"/>
                <a:ea typeface="DejaVu Sans"/>
                <a:cs typeface="DejaVu Sans"/>
              </a:defRPr>
            </a:defPPr>
            <a:lvl1pPr algn="l">
              <a:defRPr sz="1275" b="1">
                <a:solidFill>
                  <a:srgbClr val="FFFFFF"/>
                </a:solidFill>
                <a:latin typeface="DejaVu Sans"/>
                <a:ea typeface="DejaVu Sans"/>
                <a:cs typeface="DejaVu Sans"/>
              </a:defRPr>
            </a:lvl1pPr>
            <a:lvl2pPr algn="l">
              <a:defRPr sz="1275" b="1">
                <a:solidFill>
                  <a:srgbClr val="FFFFFF"/>
                </a:solidFill>
                <a:latin typeface="DejaVu Sans"/>
                <a:ea typeface="DejaVu Sans"/>
                <a:cs typeface="DejaVu Sans"/>
              </a:defRPr>
            </a:lvl2pPr>
            <a:lvl3pPr algn="l">
              <a:defRPr sz="1275" b="1">
                <a:solidFill>
                  <a:srgbClr val="FFFFFF"/>
                </a:solidFill>
                <a:latin typeface="DejaVu Sans"/>
                <a:ea typeface="DejaVu Sans"/>
                <a:cs typeface="DejaVu Sans"/>
              </a:defRPr>
            </a:lvl3pPr>
            <a:lvl4pPr algn="l">
              <a:defRPr sz="1275" b="1">
                <a:solidFill>
                  <a:srgbClr val="FFFFFF"/>
                </a:solidFill>
                <a:latin typeface="DejaVu Sans"/>
                <a:ea typeface="DejaVu Sans"/>
                <a:cs typeface="DejaVu Sans"/>
              </a:defRPr>
            </a:lvl4pPr>
            <a:lvl5pPr algn="l">
              <a:defRPr sz="1275" b="1">
                <a:solidFill>
                  <a:srgbClr val="FFFFFF"/>
                </a:solidFill>
                <a:latin typeface="DejaVu Sans"/>
                <a:ea typeface="DejaVu Sans"/>
                <a:cs typeface="DejaVu Sans"/>
              </a:defRPr>
            </a:lvl5pPr>
            <a:lvl6pPr algn="l">
              <a:defRPr sz="1275" b="1">
                <a:solidFill>
                  <a:srgbClr val="FFFFFF"/>
                </a:solidFill>
                <a:latin typeface="DejaVu Sans"/>
                <a:ea typeface="DejaVu Sans"/>
                <a:cs typeface="DejaVu Sans"/>
              </a:defRPr>
            </a:lvl6pPr>
            <a:lvl7pPr algn="l">
              <a:defRPr sz="1275" b="1">
                <a:solidFill>
                  <a:srgbClr val="FFFFFF"/>
                </a:solidFill>
                <a:latin typeface="DejaVu Sans"/>
                <a:ea typeface="DejaVu Sans"/>
                <a:cs typeface="DejaVu Sans"/>
              </a:defRPr>
            </a:lvl7pPr>
            <a:lvl8pPr algn="l">
              <a:defRPr sz="1275" b="1">
                <a:solidFill>
                  <a:srgbClr val="FFFFFF"/>
                </a:solidFill>
                <a:latin typeface="DejaVu Sans"/>
                <a:ea typeface="DejaVu Sans"/>
                <a:cs typeface="DejaVu Sans"/>
              </a:defRPr>
            </a:lvl8pPr>
            <a:lvl9pPr algn="l">
              <a:defRPr sz="1275" b="1">
                <a:solidFill>
                  <a:srgbClr val="FFFFFF"/>
                </a:solidFill>
                <a:latin typeface="DejaVu Sans"/>
                <a:ea typeface="DejaVu Sans"/>
                <a:cs typeface="DejaVu Sans"/>
              </a:defRPr>
            </a:lvl9pPr>
          </a:lstStyle>
          <a:p xmlns:a="http://schemas.openxmlformats.org/drawingml/2006/main">
            <a:pPr algn="l">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Οι τιμές είναι ενδεικτικές. Μία μέτρηση δεν αποδεικνύει μόνη της ποια βλάβη υπάρχει.</a:t>
            </a:r>
          </a:p>
        </p:txBody>
      </p:sp>
      <p:sp>
        <p:nvSpPr>
          <p:cNvPr id="28" name="s11-note">
            <a:extLst xmlns:a="http://schemas.openxmlformats.org/drawingml/2006/main">
              <a:ext uri="{FF2B5EF4-FFF2-40B4-BE49-F238E27FC236}">
                <a16:creationId xmlns:a16="http://schemas.microsoft.com/office/drawing/2014/main" id="{7542ED0D-DE39-423D-BE9F-07957BC87903}"/>
              </a:ext>
            </a:extLst>
          </p:cNvPr>
          <p:cNvSpPr>
            <a:spLocks xmlns:a="http://schemas.openxmlformats.org/drawingml/2006/main" noGrp="1"/>
          </p:cNvSpPr>
          <p:nvPr/>
        </p:nvSpPr>
        <p:spPr>
          <a:xfrm xmlns:a="http://schemas.openxmlformats.org/drawingml/2006/main">
            <a:off x="609600" y="62388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Ακολουθούμε το διάγραμμα και τη διαδικασία ελέγχου του κατασκευαστή.</a:t>
            </a:r>
          </a:p>
        </p:txBody>
      </p:sp>
      <p:sp>
        <p:nvSpPr>
          <p:cNvPr id="29" name="s11-footer">
            <a:extLst xmlns:a="http://schemas.openxmlformats.org/drawingml/2006/main">
              <a:ext uri="{FF2B5EF4-FFF2-40B4-BE49-F238E27FC236}">
                <a16:creationId xmlns:a16="http://schemas.microsoft.com/office/drawing/2014/main" id="{E698EFC7-E1AD-4965-947B-99A7D3F38EA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0" name="s11-page-number">
            <a:extLst xmlns:a="http://schemas.openxmlformats.org/drawingml/2006/main">
              <a:ext uri="{FF2B5EF4-FFF2-40B4-BE49-F238E27FC236}">
                <a16:creationId xmlns:a16="http://schemas.microsoft.com/office/drawing/2014/main" id="{2F0FD24D-C51D-4A29-B3D5-FE51CC768025}"/>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11</a:t>
            </a:r>
          </a:p>
        </p:txBody>
      </p:sp>
    </p:spTree>
    <p:extLst>
      <p:ext uri="{BB962C8B-B14F-4D97-AF65-F5344CB8AC3E}">
        <p14:creationId xmlns:p14="http://schemas.microsoft.com/office/powerpoint/2010/main" val="861221789"/>
      </p:ext>
    </p:extLst>
  </p:cSld>
</p:sld>
</file>

<file path=ppt/slides/slide12.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32" name="s12-kicker">
            <a:extLst xmlns:a="http://schemas.openxmlformats.org/drawingml/2006/main">
              <a:ext uri="{FF2B5EF4-FFF2-40B4-BE49-F238E27FC236}">
                <a16:creationId xmlns:a16="http://schemas.microsoft.com/office/drawing/2014/main" id="{C3381A73-1340-434B-9321-812E24F086A1}"/>
              </a:ext>
            </a:extLst>
          </p:cNvPr>
          <p:cNvSpPr>
            <a:spLocks xmlns:a="http://schemas.openxmlformats.org/drawingml/2006/main" noGrp="1"/>
          </p:cNvSpPr>
          <p:nvPr/>
        </p:nvSpPr>
        <p:spPr>
          <a:xfrm xmlns:a="http://schemas.openxmlformats.org/drawingml/2006/main">
            <a:off x="609600" y="3238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35D8F1"/>
                </a:solidFill>
                <a:latin typeface="DejaVu Sans"/>
                <a:ea typeface="DejaVu Sans"/>
                <a:cs typeface="DejaVu Sans"/>
              </a:defRPr>
            </a:defPPr>
            <a:lvl1pPr algn="l">
              <a:defRPr sz="1050" b="1">
                <a:solidFill>
                  <a:srgbClr val="35D8F1"/>
                </a:solidFill>
                <a:latin typeface="DejaVu Sans"/>
                <a:ea typeface="DejaVu Sans"/>
                <a:cs typeface="DejaVu Sans"/>
              </a:defRPr>
            </a:lvl1pPr>
            <a:lvl2pPr algn="l">
              <a:defRPr sz="1050" b="1">
                <a:solidFill>
                  <a:srgbClr val="35D8F1"/>
                </a:solidFill>
                <a:latin typeface="DejaVu Sans"/>
                <a:ea typeface="DejaVu Sans"/>
                <a:cs typeface="DejaVu Sans"/>
              </a:defRPr>
            </a:lvl2pPr>
            <a:lvl3pPr algn="l">
              <a:defRPr sz="1050" b="1">
                <a:solidFill>
                  <a:srgbClr val="35D8F1"/>
                </a:solidFill>
                <a:latin typeface="DejaVu Sans"/>
                <a:ea typeface="DejaVu Sans"/>
                <a:cs typeface="DejaVu Sans"/>
              </a:defRPr>
            </a:lvl3pPr>
            <a:lvl4pPr algn="l">
              <a:defRPr sz="1050" b="1">
                <a:solidFill>
                  <a:srgbClr val="35D8F1"/>
                </a:solidFill>
                <a:latin typeface="DejaVu Sans"/>
                <a:ea typeface="DejaVu Sans"/>
                <a:cs typeface="DejaVu Sans"/>
              </a:defRPr>
            </a:lvl4pPr>
            <a:lvl5pPr algn="l">
              <a:defRPr sz="1050" b="1">
                <a:solidFill>
                  <a:srgbClr val="35D8F1"/>
                </a:solidFill>
                <a:latin typeface="DejaVu Sans"/>
                <a:ea typeface="DejaVu Sans"/>
                <a:cs typeface="DejaVu Sans"/>
              </a:defRPr>
            </a:lvl5pPr>
            <a:lvl6pPr algn="l">
              <a:defRPr sz="1050" b="1">
                <a:solidFill>
                  <a:srgbClr val="35D8F1"/>
                </a:solidFill>
                <a:latin typeface="DejaVu Sans"/>
                <a:ea typeface="DejaVu Sans"/>
                <a:cs typeface="DejaVu Sans"/>
              </a:defRPr>
            </a:lvl6pPr>
            <a:lvl7pPr algn="l">
              <a:defRPr sz="1050" b="1">
                <a:solidFill>
                  <a:srgbClr val="35D8F1"/>
                </a:solidFill>
                <a:latin typeface="DejaVu Sans"/>
                <a:ea typeface="DejaVu Sans"/>
                <a:cs typeface="DejaVu Sans"/>
              </a:defRPr>
            </a:lvl7pPr>
            <a:lvl8pPr algn="l">
              <a:defRPr sz="1050" b="1">
                <a:solidFill>
                  <a:srgbClr val="35D8F1"/>
                </a:solidFill>
                <a:latin typeface="DejaVu Sans"/>
                <a:ea typeface="DejaVu Sans"/>
                <a:cs typeface="DejaVu Sans"/>
              </a:defRPr>
            </a:lvl8pPr>
            <a:lvl9pPr algn="l">
              <a:defRPr sz="1050" b="1">
                <a:solidFill>
                  <a:srgbClr val="35D8F1"/>
                </a:solidFill>
                <a:latin typeface="DejaVu Sans"/>
                <a:ea typeface="DejaVu Sans"/>
                <a:cs typeface="DejaVu Sans"/>
              </a:defRPr>
            </a:lvl9pPr>
          </a:lstStyle>
          <a:p xmlns:a="http://schemas.openxmlformats.org/drawingml/2006/main">
            <a:pPr algn="l">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ΑΠΟ ΤΗ ΘΕΩΡΙΑ ΣΤΟΝ ΕΛΕΓΧΟ</a:t>
            </a:r>
          </a:p>
        </p:txBody>
      </p:sp>
      <p:sp>
        <p:nvSpPr>
          <p:cNvPr id="2" name="s12-title">
            <a:extLst xmlns:a="http://schemas.openxmlformats.org/drawingml/2006/main">
              <a:ext uri="{FF2B5EF4-FFF2-40B4-BE49-F238E27FC236}">
                <a16:creationId xmlns:a16="http://schemas.microsoft.com/office/drawing/2014/main" id="{D6C2AFD0-66E2-4678-A4BE-65A8DE59C655}"/>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F4F8FC"/>
                </a:solidFill>
                <a:latin typeface="DejaVu Sans"/>
                <a:ea typeface="DejaVu Sans"/>
                <a:cs typeface="DejaVu Sans"/>
              </a:defRPr>
            </a:defPPr>
            <a:lvl1pPr algn="l">
              <a:defRPr sz="2925" b="1">
                <a:solidFill>
                  <a:srgbClr val="F4F8FC"/>
                </a:solidFill>
                <a:latin typeface="DejaVu Sans"/>
                <a:ea typeface="DejaVu Sans"/>
                <a:cs typeface="DejaVu Sans"/>
              </a:defRPr>
            </a:lvl1pPr>
            <a:lvl2pPr algn="l">
              <a:defRPr sz="2925" b="1">
                <a:solidFill>
                  <a:srgbClr val="F4F8FC"/>
                </a:solidFill>
                <a:latin typeface="DejaVu Sans"/>
                <a:ea typeface="DejaVu Sans"/>
                <a:cs typeface="DejaVu Sans"/>
              </a:defRPr>
            </a:lvl2pPr>
            <a:lvl3pPr algn="l">
              <a:defRPr sz="2925" b="1">
                <a:solidFill>
                  <a:srgbClr val="F4F8FC"/>
                </a:solidFill>
                <a:latin typeface="DejaVu Sans"/>
                <a:ea typeface="DejaVu Sans"/>
                <a:cs typeface="DejaVu Sans"/>
              </a:defRPr>
            </a:lvl3pPr>
            <a:lvl4pPr algn="l">
              <a:defRPr sz="2925" b="1">
                <a:solidFill>
                  <a:srgbClr val="F4F8FC"/>
                </a:solidFill>
                <a:latin typeface="DejaVu Sans"/>
                <a:ea typeface="DejaVu Sans"/>
                <a:cs typeface="DejaVu Sans"/>
              </a:defRPr>
            </a:lvl4pPr>
            <a:lvl5pPr algn="l">
              <a:defRPr sz="2925" b="1">
                <a:solidFill>
                  <a:srgbClr val="F4F8FC"/>
                </a:solidFill>
                <a:latin typeface="DejaVu Sans"/>
                <a:ea typeface="DejaVu Sans"/>
                <a:cs typeface="DejaVu Sans"/>
              </a:defRPr>
            </a:lvl5pPr>
            <a:lvl6pPr algn="l">
              <a:defRPr sz="2925" b="1">
                <a:solidFill>
                  <a:srgbClr val="F4F8FC"/>
                </a:solidFill>
                <a:latin typeface="DejaVu Sans"/>
                <a:ea typeface="DejaVu Sans"/>
                <a:cs typeface="DejaVu Sans"/>
              </a:defRPr>
            </a:lvl6pPr>
            <a:lvl7pPr algn="l">
              <a:defRPr sz="2925" b="1">
                <a:solidFill>
                  <a:srgbClr val="F4F8FC"/>
                </a:solidFill>
                <a:latin typeface="DejaVu Sans"/>
                <a:ea typeface="DejaVu Sans"/>
                <a:cs typeface="DejaVu Sans"/>
              </a:defRPr>
            </a:lvl7pPr>
            <a:lvl8pPr algn="l">
              <a:defRPr sz="2925" b="1">
                <a:solidFill>
                  <a:srgbClr val="F4F8FC"/>
                </a:solidFill>
                <a:latin typeface="DejaVu Sans"/>
                <a:ea typeface="DejaVu Sans"/>
                <a:cs typeface="DejaVu Sans"/>
              </a:defRPr>
            </a:lvl8pPr>
            <a:lvl9pPr algn="l">
              <a:defRPr sz="2925" b="1">
                <a:solidFill>
                  <a:srgbClr val="F4F8FC"/>
                </a:solidFill>
                <a:latin typeface="DejaVu Sans"/>
                <a:ea typeface="DejaVu Sans"/>
                <a:cs typeface="DejaVu Sans"/>
              </a:defRPr>
            </a:lvl9pPr>
          </a:lstStyle>
          <a:p xmlns:a="http://schemas.openxmlformats.org/drawingml/2006/main">
            <a:pPr algn="l">
              <a:defRPr sz="2925" b="1">
                <a:solidFill>
                  <a:srgbClr val="F4F8FC"/>
                </a:solidFill>
                <a:latin typeface="DejaVu Sans"/>
                <a:ea typeface="DejaVu Sans"/>
                <a:cs typeface="DejaVu Sans"/>
              </a:defRPr>
            </a:pPr>
            <a:r>
              <a:rPr sz="2925" b="1">
                <a:solidFill>
                  <a:srgbClr val="F4F8FC"/>
                </a:solidFill>
                <a:latin typeface="DejaVu Sans"/>
                <a:ea typeface="DejaVu Sans"/>
                <a:cs typeface="DejaVu Sans"/>
              </a:rPr>
              <a:t>Μια απλή σειρά ελέγχου για το CAN</a:t>
            </a:r>
          </a:p>
        </p:txBody>
      </p:sp>
      <p:sp>
        <p:nvSpPr>
          <p:cNvPr id="3" name="s12-title-rule">
            <a:extLst xmlns:a="http://schemas.openxmlformats.org/drawingml/2006/main">
              <a:ext uri="{FF2B5EF4-FFF2-40B4-BE49-F238E27FC236}">
                <a16:creationId xmlns:a16="http://schemas.microsoft.com/office/drawing/2014/main" id="{C49852F0-7F5A-42C5-90AB-07DC71D3BE43}"/>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4" name="s12-subtitle">
            <a:extLst xmlns:a="http://schemas.openxmlformats.org/drawingml/2006/main">
              <a:ext uri="{FF2B5EF4-FFF2-40B4-BE49-F238E27FC236}">
                <a16:creationId xmlns:a16="http://schemas.microsoft.com/office/drawing/2014/main" id="{89AAE824-14BF-4F5C-A686-A6E388BBD526}"/>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FC0D1"/>
                </a:solidFill>
                <a:latin typeface="DejaVu Sans"/>
                <a:ea typeface="DejaVu Sans"/>
                <a:cs typeface="DejaVu Sans"/>
              </a:defRPr>
            </a:defPPr>
            <a:lvl1pPr algn="l">
              <a:defRPr sz="1425" b="0">
                <a:solidFill>
                  <a:srgbClr val="AFC0D1"/>
                </a:solidFill>
                <a:latin typeface="DejaVu Sans"/>
                <a:ea typeface="DejaVu Sans"/>
                <a:cs typeface="DejaVu Sans"/>
              </a:defRPr>
            </a:lvl1pPr>
            <a:lvl2pPr algn="l">
              <a:defRPr sz="1425" b="0">
                <a:solidFill>
                  <a:srgbClr val="AFC0D1"/>
                </a:solidFill>
                <a:latin typeface="DejaVu Sans"/>
                <a:ea typeface="DejaVu Sans"/>
                <a:cs typeface="DejaVu Sans"/>
              </a:defRPr>
            </a:lvl2pPr>
            <a:lvl3pPr algn="l">
              <a:defRPr sz="1425" b="0">
                <a:solidFill>
                  <a:srgbClr val="AFC0D1"/>
                </a:solidFill>
                <a:latin typeface="DejaVu Sans"/>
                <a:ea typeface="DejaVu Sans"/>
                <a:cs typeface="DejaVu Sans"/>
              </a:defRPr>
            </a:lvl3pPr>
            <a:lvl4pPr algn="l">
              <a:defRPr sz="1425" b="0">
                <a:solidFill>
                  <a:srgbClr val="AFC0D1"/>
                </a:solidFill>
                <a:latin typeface="DejaVu Sans"/>
                <a:ea typeface="DejaVu Sans"/>
                <a:cs typeface="DejaVu Sans"/>
              </a:defRPr>
            </a:lvl4pPr>
            <a:lvl5pPr algn="l">
              <a:defRPr sz="1425" b="0">
                <a:solidFill>
                  <a:srgbClr val="AFC0D1"/>
                </a:solidFill>
                <a:latin typeface="DejaVu Sans"/>
                <a:ea typeface="DejaVu Sans"/>
                <a:cs typeface="DejaVu Sans"/>
              </a:defRPr>
            </a:lvl5pPr>
            <a:lvl6pPr algn="l">
              <a:defRPr sz="1425" b="0">
                <a:solidFill>
                  <a:srgbClr val="AFC0D1"/>
                </a:solidFill>
                <a:latin typeface="DejaVu Sans"/>
                <a:ea typeface="DejaVu Sans"/>
                <a:cs typeface="DejaVu Sans"/>
              </a:defRPr>
            </a:lvl6pPr>
            <a:lvl7pPr algn="l">
              <a:defRPr sz="1425" b="0">
                <a:solidFill>
                  <a:srgbClr val="AFC0D1"/>
                </a:solidFill>
                <a:latin typeface="DejaVu Sans"/>
                <a:ea typeface="DejaVu Sans"/>
                <a:cs typeface="DejaVu Sans"/>
              </a:defRPr>
            </a:lvl7pPr>
            <a:lvl8pPr algn="l">
              <a:defRPr sz="1425" b="0">
                <a:solidFill>
                  <a:srgbClr val="AFC0D1"/>
                </a:solidFill>
                <a:latin typeface="DejaVu Sans"/>
                <a:ea typeface="DejaVu Sans"/>
                <a:cs typeface="DejaVu Sans"/>
              </a:defRPr>
            </a:lvl8pPr>
            <a:lvl9pPr algn="l">
              <a:defRPr sz="1425" b="0">
                <a:solidFill>
                  <a:srgbClr val="AFC0D1"/>
                </a:solidFill>
                <a:latin typeface="DejaVu Sans"/>
                <a:ea typeface="DejaVu Sans"/>
                <a:cs typeface="DejaVu Sans"/>
              </a:defRPr>
            </a:lvl9pPr>
          </a:lstStyle>
          <a:p xmlns:a="http://schemas.openxmlformats.org/drawingml/2006/main">
            <a:pPr algn="l">
              <a:defRPr sz="1425" b="0">
                <a:solidFill>
                  <a:srgbClr val="AFC0D1"/>
                </a:solidFill>
                <a:latin typeface="DejaVu Sans"/>
                <a:ea typeface="DejaVu Sans"/>
                <a:cs typeface="DejaVu Sans"/>
              </a:defRPr>
            </a:pPr>
            <a:r>
              <a:rPr sz="1425" b="0">
                <a:solidFill>
                  <a:srgbClr val="AFC0D1"/>
                </a:solidFill>
                <a:latin typeface="DejaVu Sans"/>
                <a:ea typeface="DejaVu Sans"/>
                <a:cs typeface="DejaVu Sans"/>
              </a:rPr>
              <a:t>Κάθε έλεγχος απαντά σε διαφορετική ερώτηση. Ακολουθούμε πάντα τη διαδικασία του κατασκευαστή.</a:t>
            </a:r>
          </a:p>
        </p:txBody>
      </p:sp>
      <p:sp>
        <p:nvSpPr>
          <p:cNvPr id="5" name="s12-card-0">
            <a:extLst xmlns:a="http://schemas.openxmlformats.org/drawingml/2006/main">
              <a:ext uri="{FF2B5EF4-FFF2-40B4-BE49-F238E27FC236}">
                <a16:creationId xmlns:a16="http://schemas.microsoft.com/office/drawing/2014/main" id="{164B9C04-7D8A-4CD0-9D9B-2AF19A2703F5}"/>
              </a:ext>
            </a:extLst>
          </p:cNvPr>
          <p:cNvSpPr>
            <a:spLocks xmlns:a="http://schemas.openxmlformats.org/drawingml/2006/main" noGrp="1"/>
          </p:cNvSpPr>
          <p:nvPr/>
        </p:nvSpPr>
        <p:spPr>
          <a:xfrm xmlns:a="http://schemas.openxmlformats.org/drawingml/2006/main">
            <a:off x="609600" y="2362200"/>
            <a:ext cx="3276600" cy="2781300"/>
          </a:xfrm>
          <a:prstGeom xmlns:a="http://schemas.openxmlformats.org/drawingml/2006/main" prst="roundRect">
            <a:avLst>
              <a:gd name="adj" fmla="val 2740"/>
            </a:avLst>
          </a:prstGeom>
          <a:solidFill xmlns:a="http://schemas.openxmlformats.org/drawingml/2006/main">
            <a:srgbClr val="10243A"/>
          </a:solidFill>
          <a:ln xmlns:a="http://schemas.openxmlformats.org/drawingml/2006/main" w="14288">
            <a:solidFill>
              <a:srgbClr val="29445E"/>
            </a:solidFill>
            <a:prstDash val="solid"/>
          </a:ln>
        </p:spPr>
      </p:sp>
      <p:sp>
        <p:nvSpPr>
          <p:cNvPr id="6" name="s12-number-circle-0">
            <a:extLst xmlns:a="http://schemas.openxmlformats.org/drawingml/2006/main">
              <a:ext uri="{FF2B5EF4-FFF2-40B4-BE49-F238E27FC236}">
                <a16:creationId xmlns:a16="http://schemas.microsoft.com/office/drawing/2014/main" id="{1E71B3C0-3FD2-4D7F-8276-5AA1198E3F8C}"/>
              </a:ext>
            </a:extLst>
          </p:cNvPr>
          <p:cNvSpPr>
            <a:spLocks xmlns:a="http://schemas.openxmlformats.org/drawingml/2006/main" noGrp="1"/>
          </p:cNvSpPr>
          <p:nvPr/>
        </p:nvSpPr>
        <p:spPr>
          <a:xfrm xmlns:a="http://schemas.openxmlformats.org/drawingml/2006/main">
            <a:off x="857250" y="2581275"/>
            <a:ext cx="457200" cy="457200"/>
          </a:xfrm>
          <a:prstGeom xmlns:a="http://schemas.openxmlformats.org/drawingml/2006/main" prst="ellipse">
            <a:avLst/>
          </a:prstGeom>
          <a:solidFill xmlns:a="http://schemas.openxmlformats.org/drawingml/2006/main">
            <a:srgbClr val="35D8F1"/>
          </a:solidFill>
          <a:ln xmlns:a="http://schemas.openxmlformats.org/drawingml/2006/main" w="0">
            <a:noFill/>
            <a:prstDash val="solid"/>
          </a:ln>
        </p:spPr>
      </p:sp>
      <p:sp>
        <p:nvSpPr>
          <p:cNvPr id="7" name="s12-number-0">
            <a:extLst xmlns:a="http://schemas.openxmlformats.org/drawingml/2006/main">
              <a:ext uri="{FF2B5EF4-FFF2-40B4-BE49-F238E27FC236}">
                <a16:creationId xmlns:a16="http://schemas.microsoft.com/office/drawing/2014/main" id="{E76466C7-C466-4F90-B2DA-2D58CB435EE2}"/>
              </a:ext>
            </a:extLst>
          </p:cNvPr>
          <p:cNvSpPr>
            <a:spLocks xmlns:a="http://schemas.openxmlformats.org/drawingml/2006/main" noGrp="1"/>
          </p:cNvSpPr>
          <p:nvPr/>
        </p:nvSpPr>
        <p:spPr>
          <a:xfrm xmlns:a="http://schemas.openxmlformats.org/drawingml/2006/main">
            <a:off x="857250" y="25812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071426"/>
                </a:solidFill>
                <a:latin typeface="DejaVu Sans"/>
                <a:ea typeface="DejaVu Sans"/>
                <a:cs typeface="DejaVu Sans"/>
              </a:defRPr>
            </a:defPPr>
            <a:lvl1pPr algn="ctr">
              <a:defRPr sz="1650" b="1">
                <a:solidFill>
                  <a:srgbClr val="071426"/>
                </a:solidFill>
                <a:latin typeface="DejaVu Sans"/>
                <a:ea typeface="DejaVu Sans"/>
                <a:cs typeface="DejaVu Sans"/>
              </a:defRPr>
            </a:lvl1pPr>
            <a:lvl2pPr algn="ctr">
              <a:defRPr sz="1650" b="1">
                <a:solidFill>
                  <a:srgbClr val="071426"/>
                </a:solidFill>
                <a:latin typeface="DejaVu Sans"/>
                <a:ea typeface="DejaVu Sans"/>
                <a:cs typeface="DejaVu Sans"/>
              </a:defRPr>
            </a:lvl2pPr>
            <a:lvl3pPr algn="ctr">
              <a:defRPr sz="1650" b="1">
                <a:solidFill>
                  <a:srgbClr val="071426"/>
                </a:solidFill>
                <a:latin typeface="DejaVu Sans"/>
                <a:ea typeface="DejaVu Sans"/>
                <a:cs typeface="DejaVu Sans"/>
              </a:defRPr>
            </a:lvl3pPr>
            <a:lvl4pPr algn="ctr">
              <a:defRPr sz="1650" b="1">
                <a:solidFill>
                  <a:srgbClr val="071426"/>
                </a:solidFill>
                <a:latin typeface="DejaVu Sans"/>
                <a:ea typeface="DejaVu Sans"/>
                <a:cs typeface="DejaVu Sans"/>
              </a:defRPr>
            </a:lvl4pPr>
            <a:lvl5pPr algn="ctr">
              <a:defRPr sz="1650" b="1">
                <a:solidFill>
                  <a:srgbClr val="071426"/>
                </a:solidFill>
                <a:latin typeface="DejaVu Sans"/>
                <a:ea typeface="DejaVu Sans"/>
                <a:cs typeface="DejaVu Sans"/>
              </a:defRPr>
            </a:lvl5pPr>
            <a:lvl6pPr algn="ctr">
              <a:defRPr sz="1650" b="1">
                <a:solidFill>
                  <a:srgbClr val="071426"/>
                </a:solidFill>
                <a:latin typeface="DejaVu Sans"/>
                <a:ea typeface="DejaVu Sans"/>
                <a:cs typeface="DejaVu Sans"/>
              </a:defRPr>
            </a:lvl6pPr>
            <a:lvl7pPr algn="ctr">
              <a:defRPr sz="1650" b="1">
                <a:solidFill>
                  <a:srgbClr val="071426"/>
                </a:solidFill>
                <a:latin typeface="DejaVu Sans"/>
                <a:ea typeface="DejaVu Sans"/>
                <a:cs typeface="DejaVu Sans"/>
              </a:defRPr>
            </a:lvl7pPr>
            <a:lvl8pPr algn="ctr">
              <a:defRPr sz="1650" b="1">
                <a:solidFill>
                  <a:srgbClr val="071426"/>
                </a:solidFill>
                <a:latin typeface="DejaVu Sans"/>
                <a:ea typeface="DejaVu Sans"/>
                <a:cs typeface="DejaVu Sans"/>
              </a:defRPr>
            </a:lvl8pPr>
            <a:lvl9pPr algn="ctr">
              <a:defRPr sz="1650" b="1">
                <a:solidFill>
                  <a:srgbClr val="071426"/>
                </a:solidFill>
                <a:latin typeface="DejaVu Sans"/>
                <a:ea typeface="DejaVu Sans"/>
                <a:cs typeface="DejaVu Sans"/>
              </a:defRPr>
            </a:lvl9pPr>
          </a:lstStyle>
          <a:p xmlns:a="http://schemas.openxmlformats.org/drawingml/2006/main">
            <a:pPr algn="ctr">
              <a:defRPr sz="1650" b="1">
                <a:solidFill>
                  <a:srgbClr val="071426"/>
                </a:solidFill>
                <a:latin typeface="DejaVu Sans"/>
                <a:ea typeface="DejaVu Sans"/>
                <a:cs typeface="DejaVu Sans"/>
              </a:defRPr>
            </a:pPr>
            <a:r>
              <a:rPr sz="1650" b="1">
                <a:solidFill>
                  <a:srgbClr val="071426"/>
                </a:solidFill>
                <a:latin typeface="DejaVu Sans"/>
                <a:ea typeface="DejaVu Sans"/>
                <a:cs typeface="DejaVu Sans"/>
              </a:rPr>
              <a:t>1</a:t>
            </a:r>
          </a:p>
        </p:txBody>
      </p:sp>
      <p:sp>
        <p:nvSpPr>
          <p:cNvPr id="8" name="s12-card-title-0">
            <a:extLst xmlns:a="http://schemas.openxmlformats.org/drawingml/2006/main">
              <a:ext uri="{FF2B5EF4-FFF2-40B4-BE49-F238E27FC236}">
                <a16:creationId xmlns:a16="http://schemas.microsoft.com/office/drawing/2014/main" id="{6638E786-4CC1-4F7D-B9E4-157E6430E46F}"/>
              </a:ext>
            </a:extLst>
          </p:cNvPr>
          <p:cNvSpPr>
            <a:spLocks xmlns:a="http://schemas.openxmlformats.org/drawingml/2006/main" noGrp="1"/>
          </p:cNvSpPr>
          <p:nvPr/>
        </p:nvSpPr>
        <p:spPr>
          <a:xfrm xmlns:a="http://schemas.openxmlformats.org/drawingml/2006/main">
            <a:off x="857250" y="32099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5D8F1"/>
                </a:solidFill>
                <a:latin typeface="DejaVu Sans"/>
                <a:ea typeface="DejaVu Sans"/>
                <a:cs typeface="DejaVu Sans"/>
              </a:defRPr>
            </a:defPPr>
            <a:lvl1pPr algn="l">
              <a:defRPr sz="1350" b="1">
                <a:solidFill>
                  <a:srgbClr val="35D8F1"/>
                </a:solidFill>
                <a:latin typeface="DejaVu Sans"/>
                <a:ea typeface="DejaVu Sans"/>
                <a:cs typeface="DejaVu Sans"/>
              </a:defRPr>
            </a:lvl1pPr>
            <a:lvl2pPr algn="l">
              <a:defRPr sz="1350" b="1">
                <a:solidFill>
                  <a:srgbClr val="35D8F1"/>
                </a:solidFill>
                <a:latin typeface="DejaVu Sans"/>
                <a:ea typeface="DejaVu Sans"/>
                <a:cs typeface="DejaVu Sans"/>
              </a:defRPr>
            </a:lvl2pPr>
            <a:lvl3pPr algn="l">
              <a:defRPr sz="1350" b="1">
                <a:solidFill>
                  <a:srgbClr val="35D8F1"/>
                </a:solidFill>
                <a:latin typeface="DejaVu Sans"/>
                <a:ea typeface="DejaVu Sans"/>
                <a:cs typeface="DejaVu Sans"/>
              </a:defRPr>
            </a:lvl3pPr>
            <a:lvl4pPr algn="l">
              <a:defRPr sz="1350" b="1">
                <a:solidFill>
                  <a:srgbClr val="35D8F1"/>
                </a:solidFill>
                <a:latin typeface="DejaVu Sans"/>
                <a:ea typeface="DejaVu Sans"/>
                <a:cs typeface="DejaVu Sans"/>
              </a:defRPr>
            </a:lvl4pPr>
            <a:lvl5pPr algn="l">
              <a:defRPr sz="1350" b="1">
                <a:solidFill>
                  <a:srgbClr val="35D8F1"/>
                </a:solidFill>
                <a:latin typeface="DejaVu Sans"/>
                <a:ea typeface="DejaVu Sans"/>
                <a:cs typeface="DejaVu Sans"/>
              </a:defRPr>
            </a:lvl5pPr>
            <a:lvl6pPr algn="l">
              <a:defRPr sz="1350" b="1">
                <a:solidFill>
                  <a:srgbClr val="35D8F1"/>
                </a:solidFill>
                <a:latin typeface="DejaVu Sans"/>
                <a:ea typeface="DejaVu Sans"/>
                <a:cs typeface="DejaVu Sans"/>
              </a:defRPr>
            </a:lvl6pPr>
            <a:lvl7pPr algn="l">
              <a:defRPr sz="1350" b="1">
                <a:solidFill>
                  <a:srgbClr val="35D8F1"/>
                </a:solidFill>
                <a:latin typeface="DejaVu Sans"/>
                <a:ea typeface="DejaVu Sans"/>
                <a:cs typeface="DejaVu Sans"/>
              </a:defRPr>
            </a:lvl7pPr>
            <a:lvl8pPr algn="l">
              <a:defRPr sz="1350" b="1">
                <a:solidFill>
                  <a:srgbClr val="35D8F1"/>
                </a:solidFill>
                <a:latin typeface="DejaVu Sans"/>
                <a:ea typeface="DejaVu Sans"/>
                <a:cs typeface="DejaVu Sans"/>
              </a:defRPr>
            </a:lvl8pPr>
            <a:lvl9pPr algn="l">
              <a:defRPr sz="1350" b="1">
                <a:solidFill>
                  <a:srgbClr val="35D8F1"/>
                </a:solidFill>
                <a:latin typeface="DejaVu Sans"/>
                <a:ea typeface="DejaVu Sans"/>
                <a:cs typeface="DejaVu Sans"/>
              </a:defRPr>
            </a:lvl9pPr>
          </a:lstStyle>
          <a:p xmlns:a="http://schemas.openxmlformats.org/drawingml/2006/main">
            <a:pPr algn="l">
              <a:defRPr sz="1350" b="1">
                <a:solidFill>
                  <a:srgbClr val="35D8F1"/>
                </a:solidFill>
                <a:latin typeface="DejaVu Sans"/>
                <a:ea typeface="DejaVu Sans"/>
                <a:cs typeface="DejaVu Sans"/>
              </a:defRPr>
            </a:pPr>
            <a:r>
              <a:rPr sz="1350" b="1">
                <a:solidFill>
                  <a:srgbClr val="35D8F1"/>
                </a:solidFill>
                <a:latin typeface="DejaVu Sans"/>
                <a:ea typeface="DejaVu Sans"/>
                <a:cs typeface="DejaVu Sans"/>
              </a:rPr>
              <a:t>ΤΙ ΣΥΜΒΑΙΝΕΙ;</a:t>
            </a:r>
          </a:p>
        </p:txBody>
      </p:sp>
      <p:sp>
        <p:nvSpPr>
          <p:cNvPr id="9" name="s12-tool-0">
            <a:extLst xmlns:a="http://schemas.openxmlformats.org/drawingml/2006/main">
              <a:ext uri="{FF2B5EF4-FFF2-40B4-BE49-F238E27FC236}">
                <a16:creationId xmlns:a16="http://schemas.microsoft.com/office/drawing/2014/main" id="{B11B6740-3FD9-4D01-A0CF-8F2FE61A0E76}"/>
              </a:ext>
            </a:extLst>
          </p:cNvPr>
          <p:cNvSpPr>
            <a:spLocks xmlns:a="http://schemas.openxmlformats.org/drawingml/2006/main" noGrp="1"/>
          </p:cNvSpPr>
          <p:nvPr/>
        </p:nvSpPr>
        <p:spPr>
          <a:xfrm xmlns:a="http://schemas.openxmlformats.org/drawingml/2006/main">
            <a:off x="857250" y="36385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F8FC"/>
                </a:solidFill>
                <a:latin typeface="DejaVu Sans"/>
                <a:ea typeface="DejaVu Sans"/>
                <a:cs typeface="DejaVu Sans"/>
              </a:defRPr>
            </a:defPPr>
            <a:lvl1pPr algn="l">
              <a:defRPr sz="1275" b="1">
                <a:solidFill>
                  <a:srgbClr val="F4F8FC"/>
                </a:solidFill>
                <a:latin typeface="DejaVu Sans"/>
                <a:ea typeface="DejaVu Sans"/>
                <a:cs typeface="DejaVu Sans"/>
              </a:defRPr>
            </a:lvl1pPr>
            <a:lvl2pPr algn="l">
              <a:defRPr sz="1275" b="1">
                <a:solidFill>
                  <a:srgbClr val="F4F8FC"/>
                </a:solidFill>
                <a:latin typeface="DejaVu Sans"/>
                <a:ea typeface="DejaVu Sans"/>
                <a:cs typeface="DejaVu Sans"/>
              </a:defRPr>
            </a:lvl2pPr>
            <a:lvl3pPr algn="l">
              <a:defRPr sz="1275" b="1">
                <a:solidFill>
                  <a:srgbClr val="F4F8FC"/>
                </a:solidFill>
                <a:latin typeface="DejaVu Sans"/>
                <a:ea typeface="DejaVu Sans"/>
                <a:cs typeface="DejaVu Sans"/>
              </a:defRPr>
            </a:lvl3pPr>
            <a:lvl4pPr algn="l">
              <a:defRPr sz="1275" b="1">
                <a:solidFill>
                  <a:srgbClr val="F4F8FC"/>
                </a:solidFill>
                <a:latin typeface="DejaVu Sans"/>
                <a:ea typeface="DejaVu Sans"/>
                <a:cs typeface="DejaVu Sans"/>
              </a:defRPr>
            </a:lvl4pPr>
            <a:lvl5pPr algn="l">
              <a:defRPr sz="1275" b="1">
                <a:solidFill>
                  <a:srgbClr val="F4F8FC"/>
                </a:solidFill>
                <a:latin typeface="DejaVu Sans"/>
                <a:ea typeface="DejaVu Sans"/>
                <a:cs typeface="DejaVu Sans"/>
              </a:defRPr>
            </a:lvl5pPr>
            <a:lvl6pPr algn="l">
              <a:defRPr sz="1275" b="1">
                <a:solidFill>
                  <a:srgbClr val="F4F8FC"/>
                </a:solidFill>
                <a:latin typeface="DejaVu Sans"/>
                <a:ea typeface="DejaVu Sans"/>
                <a:cs typeface="DejaVu Sans"/>
              </a:defRPr>
            </a:lvl6pPr>
            <a:lvl7pPr algn="l">
              <a:defRPr sz="1275" b="1">
                <a:solidFill>
                  <a:srgbClr val="F4F8FC"/>
                </a:solidFill>
                <a:latin typeface="DejaVu Sans"/>
                <a:ea typeface="DejaVu Sans"/>
                <a:cs typeface="DejaVu Sans"/>
              </a:defRPr>
            </a:lvl7pPr>
            <a:lvl8pPr algn="l">
              <a:defRPr sz="1275" b="1">
                <a:solidFill>
                  <a:srgbClr val="F4F8FC"/>
                </a:solidFill>
                <a:latin typeface="DejaVu Sans"/>
                <a:ea typeface="DejaVu Sans"/>
                <a:cs typeface="DejaVu Sans"/>
              </a:defRPr>
            </a:lvl8pPr>
            <a:lvl9pPr algn="l">
              <a:defRPr sz="1275" b="1">
                <a:solidFill>
                  <a:srgbClr val="F4F8FC"/>
                </a:solidFill>
                <a:latin typeface="DejaVu Sans"/>
                <a:ea typeface="DejaVu Sans"/>
                <a:cs typeface="DejaVu Sans"/>
              </a:defRPr>
            </a:lvl9pPr>
          </a:lstStyle>
          <a:p xmlns:a="http://schemas.openxmlformats.org/drawingml/2006/main">
            <a:pPr algn="l">
              <a:defRPr sz="1275" b="1">
                <a:solidFill>
                  <a:srgbClr val="F4F8FC"/>
                </a:solidFill>
                <a:latin typeface="DejaVu Sans"/>
                <a:ea typeface="DejaVu Sans"/>
                <a:cs typeface="DejaVu Sans"/>
              </a:defRPr>
            </a:pPr>
            <a:r>
              <a:rPr sz="1275" b="1">
                <a:solidFill>
                  <a:srgbClr val="F4F8FC"/>
                </a:solidFill>
                <a:latin typeface="DejaVu Sans"/>
                <a:ea typeface="DejaVu Sans"/>
                <a:cs typeface="DejaVu Sans"/>
              </a:rPr>
              <a:t>Παρατήρηση και διαγνωστικό</a:t>
            </a:r>
          </a:p>
        </p:txBody>
      </p:sp>
      <p:sp>
        <p:nvSpPr>
          <p:cNvPr id="10" name="s12-card-divider-0">
            <a:extLst xmlns:a="http://schemas.openxmlformats.org/drawingml/2006/main">
              <a:ext uri="{FF2B5EF4-FFF2-40B4-BE49-F238E27FC236}">
                <a16:creationId xmlns:a16="http://schemas.microsoft.com/office/drawing/2014/main" id="{34FABA9B-939B-48D8-A895-CB1BB2E4D8A7}"/>
              </a:ext>
            </a:extLst>
          </p:cNvPr>
          <p:cNvSpPr>
            <a:spLocks xmlns:a="http://schemas.openxmlformats.org/drawingml/2006/main" noGrp="1"/>
          </p:cNvSpPr>
          <p:nvPr/>
        </p:nvSpPr>
        <p:spPr>
          <a:xfrm xmlns:a="http://schemas.openxmlformats.org/drawingml/2006/main">
            <a:off x="857250" y="4143375"/>
            <a:ext cx="2781300" cy="9525"/>
          </a:xfrm>
          <a:prstGeom xmlns:a="http://schemas.openxmlformats.org/drawingml/2006/main" prst="rect">
            <a:avLst/>
          </a:prstGeom>
          <a:solidFill xmlns:a="http://schemas.openxmlformats.org/drawingml/2006/main">
            <a:srgbClr val="29445E"/>
          </a:solidFill>
          <a:ln xmlns:a="http://schemas.openxmlformats.org/drawingml/2006/main" w="0">
            <a:noFill/>
            <a:prstDash val="solid"/>
          </a:ln>
        </p:spPr>
      </p:sp>
      <p:sp>
        <p:nvSpPr>
          <p:cNvPr id="11" name="s12-card-body-0">
            <a:extLst xmlns:a="http://schemas.openxmlformats.org/drawingml/2006/main">
              <a:ext uri="{FF2B5EF4-FFF2-40B4-BE49-F238E27FC236}">
                <a16:creationId xmlns:a16="http://schemas.microsoft.com/office/drawing/2014/main" id="{6B25C97F-7CAD-4646-B825-1467F61D5E99}"/>
              </a:ext>
            </a:extLst>
          </p:cNvPr>
          <p:cNvSpPr>
            <a:spLocks xmlns:a="http://schemas.openxmlformats.org/drawingml/2006/main" noGrp="1"/>
          </p:cNvSpPr>
          <p:nvPr/>
        </p:nvSpPr>
        <p:spPr>
          <a:xfrm xmlns:a="http://schemas.openxmlformats.org/drawingml/2006/main">
            <a:off x="857250" y="4314825"/>
            <a:ext cx="2781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C0D1"/>
                </a:solidFill>
                <a:latin typeface="DejaVu Sans"/>
                <a:ea typeface="DejaVu Sans"/>
                <a:cs typeface="DejaVu Sans"/>
              </a:defRPr>
            </a:defPPr>
            <a:lvl1pPr algn="l">
              <a:defRPr sz="1125" b="0">
                <a:solidFill>
                  <a:srgbClr val="AFC0D1"/>
                </a:solidFill>
                <a:latin typeface="DejaVu Sans"/>
                <a:ea typeface="DejaVu Sans"/>
                <a:cs typeface="DejaVu Sans"/>
              </a:defRPr>
            </a:lvl1pPr>
            <a:lvl2pPr algn="l">
              <a:defRPr sz="1125" b="0">
                <a:solidFill>
                  <a:srgbClr val="AFC0D1"/>
                </a:solidFill>
                <a:latin typeface="DejaVu Sans"/>
                <a:ea typeface="DejaVu Sans"/>
                <a:cs typeface="DejaVu Sans"/>
              </a:defRPr>
            </a:lvl2pPr>
            <a:lvl3pPr algn="l">
              <a:defRPr sz="1125" b="0">
                <a:solidFill>
                  <a:srgbClr val="AFC0D1"/>
                </a:solidFill>
                <a:latin typeface="DejaVu Sans"/>
                <a:ea typeface="DejaVu Sans"/>
                <a:cs typeface="DejaVu Sans"/>
              </a:defRPr>
            </a:lvl3pPr>
            <a:lvl4pPr algn="l">
              <a:defRPr sz="1125" b="0">
                <a:solidFill>
                  <a:srgbClr val="AFC0D1"/>
                </a:solidFill>
                <a:latin typeface="DejaVu Sans"/>
                <a:ea typeface="DejaVu Sans"/>
                <a:cs typeface="DejaVu Sans"/>
              </a:defRPr>
            </a:lvl4pPr>
            <a:lvl5pPr algn="l">
              <a:defRPr sz="1125" b="0">
                <a:solidFill>
                  <a:srgbClr val="AFC0D1"/>
                </a:solidFill>
                <a:latin typeface="DejaVu Sans"/>
                <a:ea typeface="DejaVu Sans"/>
                <a:cs typeface="DejaVu Sans"/>
              </a:defRPr>
            </a:lvl5pPr>
            <a:lvl6pPr algn="l">
              <a:defRPr sz="1125" b="0">
                <a:solidFill>
                  <a:srgbClr val="AFC0D1"/>
                </a:solidFill>
                <a:latin typeface="DejaVu Sans"/>
                <a:ea typeface="DejaVu Sans"/>
                <a:cs typeface="DejaVu Sans"/>
              </a:defRPr>
            </a:lvl6pPr>
            <a:lvl7pPr algn="l">
              <a:defRPr sz="1125" b="0">
                <a:solidFill>
                  <a:srgbClr val="AFC0D1"/>
                </a:solidFill>
                <a:latin typeface="DejaVu Sans"/>
                <a:ea typeface="DejaVu Sans"/>
                <a:cs typeface="DejaVu Sans"/>
              </a:defRPr>
            </a:lvl7pPr>
            <a:lvl8pPr algn="l">
              <a:defRPr sz="1125" b="0">
                <a:solidFill>
                  <a:srgbClr val="AFC0D1"/>
                </a:solidFill>
                <a:latin typeface="DejaVu Sans"/>
                <a:ea typeface="DejaVu Sans"/>
                <a:cs typeface="DejaVu Sans"/>
              </a:defRPr>
            </a:lvl8pPr>
            <a:lvl9pPr algn="l">
              <a:defRPr sz="1125" b="0">
                <a:solidFill>
                  <a:srgbClr val="AFC0D1"/>
                </a:solidFill>
                <a:latin typeface="DejaVu Sans"/>
                <a:ea typeface="DejaVu Sans"/>
                <a:cs typeface="DejaVu Sans"/>
              </a:defRPr>
            </a:lvl9pPr>
          </a:lstStyle>
          <a:p xmlns:a="http://schemas.openxmlformats.org/drawingml/2006/main">
            <a:pPr algn="l">
              <a:defRPr sz="1125" b="0">
                <a:solidFill>
                  <a:srgbClr val="AFC0D1"/>
                </a:solidFill>
                <a:latin typeface="DejaVu Sans"/>
                <a:ea typeface="DejaVu Sans"/>
                <a:cs typeface="DejaVu Sans"/>
              </a:defRPr>
            </a:pPr>
            <a:r>
              <a:rPr sz="1125" b="0">
                <a:solidFill>
                  <a:srgbClr val="AFC0D1"/>
                </a:solidFill>
                <a:latin typeface="DejaVu Sans"/>
                <a:ea typeface="DejaVu Sans"/>
                <a:cs typeface="DejaVu Sans"/>
              </a:rPr>
              <a:t>Καταγράφουμε το σύμπτωμα και διαβάζουμε τους κωδικούς βλάβης.</a:t>
            </a:r>
          </a:p>
        </p:txBody>
      </p:sp>
      <p:sp>
        <p:nvSpPr>
          <p:cNvPr id="12" name="s12-card-1">
            <a:extLst xmlns:a="http://schemas.openxmlformats.org/drawingml/2006/main">
              <a:ext uri="{FF2B5EF4-FFF2-40B4-BE49-F238E27FC236}">
                <a16:creationId xmlns:a16="http://schemas.microsoft.com/office/drawing/2014/main" id="{69C50E02-E9DE-4248-8BA5-13DEC53DE486}"/>
              </a:ext>
            </a:extLst>
          </p:cNvPr>
          <p:cNvSpPr>
            <a:spLocks xmlns:a="http://schemas.openxmlformats.org/drawingml/2006/main" noGrp="1"/>
          </p:cNvSpPr>
          <p:nvPr/>
        </p:nvSpPr>
        <p:spPr>
          <a:xfrm xmlns:a="http://schemas.openxmlformats.org/drawingml/2006/main">
            <a:off x="4343400" y="2362200"/>
            <a:ext cx="3276600" cy="2781300"/>
          </a:xfrm>
          <a:prstGeom xmlns:a="http://schemas.openxmlformats.org/drawingml/2006/main" prst="roundRect">
            <a:avLst>
              <a:gd name="adj" fmla="val 2740"/>
            </a:avLst>
          </a:prstGeom>
          <a:solidFill xmlns:a="http://schemas.openxmlformats.org/drawingml/2006/main">
            <a:srgbClr val="10243A"/>
          </a:solidFill>
          <a:ln xmlns:a="http://schemas.openxmlformats.org/drawingml/2006/main" w="14288">
            <a:solidFill>
              <a:srgbClr val="29445E"/>
            </a:solidFill>
            <a:prstDash val="solid"/>
          </a:ln>
        </p:spPr>
      </p:sp>
      <p:sp>
        <p:nvSpPr>
          <p:cNvPr id="13" name="s12-number-circle-1">
            <a:extLst xmlns:a="http://schemas.openxmlformats.org/drawingml/2006/main">
              <a:ext uri="{FF2B5EF4-FFF2-40B4-BE49-F238E27FC236}">
                <a16:creationId xmlns:a16="http://schemas.microsoft.com/office/drawing/2014/main" id="{BB89A160-0074-4706-A268-3AD212E77034}"/>
              </a:ext>
            </a:extLst>
          </p:cNvPr>
          <p:cNvSpPr>
            <a:spLocks xmlns:a="http://schemas.openxmlformats.org/drawingml/2006/main" noGrp="1"/>
          </p:cNvSpPr>
          <p:nvPr/>
        </p:nvSpPr>
        <p:spPr>
          <a:xfrm xmlns:a="http://schemas.openxmlformats.org/drawingml/2006/main">
            <a:off x="4591050" y="2581275"/>
            <a:ext cx="457200" cy="4572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14" name="s12-number-1">
            <a:extLst xmlns:a="http://schemas.openxmlformats.org/drawingml/2006/main">
              <a:ext uri="{FF2B5EF4-FFF2-40B4-BE49-F238E27FC236}">
                <a16:creationId xmlns:a16="http://schemas.microsoft.com/office/drawing/2014/main" id="{0E02C7E2-493E-4FF1-BBA5-0A7620906CCB}"/>
              </a:ext>
            </a:extLst>
          </p:cNvPr>
          <p:cNvSpPr>
            <a:spLocks xmlns:a="http://schemas.openxmlformats.org/drawingml/2006/main" noGrp="1"/>
          </p:cNvSpPr>
          <p:nvPr/>
        </p:nvSpPr>
        <p:spPr>
          <a:xfrm xmlns:a="http://schemas.openxmlformats.org/drawingml/2006/main">
            <a:off x="4591050" y="25812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071426"/>
                </a:solidFill>
                <a:latin typeface="DejaVu Sans"/>
                <a:ea typeface="DejaVu Sans"/>
                <a:cs typeface="DejaVu Sans"/>
              </a:defRPr>
            </a:defPPr>
            <a:lvl1pPr algn="ctr">
              <a:defRPr sz="1650" b="1">
                <a:solidFill>
                  <a:srgbClr val="071426"/>
                </a:solidFill>
                <a:latin typeface="DejaVu Sans"/>
                <a:ea typeface="DejaVu Sans"/>
                <a:cs typeface="DejaVu Sans"/>
              </a:defRPr>
            </a:lvl1pPr>
            <a:lvl2pPr algn="ctr">
              <a:defRPr sz="1650" b="1">
                <a:solidFill>
                  <a:srgbClr val="071426"/>
                </a:solidFill>
                <a:latin typeface="DejaVu Sans"/>
                <a:ea typeface="DejaVu Sans"/>
                <a:cs typeface="DejaVu Sans"/>
              </a:defRPr>
            </a:lvl2pPr>
            <a:lvl3pPr algn="ctr">
              <a:defRPr sz="1650" b="1">
                <a:solidFill>
                  <a:srgbClr val="071426"/>
                </a:solidFill>
                <a:latin typeface="DejaVu Sans"/>
                <a:ea typeface="DejaVu Sans"/>
                <a:cs typeface="DejaVu Sans"/>
              </a:defRPr>
            </a:lvl3pPr>
            <a:lvl4pPr algn="ctr">
              <a:defRPr sz="1650" b="1">
                <a:solidFill>
                  <a:srgbClr val="071426"/>
                </a:solidFill>
                <a:latin typeface="DejaVu Sans"/>
                <a:ea typeface="DejaVu Sans"/>
                <a:cs typeface="DejaVu Sans"/>
              </a:defRPr>
            </a:lvl4pPr>
            <a:lvl5pPr algn="ctr">
              <a:defRPr sz="1650" b="1">
                <a:solidFill>
                  <a:srgbClr val="071426"/>
                </a:solidFill>
                <a:latin typeface="DejaVu Sans"/>
                <a:ea typeface="DejaVu Sans"/>
                <a:cs typeface="DejaVu Sans"/>
              </a:defRPr>
            </a:lvl5pPr>
            <a:lvl6pPr algn="ctr">
              <a:defRPr sz="1650" b="1">
                <a:solidFill>
                  <a:srgbClr val="071426"/>
                </a:solidFill>
                <a:latin typeface="DejaVu Sans"/>
                <a:ea typeface="DejaVu Sans"/>
                <a:cs typeface="DejaVu Sans"/>
              </a:defRPr>
            </a:lvl6pPr>
            <a:lvl7pPr algn="ctr">
              <a:defRPr sz="1650" b="1">
                <a:solidFill>
                  <a:srgbClr val="071426"/>
                </a:solidFill>
                <a:latin typeface="DejaVu Sans"/>
                <a:ea typeface="DejaVu Sans"/>
                <a:cs typeface="DejaVu Sans"/>
              </a:defRPr>
            </a:lvl7pPr>
            <a:lvl8pPr algn="ctr">
              <a:defRPr sz="1650" b="1">
                <a:solidFill>
                  <a:srgbClr val="071426"/>
                </a:solidFill>
                <a:latin typeface="DejaVu Sans"/>
                <a:ea typeface="DejaVu Sans"/>
                <a:cs typeface="DejaVu Sans"/>
              </a:defRPr>
            </a:lvl8pPr>
            <a:lvl9pPr algn="ctr">
              <a:defRPr sz="1650" b="1">
                <a:solidFill>
                  <a:srgbClr val="071426"/>
                </a:solidFill>
                <a:latin typeface="DejaVu Sans"/>
                <a:ea typeface="DejaVu Sans"/>
                <a:cs typeface="DejaVu Sans"/>
              </a:defRPr>
            </a:lvl9pPr>
          </a:lstStyle>
          <a:p xmlns:a="http://schemas.openxmlformats.org/drawingml/2006/main">
            <a:pPr algn="ctr">
              <a:defRPr sz="1650" b="1">
                <a:solidFill>
                  <a:srgbClr val="071426"/>
                </a:solidFill>
                <a:latin typeface="DejaVu Sans"/>
                <a:ea typeface="DejaVu Sans"/>
                <a:cs typeface="DejaVu Sans"/>
              </a:defRPr>
            </a:pPr>
            <a:r>
              <a:rPr sz="1650" b="1">
                <a:solidFill>
                  <a:srgbClr val="071426"/>
                </a:solidFill>
                <a:latin typeface="DejaVu Sans"/>
                <a:ea typeface="DejaVu Sans"/>
                <a:cs typeface="DejaVu Sans"/>
              </a:rPr>
              <a:t>2</a:t>
            </a:r>
          </a:p>
        </p:txBody>
      </p:sp>
      <p:sp>
        <p:nvSpPr>
          <p:cNvPr id="15" name="s12-card-title-1">
            <a:extLst xmlns:a="http://schemas.openxmlformats.org/drawingml/2006/main">
              <a:ext uri="{FF2B5EF4-FFF2-40B4-BE49-F238E27FC236}">
                <a16:creationId xmlns:a16="http://schemas.microsoft.com/office/drawing/2014/main" id="{7130F24D-1A7C-4B54-A0FB-922DE0E72A16}"/>
              </a:ext>
            </a:extLst>
          </p:cNvPr>
          <p:cNvSpPr>
            <a:spLocks xmlns:a="http://schemas.openxmlformats.org/drawingml/2006/main" noGrp="1"/>
          </p:cNvSpPr>
          <p:nvPr/>
        </p:nvSpPr>
        <p:spPr>
          <a:xfrm xmlns:a="http://schemas.openxmlformats.org/drawingml/2006/main">
            <a:off x="4591050" y="32099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7B500"/>
                </a:solidFill>
                <a:latin typeface="DejaVu Sans"/>
                <a:ea typeface="DejaVu Sans"/>
                <a:cs typeface="DejaVu Sans"/>
              </a:defRPr>
            </a:defPPr>
            <a:lvl1pPr algn="l">
              <a:defRPr sz="1350" b="1">
                <a:solidFill>
                  <a:srgbClr val="F7B500"/>
                </a:solidFill>
                <a:latin typeface="DejaVu Sans"/>
                <a:ea typeface="DejaVu Sans"/>
                <a:cs typeface="DejaVu Sans"/>
              </a:defRPr>
            </a:lvl1pPr>
            <a:lvl2pPr algn="l">
              <a:defRPr sz="1350" b="1">
                <a:solidFill>
                  <a:srgbClr val="F7B500"/>
                </a:solidFill>
                <a:latin typeface="DejaVu Sans"/>
                <a:ea typeface="DejaVu Sans"/>
                <a:cs typeface="DejaVu Sans"/>
              </a:defRPr>
            </a:lvl2pPr>
            <a:lvl3pPr algn="l">
              <a:defRPr sz="1350" b="1">
                <a:solidFill>
                  <a:srgbClr val="F7B500"/>
                </a:solidFill>
                <a:latin typeface="DejaVu Sans"/>
                <a:ea typeface="DejaVu Sans"/>
                <a:cs typeface="DejaVu Sans"/>
              </a:defRPr>
            </a:lvl3pPr>
            <a:lvl4pPr algn="l">
              <a:defRPr sz="1350" b="1">
                <a:solidFill>
                  <a:srgbClr val="F7B500"/>
                </a:solidFill>
                <a:latin typeface="DejaVu Sans"/>
                <a:ea typeface="DejaVu Sans"/>
                <a:cs typeface="DejaVu Sans"/>
              </a:defRPr>
            </a:lvl4pPr>
            <a:lvl5pPr algn="l">
              <a:defRPr sz="1350" b="1">
                <a:solidFill>
                  <a:srgbClr val="F7B500"/>
                </a:solidFill>
                <a:latin typeface="DejaVu Sans"/>
                <a:ea typeface="DejaVu Sans"/>
                <a:cs typeface="DejaVu Sans"/>
              </a:defRPr>
            </a:lvl5pPr>
            <a:lvl6pPr algn="l">
              <a:defRPr sz="1350" b="1">
                <a:solidFill>
                  <a:srgbClr val="F7B500"/>
                </a:solidFill>
                <a:latin typeface="DejaVu Sans"/>
                <a:ea typeface="DejaVu Sans"/>
                <a:cs typeface="DejaVu Sans"/>
              </a:defRPr>
            </a:lvl6pPr>
            <a:lvl7pPr algn="l">
              <a:defRPr sz="1350" b="1">
                <a:solidFill>
                  <a:srgbClr val="F7B500"/>
                </a:solidFill>
                <a:latin typeface="DejaVu Sans"/>
                <a:ea typeface="DejaVu Sans"/>
                <a:cs typeface="DejaVu Sans"/>
              </a:defRPr>
            </a:lvl7pPr>
            <a:lvl8pPr algn="l">
              <a:defRPr sz="1350" b="1">
                <a:solidFill>
                  <a:srgbClr val="F7B500"/>
                </a:solidFill>
                <a:latin typeface="DejaVu Sans"/>
                <a:ea typeface="DejaVu Sans"/>
                <a:cs typeface="DejaVu Sans"/>
              </a:defRPr>
            </a:lvl8pPr>
            <a:lvl9pPr algn="l">
              <a:defRPr sz="1350" b="1">
                <a:solidFill>
                  <a:srgbClr val="F7B500"/>
                </a:solidFill>
                <a:latin typeface="DejaVu Sans"/>
                <a:ea typeface="DejaVu Sans"/>
                <a:cs typeface="DejaVu Sans"/>
              </a:defRPr>
            </a:lvl9pPr>
          </a:lstStyle>
          <a:p xmlns:a="http://schemas.openxmlformats.org/drawingml/2006/main">
            <a:pPr algn="l">
              <a:defRPr sz="1350" b="1">
                <a:solidFill>
                  <a:srgbClr val="F7B500"/>
                </a:solidFill>
                <a:latin typeface="DejaVu Sans"/>
                <a:ea typeface="DejaVu Sans"/>
                <a:cs typeface="DejaVu Sans"/>
              </a:defRPr>
            </a:pPr>
            <a:r>
              <a:rPr sz="1350" b="1">
                <a:solidFill>
                  <a:srgbClr val="F7B500"/>
                </a:solidFill>
                <a:latin typeface="DejaVu Sans"/>
                <a:ea typeface="DejaVu Sans"/>
                <a:cs typeface="DejaVu Sans"/>
              </a:rPr>
              <a:t>ΠΩΣ ΕΙΝΑΙ ΤΟ ΔΙΚΤΥΟ;</a:t>
            </a:r>
          </a:p>
        </p:txBody>
      </p:sp>
      <p:sp>
        <p:nvSpPr>
          <p:cNvPr id="16" name="s12-tool-1">
            <a:extLst xmlns:a="http://schemas.openxmlformats.org/drawingml/2006/main">
              <a:ext uri="{FF2B5EF4-FFF2-40B4-BE49-F238E27FC236}">
                <a16:creationId xmlns:a16="http://schemas.microsoft.com/office/drawing/2014/main" id="{724001A6-019B-45C9-A4C7-4061BD5D803D}"/>
              </a:ext>
            </a:extLst>
          </p:cNvPr>
          <p:cNvSpPr>
            <a:spLocks xmlns:a="http://schemas.openxmlformats.org/drawingml/2006/main" noGrp="1"/>
          </p:cNvSpPr>
          <p:nvPr/>
        </p:nvSpPr>
        <p:spPr>
          <a:xfrm xmlns:a="http://schemas.openxmlformats.org/drawingml/2006/main">
            <a:off x="4591050" y="36385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F8FC"/>
                </a:solidFill>
                <a:latin typeface="DejaVu Sans"/>
                <a:ea typeface="DejaVu Sans"/>
                <a:cs typeface="DejaVu Sans"/>
              </a:defRPr>
            </a:defPPr>
            <a:lvl1pPr algn="l">
              <a:defRPr sz="1275" b="1">
                <a:solidFill>
                  <a:srgbClr val="F4F8FC"/>
                </a:solidFill>
                <a:latin typeface="DejaVu Sans"/>
                <a:ea typeface="DejaVu Sans"/>
                <a:cs typeface="DejaVu Sans"/>
              </a:defRPr>
            </a:lvl1pPr>
            <a:lvl2pPr algn="l">
              <a:defRPr sz="1275" b="1">
                <a:solidFill>
                  <a:srgbClr val="F4F8FC"/>
                </a:solidFill>
                <a:latin typeface="DejaVu Sans"/>
                <a:ea typeface="DejaVu Sans"/>
                <a:cs typeface="DejaVu Sans"/>
              </a:defRPr>
            </a:lvl2pPr>
            <a:lvl3pPr algn="l">
              <a:defRPr sz="1275" b="1">
                <a:solidFill>
                  <a:srgbClr val="F4F8FC"/>
                </a:solidFill>
                <a:latin typeface="DejaVu Sans"/>
                <a:ea typeface="DejaVu Sans"/>
                <a:cs typeface="DejaVu Sans"/>
              </a:defRPr>
            </a:lvl3pPr>
            <a:lvl4pPr algn="l">
              <a:defRPr sz="1275" b="1">
                <a:solidFill>
                  <a:srgbClr val="F4F8FC"/>
                </a:solidFill>
                <a:latin typeface="DejaVu Sans"/>
                <a:ea typeface="DejaVu Sans"/>
                <a:cs typeface="DejaVu Sans"/>
              </a:defRPr>
            </a:lvl4pPr>
            <a:lvl5pPr algn="l">
              <a:defRPr sz="1275" b="1">
                <a:solidFill>
                  <a:srgbClr val="F4F8FC"/>
                </a:solidFill>
                <a:latin typeface="DejaVu Sans"/>
                <a:ea typeface="DejaVu Sans"/>
                <a:cs typeface="DejaVu Sans"/>
              </a:defRPr>
            </a:lvl5pPr>
            <a:lvl6pPr algn="l">
              <a:defRPr sz="1275" b="1">
                <a:solidFill>
                  <a:srgbClr val="F4F8FC"/>
                </a:solidFill>
                <a:latin typeface="DejaVu Sans"/>
                <a:ea typeface="DejaVu Sans"/>
                <a:cs typeface="DejaVu Sans"/>
              </a:defRPr>
            </a:lvl6pPr>
            <a:lvl7pPr algn="l">
              <a:defRPr sz="1275" b="1">
                <a:solidFill>
                  <a:srgbClr val="F4F8FC"/>
                </a:solidFill>
                <a:latin typeface="DejaVu Sans"/>
                <a:ea typeface="DejaVu Sans"/>
                <a:cs typeface="DejaVu Sans"/>
              </a:defRPr>
            </a:lvl7pPr>
            <a:lvl8pPr algn="l">
              <a:defRPr sz="1275" b="1">
                <a:solidFill>
                  <a:srgbClr val="F4F8FC"/>
                </a:solidFill>
                <a:latin typeface="DejaVu Sans"/>
                <a:ea typeface="DejaVu Sans"/>
                <a:cs typeface="DejaVu Sans"/>
              </a:defRPr>
            </a:lvl8pPr>
            <a:lvl9pPr algn="l">
              <a:defRPr sz="1275" b="1">
                <a:solidFill>
                  <a:srgbClr val="F4F8FC"/>
                </a:solidFill>
                <a:latin typeface="DejaVu Sans"/>
                <a:ea typeface="DejaVu Sans"/>
                <a:cs typeface="DejaVu Sans"/>
              </a:defRPr>
            </a:lvl9pPr>
          </a:lstStyle>
          <a:p xmlns:a="http://schemas.openxmlformats.org/drawingml/2006/main">
            <a:pPr algn="l">
              <a:defRPr sz="1275" b="1">
                <a:solidFill>
                  <a:srgbClr val="F4F8FC"/>
                </a:solidFill>
                <a:latin typeface="DejaVu Sans"/>
                <a:ea typeface="DejaVu Sans"/>
                <a:cs typeface="DejaVu Sans"/>
              </a:defRPr>
            </a:pPr>
            <a:r>
              <a:rPr sz="1275" b="1">
                <a:solidFill>
                  <a:srgbClr val="F4F8FC"/>
                </a:solidFill>
                <a:latin typeface="DejaVu Sans"/>
                <a:ea typeface="DejaVu Sans"/>
                <a:cs typeface="DejaVu Sans"/>
              </a:rPr>
              <a:t>Πολύμετρο σε Ω</a:t>
            </a:r>
          </a:p>
        </p:txBody>
      </p:sp>
      <p:sp>
        <p:nvSpPr>
          <p:cNvPr id="17" name="s12-card-divider-1">
            <a:extLst xmlns:a="http://schemas.openxmlformats.org/drawingml/2006/main">
              <a:ext uri="{FF2B5EF4-FFF2-40B4-BE49-F238E27FC236}">
                <a16:creationId xmlns:a16="http://schemas.microsoft.com/office/drawing/2014/main" id="{59755D8D-4CAD-4B74-A0DD-CB17E006B5F5}"/>
              </a:ext>
            </a:extLst>
          </p:cNvPr>
          <p:cNvSpPr>
            <a:spLocks xmlns:a="http://schemas.openxmlformats.org/drawingml/2006/main" noGrp="1"/>
          </p:cNvSpPr>
          <p:nvPr/>
        </p:nvSpPr>
        <p:spPr>
          <a:xfrm xmlns:a="http://schemas.openxmlformats.org/drawingml/2006/main">
            <a:off x="4591050" y="4143375"/>
            <a:ext cx="2781300" cy="9525"/>
          </a:xfrm>
          <a:prstGeom xmlns:a="http://schemas.openxmlformats.org/drawingml/2006/main" prst="rect">
            <a:avLst/>
          </a:prstGeom>
          <a:solidFill xmlns:a="http://schemas.openxmlformats.org/drawingml/2006/main">
            <a:srgbClr val="29445E"/>
          </a:solidFill>
          <a:ln xmlns:a="http://schemas.openxmlformats.org/drawingml/2006/main" w="0">
            <a:noFill/>
            <a:prstDash val="solid"/>
          </a:ln>
        </p:spPr>
      </p:sp>
      <p:sp>
        <p:nvSpPr>
          <p:cNvPr id="18" name="s12-card-body-1">
            <a:extLst xmlns:a="http://schemas.openxmlformats.org/drawingml/2006/main">
              <a:ext uri="{FF2B5EF4-FFF2-40B4-BE49-F238E27FC236}">
                <a16:creationId xmlns:a16="http://schemas.microsoft.com/office/drawing/2014/main" id="{674AED37-C4EE-4866-8180-3F901A0F5436}"/>
              </a:ext>
            </a:extLst>
          </p:cNvPr>
          <p:cNvSpPr>
            <a:spLocks xmlns:a="http://schemas.openxmlformats.org/drawingml/2006/main" noGrp="1"/>
          </p:cNvSpPr>
          <p:nvPr/>
        </p:nvSpPr>
        <p:spPr>
          <a:xfrm xmlns:a="http://schemas.openxmlformats.org/drawingml/2006/main">
            <a:off x="4591050" y="4314825"/>
            <a:ext cx="2781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C0D1"/>
                </a:solidFill>
                <a:latin typeface="DejaVu Sans"/>
                <a:ea typeface="DejaVu Sans"/>
                <a:cs typeface="DejaVu Sans"/>
              </a:defRPr>
            </a:defPPr>
            <a:lvl1pPr algn="l">
              <a:defRPr sz="1125" b="0">
                <a:solidFill>
                  <a:srgbClr val="AFC0D1"/>
                </a:solidFill>
                <a:latin typeface="DejaVu Sans"/>
                <a:ea typeface="DejaVu Sans"/>
                <a:cs typeface="DejaVu Sans"/>
              </a:defRPr>
            </a:lvl1pPr>
            <a:lvl2pPr algn="l">
              <a:defRPr sz="1125" b="0">
                <a:solidFill>
                  <a:srgbClr val="AFC0D1"/>
                </a:solidFill>
                <a:latin typeface="DejaVu Sans"/>
                <a:ea typeface="DejaVu Sans"/>
                <a:cs typeface="DejaVu Sans"/>
              </a:defRPr>
            </a:lvl2pPr>
            <a:lvl3pPr algn="l">
              <a:defRPr sz="1125" b="0">
                <a:solidFill>
                  <a:srgbClr val="AFC0D1"/>
                </a:solidFill>
                <a:latin typeface="DejaVu Sans"/>
                <a:ea typeface="DejaVu Sans"/>
                <a:cs typeface="DejaVu Sans"/>
              </a:defRPr>
            </a:lvl3pPr>
            <a:lvl4pPr algn="l">
              <a:defRPr sz="1125" b="0">
                <a:solidFill>
                  <a:srgbClr val="AFC0D1"/>
                </a:solidFill>
                <a:latin typeface="DejaVu Sans"/>
                <a:ea typeface="DejaVu Sans"/>
                <a:cs typeface="DejaVu Sans"/>
              </a:defRPr>
            </a:lvl4pPr>
            <a:lvl5pPr algn="l">
              <a:defRPr sz="1125" b="0">
                <a:solidFill>
                  <a:srgbClr val="AFC0D1"/>
                </a:solidFill>
                <a:latin typeface="DejaVu Sans"/>
                <a:ea typeface="DejaVu Sans"/>
                <a:cs typeface="DejaVu Sans"/>
              </a:defRPr>
            </a:lvl5pPr>
            <a:lvl6pPr algn="l">
              <a:defRPr sz="1125" b="0">
                <a:solidFill>
                  <a:srgbClr val="AFC0D1"/>
                </a:solidFill>
                <a:latin typeface="DejaVu Sans"/>
                <a:ea typeface="DejaVu Sans"/>
                <a:cs typeface="DejaVu Sans"/>
              </a:defRPr>
            </a:lvl6pPr>
            <a:lvl7pPr algn="l">
              <a:defRPr sz="1125" b="0">
                <a:solidFill>
                  <a:srgbClr val="AFC0D1"/>
                </a:solidFill>
                <a:latin typeface="DejaVu Sans"/>
                <a:ea typeface="DejaVu Sans"/>
                <a:cs typeface="DejaVu Sans"/>
              </a:defRPr>
            </a:lvl7pPr>
            <a:lvl8pPr algn="l">
              <a:defRPr sz="1125" b="0">
                <a:solidFill>
                  <a:srgbClr val="AFC0D1"/>
                </a:solidFill>
                <a:latin typeface="DejaVu Sans"/>
                <a:ea typeface="DejaVu Sans"/>
                <a:cs typeface="DejaVu Sans"/>
              </a:defRPr>
            </a:lvl8pPr>
            <a:lvl9pPr algn="l">
              <a:defRPr sz="1125" b="0">
                <a:solidFill>
                  <a:srgbClr val="AFC0D1"/>
                </a:solidFill>
                <a:latin typeface="DejaVu Sans"/>
                <a:ea typeface="DejaVu Sans"/>
                <a:cs typeface="DejaVu Sans"/>
              </a:defRPr>
            </a:lvl9pPr>
          </a:lstStyle>
          <a:p xmlns:a="http://schemas.openxmlformats.org/drawingml/2006/main">
            <a:pPr algn="l">
              <a:defRPr sz="1125" b="0">
                <a:solidFill>
                  <a:srgbClr val="AFC0D1"/>
                </a:solidFill>
                <a:latin typeface="DejaVu Sans"/>
                <a:ea typeface="DejaVu Sans"/>
                <a:cs typeface="DejaVu Sans"/>
              </a:defRPr>
            </a:pPr>
            <a:r>
              <a:rPr sz="1125" b="0">
                <a:solidFill>
                  <a:srgbClr val="AFC0D1"/>
                </a:solidFill>
                <a:latin typeface="DejaVu Sans"/>
                <a:ea typeface="DejaVu Sans"/>
                <a:cs typeface="DejaVu Sans"/>
              </a:rPr>
              <a:t>Με το κύκλωμα απενεργοποιημένο, ελέγχουμε την αντίσταση όπου προβλέπεται.</a:t>
            </a:r>
          </a:p>
        </p:txBody>
      </p:sp>
      <p:sp>
        <p:nvSpPr>
          <p:cNvPr id="19" name="s12-card-2">
            <a:extLst xmlns:a="http://schemas.openxmlformats.org/drawingml/2006/main">
              <a:ext uri="{FF2B5EF4-FFF2-40B4-BE49-F238E27FC236}">
                <a16:creationId xmlns:a16="http://schemas.microsoft.com/office/drawing/2014/main" id="{783284E7-F40A-4B76-B9AA-F991C80FB650}"/>
              </a:ext>
            </a:extLst>
          </p:cNvPr>
          <p:cNvSpPr>
            <a:spLocks xmlns:a="http://schemas.openxmlformats.org/drawingml/2006/main" noGrp="1"/>
          </p:cNvSpPr>
          <p:nvPr/>
        </p:nvSpPr>
        <p:spPr>
          <a:xfrm xmlns:a="http://schemas.openxmlformats.org/drawingml/2006/main">
            <a:off x="8077200" y="2362200"/>
            <a:ext cx="3276600" cy="2781300"/>
          </a:xfrm>
          <a:prstGeom xmlns:a="http://schemas.openxmlformats.org/drawingml/2006/main" prst="roundRect">
            <a:avLst>
              <a:gd name="adj" fmla="val 2740"/>
            </a:avLst>
          </a:prstGeom>
          <a:solidFill xmlns:a="http://schemas.openxmlformats.org/drawingml/2006/main">
            <a:srgbClr val="10243A"/>
          </a:solidFill>
          <a:ln xmlns:a="http://schemas.openxmlformats.org/drawingml/2006/main" w="14288">
            <a:solidFill>
              <a:srgbClr val="29445E"/>
            </a:solidFill>
            <a:prstDash val="solid"/>
          </a:ln>
        </p:spPr>
      </p:sp>
      <p:sp>
        <p:nvSpPr>
          <p:cNvPr id="20" name="s12-number-circle-2">
            <a:extLst xmlns:a="http://schemas.openxmlformats.org/drawingml/2006/main">
              <a:ext uri="{FF2B5EF4-FFF2-40B4-BE49-F238E27FC236}">
                <a16:creationId xmlns:a16="http://schemas.microsoft.com/office/drawing/2014/main" id="{8594DDB0-00D5-4A60-83AC-422E4B51C8AE}"/>
              </a:ext>
            </a:extLst>
          </p:cNvPr>
          <p:cNvSpPr>
            <a:spLocks xmlns:a="http://schemas.openxmlformats.org/drawingml/2006/main" noGrp="1"/>
          </p:cNvSpPr>
          <p:nvPr/>
        </p:nvSpPr>
        <p:spPr>
          <a:xfrm xmlns:a="http://schemas.openxmlformats.org/drawingml/2006/main">
            <a:off x="8324850" y="2581275"/>
            <a:ext cx="457200" cy="457200"/>
          </a:xfrm>
          <a:prstGeom xmlns:a="http://schemas.openxmlformats.org/drawingml/2006/main" prst="ellipse">
            <a:avLst/>
          </a:prstGeom>
          <a:solidFill xmlns:a="http://schemas.openxmlformats.org/drawingml/2006/main">
            <a:srgbClr val="32C78A"/>
          </a:solidFill>
          <a:ln xmlns:a="http://schemas.openxmlformats.org/drawingml/2006/main" w="0">
            <a:noFill/>
            <a:prstDash val="solid"/>
          </a:ln>
        </p:spPr>
      </p:sp>
      <p:sp>
        <p:nvSpPr>
          <p:cNvPr id="21" name="s12-number-2">
            <a:extLst xmlns:a="http://schemas.openxmlformats.org/drawingml/2006/main">
              <a:ext uri="{FF2B5EF4-FFF2-40B4-BE49-F238E27FC236}">
                <a16:creationId xmlns:a16="http://schemas.microsoft.com/office/drawing/2014/main" id="{B084098E-E76B-4EAE-8D49-ECEAF895A3AA}"/>
              </a:ext>
            </a:extLst>
          </p:cNvPr>
          <p:cNvSpPr>
            <a:spLocks xmlns:a="http://schemas.openxmlformats.org/drawingml/2006/main" noGrp="1"/>
          </p:cNvSpPr>
          <p:nvPr/>
        </p:nvSpPr>
        <p:spPr>
          <a:xfrm xmlns:a="http://schemas.openxmlformats.org/drawingml/2006/main">
            <a:off x="8324850" y="25812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071426"/>
                </a:solidFill>
                <a:latin typeface="DejaVu Sans"/>
                <a:ea typeface="DejaVu Sans"/>
                <a:cs typeface="DejaVu Sans"/>
              </a:defRPr>
            </a:defPPr>
            <a:lvl1pPr algn="ctr">
              <a:defRPr sz="1650" b="1">
                <a:solidFill>
                  <a:srgbClr val="071426"/>
                </a:solidFill>
                <a:latin typeface="DejaVu Sans"/>
                <a:ea typeface="DejaVu Sans"/>
                <a:cs typeface="DejaVu Sans"/>
              </a:defRPr>
            </a:lvl1pPr>
            <a:lvl2pPr algn="ctr">
              <a:defRPr sz="1650" b="1">
                <a:solidFill>
                  <a:srgbClr val="071426"/>
                </a:solidFill>
                <a:latin typeface="DejaVu Sans"/>
                <a:ea typeface="DejaVu Sans"/>
                <a:cs typeface="DejaVu Sans"/>
              </a:defRPr>
            </a:lvl2pPr>
            <a:lvl3pPr algn="ctr">
              <a:defRPr sz="1650" b="1">
                <a:solidFill>
                  <a:srgbClr val="071426"/>
                </a:solidFill>
                <a:latin typeface="DejaVu Sans"/>
                <a:ea typeface="DejaVu Sans"/>
                <a:cs typeface="DejaVu Sans"/>
              </a:defRPr>
            </a:lvl3pPr>
            <a:lvl4pPr algn="ctr">
              <a:defRPr sz="1650" b="1">
                <a:solidFill>
                  <a:srgbClr val="071426"/>
                </a:solidFill>
                <a:latin typeface="DejaVu Sans"/>
                <a:ea typeface="DejaVu Sans"/>
                <a:cs typeface="DejaVu Sans"/>
              </a:defRPr>
            </a:lvl4pPr>
            <a:lvl5pPr algn="ctr">
              <a:defRPr sz="1650" b="1">
                <a:solidFill>
                  <a:srgbClr val="071426"/>
                </a:solidFill>
                <a:latin typeface="DejaVu Sans"/>
                <a:ea typeface="DejaVu Sans"/>
                <a:cs typeface="DejaVu Sans"/>
              </a:defRPr>
            </a:lvl5pPr>
            <a:lvl6pPr algn="ctr">
              <a:defRPr sz="1650" b="1">
                <a:solidFill>
                  <a:srgbClr val="071426"/>
                </a:solidFill>
                <a:latin typeface="DejaVu Sans"/>
                <a:ea typeface="DejaVu Sans"/>
                <a:cs typeface="DejaVu Sans"/>
              </a:defRPr>
            </a:lvl6pPr>
            <a:lvl7pPr algn="ctr">
              <a:defRPr sz="1650" b="1">
                <a:solidFill>
                  <a:srgbClr val="071426"/>
                </a:solidFill>
                <a:latin typeface="DejaVu Sans"/>
                <a:ea typeface="DejaVu Sans"/>
                <a:cs typeface="DejaVu Sans"/>
              </a:defRPr>
            </a:lvl7pPr>
            <a:lvl8pPr algn="ctr">
              <a:defRPr sz="1650" b="1">
                <a:solidFill>
                  <a:srgbClr val="071426"/>
                </a:solidFill>
                <a:latin typeface="DejaVu Sans"/>
                <a:ea typeface="DejaVu Sans"/>
                <a:cs typeface="DejaVu Sans"/>
              </a:defRPr>
            </a:lvl8pPr>
            <a:lvl9pPr algn="ctr">
              <a:defRPr sz="1650" b="1">
                <a:solidFill>
                  <a:srgbClr val="071426"/>
                </a:solidFill>
                <a:latin typeface="DejaVu Sans"/>
                <a:ea typeface="DejaVu Sans"/>
                <a:cs typeface="DejaVu Sans"/>
              </a:defRPr>
            </a:lvl9pPr>
          </a:lstStyle>
          <a:p xmlns:a="http://schemas.openxmlformats.org/drawingml/2006/main">
            <a:pPr algn="ctr">
              <a:defRPr sz="1650" b="1">
                <a:solidFill>
                  <a:srgbClr val="071426"/>
                </a:solidFill>
                <a:latin typeface="DejaVu Sans"/>
                <a:ea typeface="DejaVu Sans"/>
                <a:cs typeface="DejaVu Sans"/>
              </a:defRPr>
            </a:pPr>
            <a:r>
              <a:rPr sz="1650" b="1">
                <a:solidFill>
                  <a:srgbClr val="071426"/>
                </a:solidFill>
                <a:latin typeface="DejaVu Sans"/>
                <a:ea typeface="DejaVu Sans"/>
                <a:cs typeface="DejaVu Sans"/>
              </a:rPr>
              <a:t>3</a:t>
            </a:r>
          </a:p>
        </p:txBody>
      </p:sp>
      <p:sp>
        <p:nvSpPr>
          <p:cNvPr id="22" name="s12-card-title-2">
            <a:extLst xmlns:a="http://schemas.openxmlformats.org/drawingml/2006/main">
              <a:ext uri="{FF2B5EF4-FFF2-40B4-BE49-F238E27FC236}">
                <a16:creationId xmlns:a16="http://schemas.microsoft.com/office/drawing/2014/main" id="{AE7696B1-E976-4000-8D41-AEC398B3A945}"/>
              </a:ext>
            </a:extLst>
          </p:cNvPr>
          <p:cNvSpPr>
            <a:spLocks xmlns:a="http://schemas.openxmlformats.org/drawingml/2006/main" noGrp="1"/>
          </p:cNvSpPr>
          <p:nvPr/>
        </p:nvSpPr>
        <p:spPr>
          <a:xfrm xmlns:a="http://schemas.openxmlformats.org/drawingml/2006/main">
            <a:off x="8324850" y="3209925"/>
            <a:ext cx="278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2C78A"/>
                </a:solidFill>
                <a:latin typeface="DejaVu Sans"/>
                <a:ea typeface="DejaVu Sans"/>
                <a:cs typeface="DejaVu Sans"/>
              </a:defRPr>
            </a:defPPr>
            <a:lvl1pPr algn="l">
              <a:defRPr sz="1350" b="1">
                <a:solidFill>
                  <a:srgbClr val="32C78A"/>
                </a:solidFill>
                <a:latin typeface="DejaVu Sans"/>
                <a:ea typeface="DejaVu Sans"/>
                <a:cs typeface="DejaVu Sans"/>
              </a:defRPr>
            </a:lvl1pPr>
            <a:lvl2pPr algn="l">
              <a:defRPr sz="1350" b="1">
                <a:solidFill>
                  <a:srgbClr val="32C78A"/>
                </a:solidFill>
                <a:latin typeface="DejaVu Sans"/>
                <a:ea typeface="DejaVu Sans"/>
                <a:cs typeface="DejaVu Sans"/>
              </a:defRPr>
            </a:lvl2pPr>
            <a:lvl3pPr algn="l">
              <a:defRPr sz="1350" b="1">
                <a:solidFill>
                  <a:srgbClr val="32C78A"/>
                </a:solidFill>
                <a:latin typeface="DejaVu Sans"/>
                <a:ea typeface="DejaVu Sans"/>
                <a:cs typeface="DejaVu Sans"/>
              </a:defRPr>
            </a:lvl3pPr>
            <a:lvl4pPr algn="l">
              <a:defRPr sz="1350" b="1">
                <a:solidFill>
                  <a:srgbClr val="32C78A"/>
                </a:solidFill>
                <a:latin typeface="DejaVu Sans"/>
                <a:ea typeface="DejaVu Sans"/>
                <a:cs typeface="DejaVu Sans"/>
              </a:defRPr>
            </a:lvl4pPr>
            <a:lvl5pPr algn="l">
              <a:defRPr sz="1350" b="1">
                <a:solidFill>
                  <a:srgbClr val="32C78A"/>
                </a:solidFill>
                <a:latin typeface="DejaVu Sans"/>
                <a:ea typeface="DejaVu Sans"/>
                <a:cs typeface="DejaVu Sans"/>
              </a:defRPr>
            </a:lvl5pPr>
            <a:lvl6pPr algn="l">
              <a:defRPr sz="1350" b="1">
                <a:solidFill>
                  <a:srgbClr val="32C78A"/>
                </a:solidFill>
                <a:latin typeface="DejaVu Sans"/>
                <a:ea typeface="DejaVu Sans"/>
                <a:cs typeface="DejaVu Sans"/>
              </a:defRPr>
            </a:lvl6pPr>
            <a:lvl7pPr algn="l">
              <a:defRPr sz="1350" b="1">
                <a:solidFill>
                  <a:srgbClr val="32C78A"/>
                </a:solidFill>
                <a:latin typeface="DejaVu Sans"/>
                <a:ea typeface="DejaVu Sans"/>
                <a:cs typeface="DejaVu Sans"/>
              </a:defRPr>
            </a:lvl7pPr>
            <a:lvl8pPr algn="l">
              <a:defRPr sz="1350" b="1">
                <a:solidFill>
                  <a:srgbClr val="32C78A"/>
                </a:solidFill>
                <a:latin typeface="DejaVu Sans"/>
                <a:ea typeface="DejaVu Sans"/>
                <a:cs typeface="DejaVu Sans"/>
              </a:defRPr>
            </a:lvl8pPr>
            <a:lvl9pPr algn="l">
              <a:defRPr sz="1350" b="1">
                <a:solidFill>
                  <a:srgbClr val="32C78A"/>
                </a:solidFill>
                <a:latin typeface="DejaVu Sans"/>
                <a:ea typeface="DejaVu Sans"/>
                <a:cs typeface="DejaVu Sans"/>
              </a:defRPr>
            </a:lvl9pPr>
          </a:lstStyle>
          <a:p xmlns:a="http://schemas.openxmlformats.org/drawingml/2006/main">
            <a:pPr algn="l">
              <a:defRPr sz="1350" b="1">
                <a:solidFill>
                  <a:srgbClr val="32C78A"/>
                </a:solidFill>
                <a:latin typeface="DejaVu Sans"/>
                <a:ea typeface="DejaVu Sans"/>
                <a:cs typeface="DejaVu Sans"/>
              </a:defRPr>
            </a:pPr>
            <a:r>
              <a:rPr sz="1350" b="1">
                <a:solidFill>
                  <a:srgbClr val="32C78A"/>
                </a:solidFill>
                <a:latin typeface="DejaVu Sans"/>
                <a:ea typeface="DejaVu Sans"/>
                <a:cs typeface="DejaVu Sans"/>
              </a:rPr>
              <a:t>ΠΩΣ ΚΙΝΕΙΤΑΙ ΤΟ ΣΗΜΑ;</a:t>
            </a:r>
          </a:p>
        </p:txBody>
      </p:sp>
      <p:sp>
        <p:nvSpPr>
          <p:cNvPr id="23" name="s12-tool-2">
            <a:extLst xmlns:a="http://schemas.openxmlformats.org/drawingml/2006/main">
              <a:ext uri="{FF2B5EF4-FFF2-40B4-BE49-F238E27FC236}">
                <a16:creationId xmlns:a16="http://schemas.microsoft.com/office/drawing/2014/main" id="{DA82CE28-3A57-454D-9359-F1AEDE383A66}"/>
              </a:ext>
            </a:extLst>
          </p:cNvPr>
          <p:cNvSpPr>
            <a:spLocks xmlns:a="http://schemas.openxmlformats.org/drawingml/2006/main" noGrp="1"/>
          </p:cNvSpPr>
          <p:nvPr/>
        </p:nvSpPr>
        <p:spPr>
          <a:xfrm xmlns:a="http://schemas.openxmlformats.org/drawingml/2006/main">
            <a:off x="8324850" y="363855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4F8FC"/>
                </a:solidFill>
                <a:latin typeface="DejaVu Sans"/>
                <a:ea typeface="DejaVu Sans"/>
                <a:cs typeface="DejaVu Sans"/>
              </a:defRPr>
            </a:defPPr>
            <a:lvl1pPr algn="l">
              <a:defRPr sz="1275" b="1">
                <a:solidFill>
                  <a:srgbClr val="F4F8FC"/>
                </a:solidFill>
                <a:latin typeface="DejaVu Sans"/>
                <a:ea typeface="DejaVu Sans"/>
                <a:cs typeface="DejaVu Sans"/>
              </a:defRPr>
            </a:lvl1pPr>
            <a:lvl2pPr algn="l">
              <a:defRPr sz="1275" b="1">
                <a:solidFill>
                  <a:srgbClr val="F4F8FC"/>
                </a:solidFill>
                <a:latin typeface="DejaVu Sans"/>
                <a:ea typeface="DejaVu Sans"/>
                <a:cs typeface="DejaVu Sans"/>
              </a:defRPr>
            </a:lvl2pPr>
            <a:lvl3pPr algn="l">
              <a:defRPr sz="1275" b="1">
                <a:solidFill>
                  <a:srgbClr val="F4F8FC"/>
                </a:solidFill>
                <a:latin typeface="DejaVu Sans"/>
                <a:ea typeface="DejaVu Sans"/>
                <a:cs typeface="DejaVu Sans"/>
              </a:defRPr>
            </a:lvl3pPr>
            <a:lvl4pPr algn="l">
              <a:defRPr sz="1275" b="1">
                <a:solidFill>
                  <a:srgbClr val="F4F8FC"/>
                </a:solidFill>
                <a:latin typeface="DejaVu Sans"/>
                <a:ea typeface="DejaVu Sans"/>
                <a:cs typeface="DejaVu Sans"/>
              </a:defRPr>
            </a:lvl4pPr>
            <a:lvl5pPr algn="l">
              <a:defRPr sz="1275" b="1">
                <a:solidFill>
                  <a:srgbClr val="F4F8FC"/>
                </a:solidFill>
                <a:latin typeface="DejaVu Sans"/>
                <a:ea typeface="DejaVu Sans"/>
                <a:cs typeface="DejaVu Sans"/>
              </a:defRPr>
            </a:lvl5pPr>
            <a:lvl6pPr algn="l">
              <a:defRPr sz="1275" b="1">
                <a:solidFill>
                  <a:srgbClr val="F4F8FC"/>
                </a:solidFill>
                <a:latin typeface="DejaVu Sans"/>
                <a:ea typeface="DejaVu Sans"/>
                <a:cs typeface="DejaVu Sans"/>
              </a:defRPr>
            </a:lvl6pPr>
            <a:lvl7pPr algn="l">
              <a:defRPr sz="1275" b="1">
                <a:solidFill>
                  <a:srgbClr val="F4F8FC"/>
                </a:solidFill>
                <a:latin typeface="DejaVu Sans"/>
                <a:ea typeface="DejaVu Sans"/>
                <a:cs typeface="DejaVu Sans"/>
              </a:defRPr>
            </a:lvl7pPr>
            <a:lvl8pPr algn="l">
              <a:defRPr sz="1275" b="1">
                <a:solidFill>
                  <a:srgbClr val="F4F8FC"/>
                </a:solidFill>
                <a:latin typeface="DejaVu Sans"/>
                <a:ea typeface="DejaVu Sans"/>
                <a:cs typeface="DejaVu Sans"/>
              </a:defRPr>
            </a:lvl8pPr>
            <a:lvl9pPr algn="l">
              <a:defRPr sz="1275" b="1">
                <a:solidFill>
                  <a:srgbClr val="F4F8FC"/>
                </a:solidFill>
                <a:latin typeface="DejaVu Sans"/>
                <a:ea typeface="DejaVu Sans"/>
                <a:cs typeface="DejaVu Sans"/>
              </a:defRPr>
            </a:lvl9pPr>
          </a:lstStyle>
          <a:p xmlns:a="http://schemas.openxmlformats.org/drawingml/2006/main">
            <a:pPr algn="l">
              <a:defRPr sz="1275" b="1">
                <a:solidFill>
                  <a:srgbClr val="F4F8FC"/>
                </a:solidFill>
                <a:latin typeface="DejaVu Sans"/>
                <a:ea typeface="DejaVu Sans"/>
                <a:cs typeface="DejaVu Sans"/>
              </a:defRPr>
            </a:pPr>
            <a:r>
              <a:rPr sz="1275" b="1">
                <a:solidFill>
                  <a:srgbClr val="F4F8FC"/>
                </a:solidFill>
                <a:latin typeface="DejaVu Sans"/>
                <a:ea typeface="DejaVu Sans"/>
                <a:cs typeface="DejaVu Sans"/>
              </a:rPr>
              <a:t>Πολύμετρο ή παλμογράφος</a:t>
            </a:r>
          </a:p>
        </p:txBody>
      </p:sp>
      <p:sp>
        <p:nvSpPr>
          <p:cNvPr id="24" name="s12-card-divider-2">
            <a:extLst xmlns:a="http://schemas.openxmlformats.org/drawingml/2006/main">
              <a:ext uri="{FF2B5EF4-FFF2-40B4-BE49-F238E27FC236}">
                <a16:creationId xmlns:a16="http://schemas.microsoft.com/office/drawing/2014/main" id="{15EA83C4-5990-49DF-8B57-44CB1CE0B4CC}"/>
              </a:ext>
            </a:extLst>
          </p:cNvPr>
          <p:cNvSpPr>
            <a:spLocks xmlns:a="http://schemas.openxmlformats.org/drawingml/2006/main" noGrp="1"/>
          </p:cNvSpPr>
          <p:nvPr/>
        </p:nvSpPr>
        <p:spPr>
          <a:xfrm xmlns:a="http://schemas.openxmlformats.org/drawingml/2006/main">
            <a:off x="8324850" y="4143375"/>
            <a:ext cx="2781300" cy="9525"/>
          </a:xfrm>
          <a:prstGeom xmlns:a="http://schemas.openxmlformats.org/drawingml/2006/main" prst="rect">
            <a:avLst/>
          </a:prstGeom>
          <a:solidFill xmlns:a="http://schemas.openxmlformats.org/drawingml/2006/main">
            <a:srgbClr val="29445E"/>
          </a:solidFill>
          <a:ln xmlns:a="http://schemas.openxmlformats.org/drawingml/2006/main" w="0">
            <a:noFill/>
            <a:prstDash val="solid"/>
          </a:ln>
        </p:spPr>
      </p:sp>
      <p:sp>
        <p:nvSpPr>
          <p:cNvPr id="25" name="s12-card-body-2">
            <a:extLst xmlns:a="http://schemas.openxmlformats.org/drawingml/2006/main">
              <a:ext uri="{FF2B5EF4-FFF2-40B4-BE49-F238E27FC236}">
                <a16:creationId xmlns:a16="http://schemas.microsoft.com/office/drawing/2014/main" id="{77D44FE4-446C-49A2-B96F-BBF2A12E7B86}"/>
              </a:ext>
            </a:extLst>
          </p:cNvPr>
          <p:cNvSpPr>
            <a:spLocks xmlns:a="http://schemas.openxmlformats.org/drawingml/2006/main" noGrp="1"/>
          </p:cNvSpPr>
          <p:nvPr/>
        </p:nvSpPr>
        <p:spPr>
          <a:xfrm xmlns:a="http://schemas.openxmlformats.org/drawingml/2006/main">
            <a:off x="8324850" y="4314825"/>
            <a:ext cx="2781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AFC0D1"/>
                </a:solidFill>
                <a:latin typeface="DejaVu Sans"/>
                <a:ea typeface="DejaVu Sans"/>
                <a:cs typeface="DejaVu Sans"/>
              </a:defRPr>
            </a:defPPr>
            <a:lvl1pPr algn="l">
              <a:defRPr sz="1125" b="0">
                <a:solidFill>
                  <a:srgbClr val="AFC0D1"/>
                </a:solidFill>
                <a:latin typeface="DejaVu Sans"/>
                <a:ea typeface="DejaVu Sans"/>
                <a:cs typeface="DejaVu Sans"/>
              </a:defRPr>
            </a:lvl1pPr>
            <a:lvl2pPr algn="l">
              <a:defRPr sz="1125" b="0">
                <a:solidFill>
                  <a:srgbClr val="AFC0D1"/>
                </a:solidFill>
                <a:latin typeface="DejaVu Sans"/>
                <a:ea typeface="DejaVu Sans"/>
                <a:cs typeface="DejaVu Sans"/>
              </a:defRPr>
            </a:lvl2pPr>
            <a:lvl3pPr algn="l">
              <a:defRPr sz="1125" b="0">
                <a:solidFill>
                  <a:srgbClr val="AFC0D1"/>
                </a:solidFill>
                <a:latin typeface="DejaVu Sans"/>
                <a:ea typeface="DejaVu Sans"/>
                <a:cs typeface="DejaVu Sans"/>
              </a:defRPr>
            </a:lvl3pPr>
            <a:lvl4pPr algn="l">
              <a:defRPr sz="1125" b="0">
                <a:solidFill>
                  <a:srgbClr val="AFC0D1"/>
                </a:solidFill>
                <a:latin typeface="DejaVu Sans"/>
                <a:ea typeface="DejaVu Sans"/>
                <a:cs typeface="DejaVu Sans"/>
              </a:defRPr>
            </a:lvl4pPr>
            <a:lvl5pPr algn="l">
              <a:defRPr sz="1125" b="0">
                <a:solidFill>
                  <a:srgbClr val="AFC0D1"/>
                </a:solidFill>
                <a:latin typeface="DejaVu Sans"/>
                <a:ea typeface="DejaVu Sans"/>
                <a:cs typeface="DejaVu Sans"/>
              </a:defRPr>
            </a:lvl5pPr>
            <a:lvl6pPr algn="l">
              <a:defRPr sz="1125" b="0">
                <a:solidFill>
                  <a:srgbClr val="AFC0D1"/>
                </a:solidFill>
                <a:latin typeface="DejaVu Sans"/>
                <a:ea typeface="DejaVu Sans"/>
                <a:cs typeface="DejaVu Sans"/>
              </a:defRPr>
            </a:lvl6pPr>
            <a:lvl7pPr algn="l">
              <a:defRPr sz="1125" b="0">
                <a:solidFill>
                  <a:srgbClr val="AFC0D1"/>
                </a:solidFill>
                <a:latin typeface="DejaVu Sans"/>
                <a:ea typeface="DejaVu Sans"/>
                <a:cs typeface="DejaVu Sans"/>
              </a:defRPr>
            </a:lvl7pPr>
            <a:lvl8pPr algn="l">
              <a:defRPr sz="1125" b="0">
                <a:solidFill>
                  <a:srgbClr val="AFC0D1"/>
                </a:solidFill>
                <a:latin typeface="DejaVu Sans"/>
                <a:ea typeface="DejaVu Sans"/>
                <a:cs typeface="DejaVu Sans"/>
              </a:defRPr>
            </a:lvl8pPr>
            <a:lvl9pPr algn="l">
              <a:defRPr sz="1125" b="0">
                <a:solidFill>
                  <a:srgbClr val="AFC0D1"/>
                </a:solidFill>
                <a:latin typeface="DejaVu Sans"/>
                <a:ea typeface="DejaVu Sans"/>
                <a:cs typeface="DejaVu Sans"/>
              </a:defRPr>
            </a:lvl9pPr>
          </a:lstStyle>
          <a:p xmlns:a="http://schemas.openxmlformats.org/drawingml/2006/main">
            <a:pPr algn="l">
              <a:defRPr sz="1125" b="0">
                <a:solidFill>
                  <a:srgbClr val="AFC0D1"/>
                </a:solidFill>
                <a:latin typeface="DejaVu Sans"/>
                <a:ea typeface="DejaVu Sans"/>
                <a:cs typeface="DejaVu Sans"/>
              </a:defRPr>
            </a:pPr>
            <a:r>
              <a:rPr sz="1125" b="0">
                <a:solidFill>
                  <a:srgbClr val="AFC0D1"/>
                </a:solidFill>
                <a:latin typeface="DejaVu Sans"/>
                <a:ea typeface="DejaVu Sans"/>
                <a:cs typeface="DejaVu Sans"/>
              </a:rPr>
              <a:t>Με το κύκλωμα ενεργό, ελέγχουμε τάσεις και κυματομορφή.</a:t>
            </a:r>
          </a:p>
        </p:txBody>
      </p:sp>
      <p:sp>
        <p:nvSpPr>
          <p:cNvPr id="26" name="s12-arrow-1">
            <a:extLst xmlns:a="http://schemas.openxmlformats.org/drawingml/2006/main">
              <a:ext uri="{FF2B5EF4-FFF2-40B4-BE49-F238E27FC236}">
                <a16:creationId xmlns:a16="http://schemas.microsoft.com/office/drawing/2014/main" id="{4626E758-D71C-472E-A45D-1DA1D88E7030}"/>
              </a:ext>
            </a:extLst>
          </p:cNvPr>
          <p:cNvSpPr>
            <a:spLocks xmlns:a="http://schemas.openxmlformats.org/drawingml/2006/main" noGrp="1"/>
          </p:cNvSpPr>
          <p:nvPr/>
        </p:nvSpPr>
        <p:spPr>
          <a:xfrm xmlns:a="http://schemas.openxmlformats.org/drawingml/2006/main">
            <a:off x="3943350" y="3514725"/>
            <a:ext cx="304800" cy="285750"/>
          </a:xfrm>
          <a:prstGeom xmlns:a="http://schemas.openxmlformats.org/drawingml/2006/main" prst="rightArrow">
            <a:avLst/>
          </a:prstGeom>
          <a:solidFill xmlns:a="http://schemas.openxmlformats.org/drawingml/2006/main">
            <a:srgbClr val="35D8F1"/>
          </a:solidFill>
          <a:ln xmlns:a="http://schemas.openxmlformats.org/drawingml/2006/main" w="0">
            <a:noFill/>
            <a:prstDash val="solid"/>
          </a:ln>
        </p:spPr>
      </p:sp>
      <p:sp>
        <p:nvSpPr>
          <p:cNvPr id="27" name="s12-arrow-2">
            <a:extLst xmlns:a="http://schemas.openxmlformats.org/drawingml/2006/main">
              <a:ext uri="{FF2B5EF4-FFF2-40B4-BE49-F238E27FC236}">
                <a16:creationId xmlns:a16="http://schemas.microsoft.com/office/drawing/2014/main" id="{8D51BA00-D930-49A7-861C-F16F266DC159}"/>
              </a:ext>
            </a:extLst>
          </p:cNvPr>
          <p:cNvSpPr>
            <a:spLocks xmlns:a="http://schemas.openxmlformats.org/drawingml/2006/main" noGrp="1"/>
          </p:cNvSpPr>
          <p:nvPr/>
        </p:nvSpPr>
        <p:spPr>
          <a:xfrm xmlns:a="http://schemas.openxmlformats.org/drawingml/2006/main">
            <a:off x="7677150" y="3514725"/>
            <a:ext cx="304800" cy="285750"/>
          </a:xfrm>
          <a:prstGeom xmlns:a="http://schemas.openxmlformats.org/drawingml/2006/main" prst="rightArrow">
            <a:avLst/>
          </a:prstGeom>
          <a:solidFill xmlns:a="http://schemas.openxmlformats.org/drawingml/2006/main">
            <a:srgbClr val="35D8F1"/>
          </a:solidFill>
          <a:ln xmlns:a="http://schemas.openxmlformats.org/drawingml/2006/main" w="0">
            <a:noFill/>
            <a:prstDash val="solid"/>
          </a:ln>
        </p:spPr>
      </p:sp>
      <p:sp>
        <p:nvSpPr>
          <p:cNvPr id="28" name="s12-warning">
            <a:extLst xmlns:a="http://schemas.openxmlformats.org/drawingml/2006/main">
              <a:ext uri="{FF2B5EF4-FFF2-40B4-BE49-F238E27FC236}">
                <a16:creationId xmlns:a16="http://schemas.microsoft.com/office/drawing/2014/main" id="{BBE55BCD-217F-4EB8-8693-5B02F5DD4B6B}"/>
              </a:ext>
            </a:extLst>
          </p:cNvPr>
          <p:cNvSpPr>
            <a:spLocks xmlns:a="http://schemas.openxmlformats.org/drawingml/2006/main" noGrp="1"/>
          </p:cNvSpPr>
          <p:nvPr/>
        </p:nvSpPr>
        <p:spPr>
          <a:xfrm xmlns:a="http://schemas.openxmlformats.org/drawingml/2006/main">
            <a:off x="609600" y="5505450"/>
            <a:ext cx="10972800" cy="590550"/>
          </a:xfrm>
          <a:prstGeom xmlns:a="http://schemas.openxmlformats.org/drawingml/2006/main" prst="roundRect">
            <a:avLst>
              <a:gd name="adj" fmla="val 12903"/>
            </a:avLst>
          </a:prstGeom>
          <a:solidFill xmlns:a="http://schemas.openxmlformats.org/drawingml/2006/main">
            <a:srgbClr val="3A2020"/>
          </a:solidFill>
          <a:ln xmlns:a="http://schemas.openxmlformats.org/drawingml/2006/main" w="9525">
            <a:solidFill>
              <a:srgbClr val="9B4A3D"/>
            </a:solidFill>
            <a:prstDash val="solid"/>
          </a:ln>
        </p:spPr>
      </p:sp>
      <p:sp>
        <p:nvSpPr>
          <p:cNvPr id="29" name="s12-warning-text">
            <a:extLst xmlns:a="http://schemas.openxmlformats.org/drawingml/2006/main">
              <a:ext uri="{FF2B5EF4-FFF2-40B4-BE49-F238E27FC236}">
                <a16:creationId xmlns:a16="http://schemas.microsoft.com/office/drawing/2014/main" id="{4B1BA06A-EDD9-4E96-A3F8-2D238634F14D}"/>
              </a:ext>
            </a:extLst>
          </p:cNvPr>
          <p:cNvSpPr>
            <a:spLocks xmlns:a="http://schemas.openxmlformats.org/drawingml/2006/main" noGrp="1"/>
          </p:cNvSpPr>
          <p:nvPr/>
        </p:nvSpPr>
        <p:spPr>
          <a:xfrm xmlns:a="http://schemas.openxmlformats.org/drawingml/2006/main">
            <a:off x="838200" y="5581650"/>
            <a:ext cx="10515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E9E2"/>
                </a:solidFill>
                <a:latin typeface="DejaVu Sans"/>
                <a:ea typeface="DejaVu Sans"/>
                <a:cs typeface="DejaVu Sans"/>
              </a:defRPr>
            </a:defPPr>
            <a:lvl1pPr algn="ctr">
              <a:defRPr sz="1200" b="1">
                <a:solidFill>
                  <a:srgbClr val="FFE9E2"/>
                </a:solidFill>
                <a:latin typeface="DejaVu Sans"/>
                <a:ea typeface="DejaVu Sans"/>
                <a:cs typeface="DejaVu Sans"/>
              </a:defRPr>
            </a:lvl1pPr>
            <a:lvl2pPr algn="ctr">
              <a:defRPr sz="1200" b="1">
                <a:solidFill>
                  <a:srgbClr val="FFE9E2"/>
                </a:solidFill>
                <a:latin typeface="DejaVu Sans"/>
                <a:ea typeface="DejaVu Sans"/>
                <a:cs typeface="DejaVu Sans"/>
              </a:defRPr>
            </a:lvl2pPr>
            <a:lvl3pPr algn="ctr">
              <a:defRPr sz="1200" b="1">
                <a:solidFill>
                  <a:srgbClr val="FFE9E2"/>
                </a:solidFill>
                <a:latin typeface="DejaVu Sans"/>
                <a:ea typeface="DejaVu Sans"/>
                <a:cs typeface="DejaVu Sans"/>
              </a:defRPr>
            </a:lvl3pPr>
            <a:lvl4pPr algn="ctr">
              <a:defRPr sz="1200" b="1">
                <a:solidFill>
                  <a:srgbClr val="FFE9E2"/>
                </a:solidFill>
                <a:latin typeface="DejaVu Sans"/>
                <a:ea typeface="DejaVu Sans"/>
                <a:cs typeface="DejaVu Sans"/>
              </a:defRPr>
            </a:lvl4pPr>
            <a:lvl5pPr algn="ctr">
              <a:defRPr sz="1200" b="1">
                <a:solidFill>
                  <a:srgbClr val="FFE9E2"/>
                </a:solidFill>
                <a:latin typeface="DejaVu Sans"/>
                <a:ea typeface="DejaVu Sans"/>
                <a:cs typeface="DejaVu Sans"/>
              </a:defRPr>
            </a:lvl5pPr>
            <a:lvl6pPr algn="ctr">
              <a:defRPr sz="1200" b="1">
                <a:solidFill>
                  <a:srgbClr val="FFE9E2"/>
                </a:solidFill>
                <a:latin typeface="DejaVu Sans"/>
                <a:ea typeface="DejaVu Sans"/>
                <a:cs typeface="DejaVu Sans"/>
              </a:defRPr>
            </a:lvl6pPr>
            <a:lvl7pPr algn="ctr">
              <a:defRPr sz="1200" b="1">
                <a:solidFill>
                  <a:srgbClr val="FFE9E2"/>
                </a:solidFill>
                <a:latin typeface="DejaVu Sans"/>
                <a:ea typeface="DejaVu Sans"/>
                <a:cs typeface="DejaVu Sans"/>
              </a:defRPr>
            </a:lvl7pPr>
            <a:lvl8pPr algn="ctr">
              <a:defRPr sz="1200" b="1">
                <a:solidFill>
                  <a:srgbClr val="FFE9E2"/>
                </a:solidFill>
                <a:latin typeface="DejaVu Sans"/>
                <a:ea typeface="DejaVu Sans"/>
                <a:cs typeface="DejaVu Sans"/>
              </a:defRPr>
            </a:lvl8pPr>
            <a:lvl9pPr algn="ctr">
              <a:defRPr sz="1200" b="1">
                <a:solidFill>
                  <a:srgbClr val="FFE9E2"/>
                </a:solidFill>
                <a:latin typeface="DejaVu Sans"/>
                <a:ea typeface="DejaVu Sans"/>
                <a:cs typeface="DejaVu Sans"/>
              </a:defRPr>
            </a:lvl9pPr>
          </a:lstStyle>
          <a:p xmlns:a="http://schemas.openxmlformats.org/drawingml/2006/main">
            <a:pPr algn="ctr">
              <a:defRPr sz="1200" b="1">
                <a:solidFill>
                  <a:srgbClr val="FFE9E2"/>
                </a:solidFill>
                <a:latin typeface="DejaVu Sans"/>
                <a:ea typeface="DejaVu Sans"/>
                <a:cs typeface="DejaVu Sans"/>
              </a:defRPr>
            </a:pPr>
            <a:r>
              <a:rPr sz="1200" b="1">
                <a:solidFill>
                  <a:srgbClr val="FFE9E2"/>
                </a:solidFill>
                <a:latin typeface="DejaVu Sans"/>
                <a:ea typeface="DejaVu Sans"/>
                <a:cs typeface="DejaVu Sans"/>
              </a:rPr>
              <a:t>Μέτρηση αντίστασης μόνο σε απενεργοποιημένο κύκλωμα. Δεν υπάρχει μία ίδια διαδικασία για όλα τα οχήματα.</a:t>
            </a:r>
          </a:p>
        </p:txBody>
      </p:sp>
      <p:sp>
        <p:nvSpPr>
          <p:cNvPr id="30" name="s12-footer">
            <a:extLst xmlns:a="http://schemas.openxmlformats.org/drawingml/2006/main">
              <a:ext uri="{FF2B5EF4-FFF2-40B4-BE49-F238E27FC236}">
                <a16:creationId xmlns:a16="http://schemas.microsoft.com/office/drawing/2014/main" id="{A6A113C2-602C-4067-8080-474F94397530}"/>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Δίκτυα και Επικοινωνία Οχημάτων</a:t>
            </a:r>
          </a:p>
        </p:txBody>
      </p:sp>
      <p:sp>
        <p:nvSpPr>
          <p:cNvPr id="31" name="s12-page-number">
            <a:extLst xmlns:a="http://schemas.openxmlformats.org/drawingml/2006/main">
              <a:ext uri="{FF2B5EF4-FFF2-40B4-BE49-F238E27FC236}">
                <a16:creationId xmlns:a16="http://schemas.microsoft.com/office/drawing/2014/main" id="{0FE101AB-740D-474C-927A-E3E2C5506CF3}"/>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AFC0D1"/>
                </a:solidFill>
                <a:latin typeface="DejaVu Sans"/>
                <a:ea typeface="DejaVu Sans"/>
                <a:cs typeface="DejaVu Sans"/>
              </a:defRPr>
            </a:defPPr>
            <a:lvl1pPr algn="r">
              <a:defRPr sz="1200" b="1">
                <a:solidFill>
                  <a:srgbClr val="AFC0D1"/>
                </a:solidFill>
                <a:latin typeface="DejaVu Sans"/>
                <a:ea typeface="DejaVu Sans"/>
                <a:cs typeface="DejaVu Sans"/>
              </a:defRPr>
            </a:lvl1pPr>
            <a:lvl2pPr algn="r">
              <a:defRPr sz="1200" b="1">
                <a:solidFill>
                  <a:srgbClr val="AFC0D1"/>
                </a:solidFill>
                <a:latin typeface="DejaVu Sans"/>
                <a:ea typeface="DejaVu Sans"/>
                <a:cs typeface="DejaVu Sans"/>
              </a:defRPr>
            </a:lvl2pPr>
            <a:lvl3pPr algn="r">
              <a:defRPr sz="1200" b="1">
                <a:solidFill>
                  <a:srgbClr val="AFC0D1"/>
                </a:solidFill>
                <a:latin typeface="DejaVu Sans"/>
                <a:ea typeface="DejaVu Sans"/>
                <a:cs typeface="DejaVu Sans"/>
              </a:defRPr>
            </a:lvl3pPr>
            <a:lvl4pPr algn="r">
              <a:defRPr sz="1200" b="1">
                <a:solidFill>
                  <a:srgbClr val="AFC0D1"/>
                </a:solidFill>
                <a:latin typeface="DejaVu Sans"/>
                <a:ea typeface="DejaVu Sans"/>
                <a:cs typeface="DejaVu Sans"/>
              </a:defRPr>
            </a:lvl4pPr>
            <a:lvl5pPr algn="r">
              <a:defRPr sz="1200" b="1">
                <a:solidFill>
                  <a:srgbClr val="AFC0D1"/>
                </a:solidFill>
                <a:latin typeface="DejaVu Sans"/>
                <a:ea typeface="DejaVu Sans"/>
                <a:cs typeface="DejaVu Sans"/>
              </a:defRPr>
            </a:lvl5pPr>
            <a:lvl6pPr algn="r">
              <a:defRPr sz="1200" b="1">
                <a:solidFill>
                  <a:srgbClr val="AFC0D1"/>
                </a:solidFill>
                <a:latin typeface="DejaVu Sans"/>
                <a:ea typeface="DejaVu Sans"/>
                <a:cs typeface="DejaVu Sans"/>
              </a:defRPr>
            </a:lvl6pPr>
            <a:lvl7pPr algn="r">
              <a:defRPr sz="1200" b="1">
                <a:solidFill>
                  <a:srgbClr val="AFC0D1"/>
                </a:solidFill>
                <a:latin typeface="DejaVu Sans"/>
                <a:ea typeface="DejaVu Sans"/>
                <a:cs typeface="DejaVu Sans"/>
              </a:defRPr>
            </a:lvl7pPr>
            <a:lvl8pPr algn="r">
              <a:defRPr sz="1200" b="1">
                <a:solidFill>
                  <a:srgbClr val="AFC0D1"/>
                </a:solidFill>
                <a:latin typeface="DejaVu Sans"/>
                <a:ea typeface="DejaVu Sans"/>
                <a:cs typeface="DejaVu Sans"/>
              </a:defRPr>
            </a:lvl8pPr>
            <a:lvl9pPr algn="r">
              <a:defRPr sz="1200" b="1">
                <a:solidFill>
                  <a:srgbClr val="AFC0D1"/>
                </a:solidFill>
                <a:latin typeface="DejaVu Sans"/>
                <a:ea typeface="DejaVu Sans"/>
                <a:cs typeface="DejaVu Sans"/>
              </a:defRPr>
            </a:lvl9pPr>
          </a:lstStyle>
          <a:p xmlns:a="http://schemas.openxmlformats.org/drawingml/2006/main">
            <a:pPr algn="r">
              <a:defRPr sz="1200" b="1">
                <a:solidFill>
                  <a:srgbClr val="AFC0D1"/>
                </a:solidFill>
                <a:latin typeface="DejaVu Sans"/>
                <a:ea typeface="DejaVu Sans"/>
                <a:cs typeface="DejaVu Sans"/>
              </a:defRPr>
            </a:pPr>
            <a:r>
              <a:rPr sz="1200" b="1">
                <a:solidFill>
                  <a:srgbClr val="AFC0D1"/>
                </a:solidFill>
                <a:latin typeface="DejaVu Sans"/>
                <a:ea typeface="DejaVu Sans"/>
                <a:cs typeface="DejaVu Sans"/>
              </a:rPr>
              <a:t>12</a:t>
            </a:r>
          </a:p>
        </p:txBody>
      </p:sp>
    </p:spTree>
    <p:extLst>
      <p:ext uri="{BB962C8B-B14F-4D97-AF65-F5344CB8AC3E}">
        <p14:creationId xmlns:p14="http://schemas.microsoft.com/office/powerpoint/2010/main" val="1118961560"/>
      </p:ext>
    </p:extLst>
  </p:cSld>
</p:sld>
</file>

<file path=ppt/slides/slide1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9" name="s13-kicker">
            <a:extLst xmlns:a="http://schemas.openxmlformats.org/drawingml/2006/main">
              <a:ext uri="{FF2B5EF4-FFF2-40B4-BE49-F238E27FC236}">
                <a16:creationId xmlns:a16="http://schemas.microsoft.com/office/drawing/2014/main" id="{E72BFC13-13C4-4086-AA6B-38796722A73E}"/>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3-title">
            <a:extLst xmlns:a="http://schemas.openxmlformats.org/drawingml/2006/main">
              <a:ext uri="{FF2B5EF4-FFF2-40B4-BE49-F238E27FC236}">
                <a16:creationId xmlns:a16="http://schemas.microsoft.com/office/drawing/2014/main" id="{2C1D4E37-C09F-4517-90A9-C97E947E3F34}"/>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01D31"/>
                </a:solidFill>
                <a:latin typeface="DejaVu Sans"/>
                <a:ea typeface="DejaVu Sans"/>
                <a:cs typeface="DejaVu Sans"/>
              </a:defRPr>
            </a:defPPr>
            <a:lvl1pPr algn="l">
              <a:defRPr sz="2850" b="1">
                <a:solidFill>
                  <a:srgbClr val="101D31"/>
                </a:solidFill>
                <a:latin typeface="DejaVu Sans"/>
                <a:ea typeface="DejaVu Sans"/>
                <a:cs typeface="DejaVu Sans"/>
              </a:defRPr>
            </a:lvl1pPr>
            <a:lvl2pPr algn="l">
              <a:defRPr sz="2850" b="1">
                <a:solidFill>
                  <a:srgbClr val="101D31"/>
                </a:solidFill>
                <a:latin typeface="DejaVu Sans"/>
                <a:ea typeface="DejaVu Sans"/>
                <a:cs typeface="DejaVu Sans"/>
              </a:defRPr>
            </a:lvl2pPr>
            <a:lvl3pPr algn="l">
              <a:defRPr sz="2850" b="1">
                <a:solidFill>
                  <a:srgbClr val="101D31"/>
                </a:solidFill>
                <a:latin typeface="DejaVu Sans"/>
                <a:ea typeface="DejaVu Sans"/>
                <a:cs typeface="DejaVu Sans"/>
              </a:defRPr>
            </a:lvl3pPr>
            <a:lvl4pPr algn="l">
              <a:defRPr sz="2850" b="1">
                <a:solidFill>
                  <a:srgbClr val="101D31"/>
                </a:solidFill>
                <a:latin typeface="DejaVu Sans"/>
                <a:ea typeface="DejaVu Sans"/>
                <a:cs typeface="DejaVu Sans"/>
              </a:defRPr>
            </a:lvl4pPr>
            <a:lvl5pPr algn="l">
              <a:defRPr sz="2850" b="1">
                <a:solidFill>
                  <a:srgbClr val="101D31"/>
                </a:solidFill>
                <a:latin typeface="DejaVu Sans"/>
                <a:ea typeface="DejaVu Sans"/>
                <a:cs typeface="DejaVu Sans"/>
              </a:defRPr>
            </a:lvl5pPr>
            <a:lvl6pPr algn="l">
              <a:defRPr sz="2850" b="1">
                <a:solidFill>
                  <a:srgbClr val="101D31"/>
                </a:solidFill>
                <a:latin typeface="DejaVu Sans"/>
                <a:ea typeface="DejaVu Sans"/>
                <a:cs typeface="DejaVu Sans"/>
              </a:defRPr>
            </a:lvl6pPr>
            <a:lvl7pPr algn="l">
              <a:defRPr sz="2850" b="1">
                <a:solidFill>
                  <a:srgbClr val="101D31"/>
                </a:solidFill>
                <a:latin typeface="DejaVu Sans"/>
                <a:ea typeface="DejaVu Sans"/>
                <a:cs typeface="DejaVu Sans"/>
              </a:defRPr>
            </a:lvl7pPr>
            <a:lvl8pPr algn="l">
              <a:defRPr sz="2850" b="1">
                <a:solidFill>
                  <a:srgbClr val="101D31"/>
                </a:solidFill>
                <a:latin typeface="DejaVu Sans"/>
                <a:ea typeface="DejaVu Sans"/>
                <a:cs typeface="DejaVu Sans"/>
              </a:defRPr>
            </a:lvl8pPr>
            <a:lvl9pPr algn="l">
              <a:defRPr sz="2850" b="1">
                <a:solidFill>
                  <a:srgbClr val="101D31"/>
                </a:solidFill>
                <a:latin typeface="DejaVu Sans"/>
                <a:ea typeface="DejaVu Sans"/>
                <a:cs typeface="DejaVu Sans"/>
              </a:defRPr>
            </a:lvl9pPr>
          </a:lstStyle>
          <a:p xmlns:a="http://schemas.openxmlformats.org/drawingml/2006/main">
            <a:pPr algn="l">
              <a:defRPr sz="2850" b="1">
                <a:solidFill>
                  <a:srgbClr val="101D31"/>
                </a:solidFill>
                <a:latin typeface="DejaVu Sans"/>
                <a:ea typeface="DejaVu Sans"/>
                <a:cs typeface="DejaVu Sans"/>
              </a:defRPr>
            </a:pPr>
            <a:r>
              <a:rPr sz="2850" b="1">
                <a:solidFill>
                  <a:srgbClr val="101D31"/>
                </a:solidFill>
                <a:latin typeface="DejaVu Sans"/>
                <a:ea typeface="DejaVu Sans"/>
                <a:cs typeface="DejaVu Sans"/>
              </a:rPr>
              <a:t>Διαβάζουμε μαζί τις δύο γραμμές CAN</a:t>
            </a:r>
          </a:p>
        </p:txBody>
      </p:sp>
      <p:sp>
        <p:nvSpPr>
          <p:cNvPr id="3" name="s13-title-rule">
            <a:extLst xmlns:a="http://schemas.openxmlformats.org/drawingml/2006/main">
              <a:ext uri="{FF2B5EF4-FFF2-40B4-BE49-F238E27FC236}">
                <a16:creationId xmlns:a16="http://schemas.microsoft.com/office/drawing/2014/main" id="{047C1E11-DA1D-48CE-BEA6-8FA1FD80243F}"/>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3-subtitle">
            <a:extLst xmlns:a="http://schemas.openxmlformats.org/drawingml/2006/main">
              <a:ext uri="{FF2B5EF4-FFF2-40B4-BE49-F238E27FC236}">
                <a16:creationId xmlns:a16="http://schemas.microsoft.com/office/drawing/2014/main" id="{D0E63E86-9F10-44EA-9469-C0FB3DD63C7F}"/>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A"/>
                </a:solidFill>
                <a:latin typeface="DejaVu Sans"/>
                <a:ea typeface="DejaVu Sans"/>
                <a:cs typeface="DejaVu Sans"/>
              </a:defRPr>
            </a:defPPr>
            <a:lvl1pPr algn="l">
              <a:defRPr sz="1425" b="0">
                <a:solidFill>
                  <a:srgbClr val="53657A"/>
                </a:solidFill>
                <a:latin typeface="DejaVu Sans"/>
                <a:ea typeface="DejaVu Sans"/>
                <a:cs typeface="DejaVu Sans"/>
              </a:defRPr>
            </a:lvl1pPr>
            <a:lvl2pPr algn="l">
              <a:defRPr sz="1425" b="0">
                <a:solidFill>
                  <a:srgbClr val="53657A"/>
                </a:solidFill>
                <a:latin typeface="DejaVu Sans"/>
                <a:ea typeface="DejaVu Sans"/>
                <a:cs typeface="DejaVu Sans"/>
              </a:defRPr>
            </a:lvl2pPr>
            <a:lvl3pPr algn="l">
              <a:defRPr sz="1425" b="0">
                <a:solidFill>
                  <a:srgbClr val="53657A"/>
                </a:solidFill>
                <a:latin typeface="DejaVu Sans"/>
                <a:ea typeface="DejaVu Sans"/>
                <a:cs typeface="DejaVu Sans"/>
              </a:defRPr>
            </a:lvl3pPr>
            <a:lvl4pPr algn="l">
              <a:defRPr sz="1425" b="0">
                <a:solidFill>
                  <a:srgbClr val="53657A"/>
                </a:solidFill>
                <a:latin typeface="DejaVu Sans"/>
                <a:ea typeface="DejaVu Sans"/>
                <a:cs typeface="DejaVu Sans"/>
              </a:defRPr>
            </a:lvl4pPr>
            <a:lvl5pPr algn="l">
              <a:defRPr sz="1425" b="0">
                <a:solidFill>
                  <a:srgbClr val="53657A"/>
                </a:solidFill>
                <a:latin typeface="DejaVu Sans"/>
                <a:ea typeface="DejaVu Sans"/>
                <a:cs typeface="DejaVu Sans"/>
              </a:defRPr>
            </a:lvl5pPr>
            <a:lvl6pPr algn="l">
              <a:defRPr sz="1425" b="0">
                <a:solidFill>
                  <a:srgbClr val="53657A"/>
                </a:solidFill>
                <a:latin typeface="DejaVu Sans"/>
                <a:ea typeface="DejaVu Sans"/>
                <a:cs typeface="DejaVu Sans"/>
              </a:defRPr>
            </a:lvl6pPr>
            <a:lvl7pPr algn="l">
              <a:defRPr sz="1425" b="0">
                <a:solidFill>
                  <a:srgbClr val="53657A"/>
                </a:solidFill>
                <a:latin typeface="DejaVu Sans"/>
                <a:ea typeface="DejaVu Sans"/>
                <a:cs typeface="DejaVu Sans"/>
              </a:defRPr>
            </a:lvl7pPr>
            <a:lvl8pPr algn="l">
              <a:defRPr sz="1425" b="0">
                <a:solidFill>
                  <a:srgbClr val="53657A"/>
                </a:solidFill>
                <a:latin typeface="DejaVu Sans"/>
                <a:ea typeface="DejaVu Sans"/>
                <a:cs typeface="DejaVu Sans"/>
              </a:defRPr>
            </a:lvl8pPr>
            <a:lvl9pPr algn="l">
              <a:defRPr sz="1425" b="0">
                <a:solidFill>
                  <a:srgbClr val="53657A"/>
                </a:solidFill>
                <a:latin typeface="DejaVu Sans"/>
                <a:ea typeface="DejaVu Sans"/>
                <a:cs typeface="DejaVu Sans"/>
              </a:defRPr>
            </a:lvl9pPr>
          </a:lstStyle>
          <a:p xmlns:a="http://schemas.openxmlformats.org/drawingml/2006/main">
            <a:pPr algn="l">
              <a:defRPr sz="1425" b="0">
                <a:solidFill>
                  <a:srgbClr val="53657A"/>
                </a:solidFill>
                <a:latin typeface="DejaVu Sans"/>
                <a:ea typeface="DejaVu Sans"/>
                <a:cs typeface="DejaVu Sans"/>
              </a:defRPr>
            </a:pPr>
            <a:r>
              <a:rPr sz="1425" b="0">
                <a:solidFill>
                  <a:srgbClr val="53657A"/>
                </a:solidFill>
                <a:latin typeface="DejaVu Sans"/>
                <a:ea typeface="DejaVu Sans"/>
                <a:cs typeface="DejaVu Sans"/>
              </a:rPr>
              <a:t>Στον παλμογράφο φαίνεται ότι το CAN-H και το CAN-L αλλάζουν μαζί, με αντίθετη κίνηση.</a:t>
            </a:r>
          </a:p>
        </p:txBody>
      </p:sp>
      <p:sp>
        <p:nvSpPr>
          <p:cNvPr id="5" name="s13-scope-panel">
            <a:extLst xmlns:a="http://schemas.openxmlformats.org/drawingml/2006/main">
              <a:ext uri="{FF2B5EF4-FFF2-40B4-BE49-F238E27FC236}">
                <a16:creationId xmlns:a16="http://schemas.microsoft.com/office/drawing/2014/main" id="{B1E15C16-C7F7-4B48-AA6B-4E08577B82DF}"/>
              </a:ext>
            </a:extLst>
          </p:cNvPr>
          <p:cNvSpPr>
            <a:spLocks xmlns:a="http://schemas.openxmlformats.org/drawingml/2006/main" noGrp="1"/>
          </p:cNvSpPr>
          <p:nvPr/>
        </p:nvSpPr>
        <p:spPr>
          <a:xfrm xmlns:a="http://schemas.openxmlformats.org/drawingml/2006/main">
            <a:off x="609600" y="2209800"/>
            <a:ext cx="7162800" cy="3352800"/>
          </a:xfrm>
          <a:prstGeom xmlns:a="http://schemas.openxmlformats.org/drawingml/2006/main" prst="roundRect">
            <a:avLst>
              <a:gd name="adj" fmla="val 2273"/>
            </a:avLst>
          </a:prstGeom>
          <a:solidFill xmlns:a="http://schemas.openxmlformats.org/drawingml/2006/main">
            <a:srgbClr val="071426"/>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B7E2757A-C740-482C-AA54-22030FC49576}"/>
              </a:ext>
            </a:extLst>
          </p:cNvPr>
          <p:cNvPicPr>
            <a:picLocks xmlns:a="http://schemas.openxmlformats.org/drawingml/2006/main" noChangeAspect="1"/>
          </p:cNvPicPr>
          <p:nvPr/>
        </p:nvPicPr>
        <p:blipFill>
          <a:blip xmlns:r="http://schemas.openxmlformats.org/officeDocument/2006/relationships" xmlns:a="http://schemas.openxmlformats.org/drawingml/2006/main" r:embed="R6af9832622e54648"/>
          <a:stretch xmlns:a="http://schemas.openxmlformats.org/drawingml/2006/main"/>
        </p:blipFill>
        <p:spPr>
          <a:xfrm xmlns:a="http://schemas.openxmlformats.org/drawingml/2006/main">
            <a:off x="966107" y="2390775"/>
            <a:ext cx="6449786" cy="3009900"/>
          </a:xfrm>
          <a:prstGeom xmlns:a="http://schemas.openxmlformats.org/drawingml/2006/main" prst="rect">
            <a:avLst/>
          </a:prstGeom>
        </p:spPr>
      </p:pic>
      <p:sp>
        <p:nvSpPr>
          <p:cNvPr id="7" name="s13-explain-panel">
            <a:extLst xmlns:a="http://schemas.openxmlformats.org/drawingml/2006/main">
              <a:ext uri="{FF2B5EF4-FFF2-40B4-BE49-F238E27FC236}">
                <a16:creationId xmlns:a16="http://schemas.microsoft.com/office/drawing/2014/main" id="{C84C55F9-6AB2-4A6A-89D7-03357CCFE925}"/>
              </a:ext>
            </a:extLst>
          </p:cNvPr>
          <p:cNvSpPr>
            <a:spLocks xmlns:a="http://schemas.openxmlformats.org/drawingml/2006/main" noGrp="1"/>
          </p:cNvSpPr>
          <p:nvPr/>
        </p:nvSpPr>
        <p:spPr>
          <a:xfrm xmlns:a="http://schemas.openxmlformats.org/drawingml/2006/main">
            <a:off x="8039100" y="2209800"/>
            <a:ext cx="35433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14288">
            <a:solidFill>
              <a:srgbClr val="D6E2ED"/>
            </a:solidFill>
            <a:prstDash val="solid"/>
          </a:ln>
        </p:spPr>
      </p:sp>
      <p:sp>
        <p:nvSpPr>
          <p:cNvPr id="8" name="s13-explain-heading">
            <a:extLst xmlns:a="http://schemas.openxmlformats.org/drawingml/2006/main">
              <a:ext uri="{FF2B5EF4-FFF2-40B4-BE49-F238E27FC236}">
                <a16:creationId xmlns:a16="http://schemas.microsoft.com/office/drawing/2014/main" id="{31AE6C30-4D87-4322-AC93-EBFB60DEEB4F}"/>
              </a:ext>
            </a:extLst>
          </p:cNvPr>
          <p:cNvSpPr>
            <a:spLocks xmlns:a="http://schemas.openxmlformats.org/drawingml/2006/main" noGrp="1"/>
          </p:cNvSpPr>
          <p:nvPr/>
        </p:nvSpPr>
        <p:spPr>
          <a:xfrm xmlns:a="http://schemas.openxmlformats.org/drawingml/2006/main">
            <a:off x="8305800" y="2438400"/>
            <a:ext cx="3009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3657A"/>
                </a:solidFill>
                <a:latin typeface="DejaVu Sans"/>
                <a:ea typeface="DejaVu Sans"/>
                <a:cs typeface="DejaVu Sans"/>
              </a:defRPr>
            </a:defPPr>
            <a:lvl1pPr algn="l">
              <a:defRPr sz="1125" b="1">
                <a:solidFill>
                  <a:srgbClr val="53657A"/>
                </a:solidFill>
                <a:latin typeface="DejaVu Sans"/>
                <a:ea typeface="DejaVu Sans"/>
                <a:cs typeface="DejaVu Sans"/>
              </a:defRPr>
            </a:lvl1pPr>
            <a:lvl2pPr algn="l">
              <a:defRPr sz="1125" b="1">
                <a:solidFill>
                  <a:srgbClr val="53657A"/>
                </a:solidFill>
                <a:latin typeface="DejaVu Sans"/>
                <a:ea typeface="DejaVu Sans"/>
                <a:cs typeface="DejaVu Sans"/>
              </a:defRPr>
            </a:lvl2pPr>
            <a:lvl3pPr algn="l">
              <a:defRPr sz="1125" b="1">
                <a:solidFill>
                  <a:srgbClr val="53657A"/>
                </a:solidFill>
                <a:latin typeface="DejaVu Sans"/>
                <a:ea typeface="DejaVu Sans"/>
                <a:cs typeface="DejaVu Sans"/>
              </a:defRPr>
            </a:lvl3pPr>
            <a:lvl4pPr algn="l">
              <a:defRPr sz="1125" b="1">
                <a:solidFill>
                  <a:srgbClr val="53657A"/>
                </a:solidFill>
                <a:latin typeface="DejaVu Sans"/>
                <a:ea typeface="DejaVu Sans"/>
                <a:cs typeface="DejaVu Sans"/>
              </a:defRPr>
            </a:lvl4pPr>
            <a:lvl5pPr algn="l">
              <a:defRPr sz="1125" b="1">
                <a:solidFill>
                  <a:srgbClr val="53657A"/>
                </a:solidFill>
                <a:latin typeface="DejaVu Sans"/>
                <a:ea typeface="DejaVu Sans"/>
                <a:cs typeface="DejaVu Sans"/>
              </a:defRPr>
            </a:lvl5pPr>
            <a:lvl6pPr algn="l">
              <a:defRPr sz="1125" b="1">
                <a:solidFill>
                  <a:srgbClr val="53657A"/>
                </a:solidFill>
                <a:latin typeface="DejaVu Sans"/>
                <a:ea typeface="DejaVu Sans"/>
                <a:cs typeface="DejaVu Sans"/>
              </a:defRPr>
            </a:lvl6pPr>
            <a:lvl7pPr algn="l">
              <a:defRPr sz="1125" b="1">
                <a:solidFill>
                  <a:srgbClr val="53657A"/>
                </a:solidFill>
                <a:latin typeface="DejaVu Sans"/>
                <a:ea typeface="DejaVu Sans"/>
                <a:cs typeface="DejaVu Sans"/>
              </a:defRPr>
            </a:lvl7pPr>
            <a:lvl8pPr algn="l">
              <a:defRPr sz="1125" b="1">
                <a:solidFill>
                  <a:srgbClr val="53657A"/>
                </a:solidFill>
                <a:latin typeface="DejaVu Sans"/>
                <a:ea typeface="DejaVu Sans"/>
                <a:cs typeface="DejaVu Sans"/>
              </a:defRPr>
            </a:lvl8pPr>
            <a:lvl9pPr algn="l">
              <a:defRPr sz="1125" b="1">
                <a:solidFill>
                  <a:srgbClr val="53657A"/>
                </a:solidFill>
                <a:latin typeface="DejaVu Sans"/>
                <a:ea typeface="DejaVu Sans"/>
                <a:cs typeface="DejaVu Sans"/>
              </a:defRPr>
            </a:lvl9pPr>
          </a:lstStyle>
          <a:p xmlns:a="http://schemas.openxmlformats.org/drawingml/2006/main">
            <a:pPr algn="l">
              <a:defRPr sz="1125" b="1">
                <a:solidFill>
                  <a:srgbClr val="53657A"/>
                </a:solidFill>
                <a:latin typeface="DejaVu Sans"/>
                <a:ea typeface="DejaVu Sans"/>
                <a:cs typeface="DejaVu Sans"/>
              </a:defRPr>
            </a:pPr>
            <a:r>
              <a:rPr sz="1125" b="1">
                <a:solidFill>
                  <a:srgbClr val="53657A"/>
                </a:solidFill>
                <a:latin typeface="DejaVu Sans"/>
                <a:ea typeface="DejaVu Sans"/>
                <a:cs typeface="DejaVu Sans"/>
              </a:rPr>
              <a:t>ΤΙ ΜΑΣ ΛΕΕΙ ΤΟ ΣΧΗΜΑ;</a:t>
            </a:r>
          </a:p>
        </p:txBody>
      </p:sp>
      <p:sp>
        <p:nvSpPr>
          <p:cNvPr id="9" name="s13-rec-dot">
            <a:extLst xmlns:a="http://schemas.openxmlformats.org/drawingml/2006/main">
              <a:ext uri="{FF2B5EF4-FFF2-40B4-BE49-F238E27FC236}">
                <a16:creationId xmlns:a16="http://schemas.microsoft.com/office/drawing/2014/main" id="{84D5C239-F8B9-4880-A27C-98BA90361781}"/>
              </a:ext>
            </a:extLst>
          </p:cNvPr>
          <p:cNvSpPr>
            <a:spLocks xmlns:a="http://schemas.openxmlformats.org/drawingml/2006/main" noGrp="1"/>
          </p:cNvSpPr>
          <p:nvPr/>
        </p:nvSpPr>
        <p:spPr>
          <a:xfrm xmlns:a="http://schemas.openxmlformats.org/drawingml/2006/main">
            <a:off x="8324850" y="2952750"/>
            <a:ext cx="171450" cy="171450"/>
          </a:xfrm>
          <a:prstGeom xmlns:a="http://schemas.openxmlformats.org/drawingml/2006/main" prst="ellipse">
            <a:avLst/>
          </a:prstGeom>
          <a:solidFill xmlns:a="http://schemas.openxmlformats.org/drawingml/2006/main">
            <a:srgbClr val="10BFD9"/>
          </a:solidFill>
          <a:ln xmlns:a="http://schemas.openxmlformats.org/drawingml/2006/main" w="0">
            <a:noFill/>
            <a:prstDash val="solid"/>
          </a:ln>
        </p:spPr>
      </p:sp>
      <p:sp>
        <p:nvSpPr>
          <p:cNvPr id="10" name="s13-rec-text">
            <a:extLst xmlns:a="http://schemas.openxmlformats.org/drawingml/2006/main">
              <a:ext uri="{FF2B5EF4-FFF2-40B4-BE49-F238E27FC236}">
                <a16:creationId xmlns:a16="http://schemas.microsoft.com/office/drawing/2014/main" id="{0CB92D30-03D9-4AC6-ACDA-31556A1A9042}"/>
              </a:ext>
            </a:extLst>
          </p:cNvPr>
          <p:cNvSpPr>
            <a:spLocks xmlns:a="http://schemas.openxmlformats.org/drawingml/2006/main" noGrp="1"/>
          </p:cNvSpPr>
          <p:nvPr/>
        </p:nvSpPr>
        <p:spPr>
          <a:xfrm xmlns:a="http://schemas.openxmlformats.org/drawingml/2006/main">
            <a:off x="8610600" y="2857500"/>
            <a:ext cx="266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101D31"/>
                </a:solidFill>
                <a:latin typeface="DejaVu Sans"/>
                <a:ea typeface="DejaVu Sans"/>
                <a:cs typeface="DejaVu Sans"/>
              </a:defRPr>
            </a:defPPr>
            <a:lvl1pPr algn="l">
              <a:defRPr sz="1125" b="0">
                <a:solidFill>
                  <a:srgbClr val="101D31"/>
                </a:solidFill>
                <a:latin typeface="DejaVu Sans"/>
                <a:ea typeface="DejaVu Sans"/>
                <a:cs typeface="DejaVu Sans"/>
              </a:defRPr>
            </a:lvl1pPr>
            <a:lvl2pPr algn="l">
              <a:defRPr sz="1125" b="0">
                <a:solidFill>
                  <a:srgbClr val="101D31"/>
                </a:solidFill>
                <a:latin typeface="DejaVu Sans"/>
                <a:ea typeface="DejaVu Sans"/>
                <a:cs typeface="DejaVu Sans"/>
              </a:defRPr>
            </a:lvl2pPr>
            <a:lvl3pPr algn="l">
              <a:defRPr sz="1125" b="0">
                <a:solidFill>
                  <a:srgbClr val="101D31"/>
                </a:solidFill>
                <a:latin typeface="DejaVu Sans"/>
                <a:ea typeface="DejaVu Sans"/>
                <a:cs typeface="DejaVu Sans"/>
              </a:defRPr>
            </a:lvl3pPr>
            <a:lvl4pPr algn="l">
              <a:defRPr sz="1125" b="0">
                <a:solidFill>
                  <a:srgbClr val="101D31"/>
                </a:solidFill>
                <a:latin typeface="DejaVu Sans"/>
                <a:ea typeface="DejaVu Sans"/>
                <a:cs typeface="DejaVu Sans"/>
              </a:defRPr>
            </a:lvl4pPr>
            <a:lvl5pPr algn="l">
              <a:defRPr sz="1125" b="0">
                <a:solidFill>
                  <a:srgbClr val="101D31"/>
                </a:solidFill>
                <a:latin typeface="DejaVu Sans"/>
                <a:ea typeface="DejaVu Sans"/>
                <a:cs typeface="DejaVu Sans"/>
              </a:defRPr>
            </a:lvl5pPr>
            <a:lvl6pPr algn="l">
              <a:defRPr sz="1125" b="0">
                <a:solidFill>
                  <a:srgbClr val="101D31"/>
                </a:solidFill>
                <a:latin typeface="DejaVu Sans"/>
                <a:ea typeface="DejaVu Sans"/>
                <a:cs typeface="DejaVu Sans"/>
              </a:defRPr>
            </a:lvl6pPr>
            <a:lvl7pPr algn="l">
              <a:defRPr sz="1125" b="0">
                <a:solidFill>
                  <a:srgbClr val="101D31"/>
                </a:solidFill>
                <a:latin typeface="DejaVu Sans"/>
                <a:ea typeface="DejaVu Sans"/>
                <a:cs typeface="DejaVu Sans"/>
              </a:defRPr>
            </a:lvl7pPr>
            <a:lvl8pPr algn="l">
              <a:defRPr sz="1125" b="0">
                <a:solidFill>
                  <a:srgbClr val="101D31"/>
                </a:solidFill>
                <a:latin typeface="DejaVu Sans"/>
                <a:ea typeface="DejaVu Sans"/>
                <a:cs typeface="DejaVu Sans"/>
              </a:defRPr>
            </a:lvl8pPr>
            <a:lvl9pPr algn="l">
              <a:defRPr sz="1125" b="0">
                <a:solidFill>
                  <a:srgbClr val="101D31"/>
                </a:solidFill>
                <a:latin typeface="DejaVu Sans"/>
                <a:ea typeface="DejaVu Sans"/>
                <a:cs typeface="DejaVu Sans"/>
              </a:defRPr>
            </a:lvl9pPr>
          </a:lstStyle>
          <a:p xmlns:a="http://schemas.openxmlformats.org/drawingml/2006/main">
            <a:pPr algn="l">
              <a:defRPr sz="1125" b="0">
                <a:solidFill>
                  <a:srgbClr val="101D31"/>
                </a:solidFill>
                <a:latin typeface="DejaVu Sans"/>
                <a:ea typeface="DejaVu Sans"/>
                <a:cs typeface="DejaVu Sans"/>
              </a:defRPr>
            </a:pPr>
            <a:r>
              <a:rPr sz="1125" b="0">
                <a:solidFill>
                  <a:srgbClr val="101D31"/>
                </a:solidFill>
                <a:latin typeface="DejaVu Sans"/>
                <a:ea typeface="DejaVu Sans"/>
                <a:cs typeface="DejaVu Sans"/>
              </a:rPr>
              <a:t>RECESSIVE: οι δύο γραμμές είναι κοντά μεταξύ τους.</a:t>
            </a:r>
          </a:p>
        </p:txBody>
      </p:sp>
      <p:sp>
        <p:nvSpPr>
          <p:cNvPr id="11" name="s13-dom-dot">
            <a:extLst xmlns:a="http://schemas.openxmlformats.org/drawingml/2006/main">
              <a:ext uri="{FF2B5EF4-FFF2-40B4-BE49-F238E27FC236}">
                <a16:creationId xmlns:a16="http://schemas.microsoft.com/office/drawing/2014/main" id="{3EEF0010-A2A2-45D9-8B89-EF542051C5B2}"/>
              </a:ext>
            </a:extLst>
          </p:cNvPr>
          <p:cNvSpPr>
            <a:spLocks xmlns:a="http://schemas.openxmlformats.org/drawingml/2006/main" noGrp="1"/>
          </p:cNvSpPr>
          <p:nvPr/>
        </p:nvSpPr>
        <p:spPr>
          <a:xfrm xmlns:a="http://schemas.openxmlformats.org/drawingml/2006/main">
            <a:off x="8324850" y="3590925"/>
            <a:ext cx="171450" cy="17145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12" name="s13-dom-text">
            <a:extLst xmlns:a="http://schemas.openxmlformats.org/drawingml/2006/main">
              <a:ext uri="{FF2B5EF4-FFF2-40B4-BE49-F238E27FC236}">
                <a16:creationId xmlns:a16="http://schemas.microsoft.com/office/drawing/2014/main" id="{A95CFF42-71CD-4AC1-A5DF-C3BD41A2C72B}"/>
              </a:ext>
            </a:extLst>
          </p:cNvPr>
          <p:cNvSpPr>
            <a:spLocks xmlns:a="http://schemas.openxmlformats.org/drawingml/2006/main" noGrp="1"/>
          </p:cNvSpPr>
          <p:nvPr/>
        </p:nvSpPr>
        <p:spPr>
          <a:xfrm xmlns:a="http://schemas.openxmlformats.org/drawingml/2006/main">
            <a:off x="8610600" y="3476625"/>
            <a:ext cx="266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101D31"/>
                </a:solidFill>
                <a:latin typeface="DejaVu Sans"/>
                <a:ea typeface="DejaVu Sans"/>
                <a:cs typeface="DejaVu Sans"/>
              </a:defRPr>
            </a:defPPr>
            <a:lvl1pPr algn="l">
              <a:defRPr sz="1125" b="0">
                <a:solidFill>
                  <a:srgbClr val="101D31"/>
                </a:solidFill>
                <a:latin typeface="DejaVu Sans"/>
                <a:ea typeface="DejaVu Sans"/>
                <a:cs typeface="DejaVu Sans"/>
              </a:defRPr>
            </a:lvl1pPr>
            <a:lvl2pPr algn="l">
              <a:defRPr sz="1125" b="0">
                <a:solidFill>
                  <a:srgbClr val="101D31"/>
                </a:solidFill>
                <a:latin typeface="DejaVu Sans"/>
                <a:ea typeface="DejaVu Sans"/>
                <a:cs typeface="DejaVu Sans"/>
              </a:defRPr>
            </a:lvl2pPr>
            <a:lvl3pPr algn="l">
              <a:defRPr sz="1125" b="0">
                <a:solidFill>
                  <a:srgbClr val="101D31"/>
                </a:solidFill>
                <a:latin typeface="DejaVu Sans"/>
                <a:ea typeface="DejaVu Sans"/>
                <a:cs typeface="DejaVu Sans"/>
              </a:defRPr>
            </a:lvl3pPr>
            <a:lvl4pPr algn="l">
              <a:defRPr sz="1125" b="0">
                <a:solidFill>
                  <a:srgbClr val="101D31"/>
                </a:solidFill>
                <a:latin typeface="DejaVu Sans"/>
                <a:ea typeface="DejaVu Sans"/>
                <a:cs typeface="DejaVu Sans"/>
              </a:defRPr>
            </a:lvl4pPr>
            <a:lvl5pPr algn="l">
              <a:defRPr sz="1125" b="0">
                <a:solidFill>
                  <a:srgbClr val="101D31"/>
                </a:solidFill>
                <a:latin typeface="DejaVu Sans"/>
                <a:ea typeface="DejaVu Sans"/>
                <a:cs typeface="DejaVu Sans"/>
              </a:defRPr>
            </a:lvl5pPr>
            <a:lvl6pPr algn="l">
              <a:defRPr sz="1125" b="0">
                <a:solidFill>
                  <a:srgbClr val="101D31"/>
                </a:solidFill>
                <a:latin typeface="DejaVu Sans"/>
                <a:ea typeface="DejaVu Sans"/>
                <a:cs typeface="DejaVu Sans"/>
              </a:defRPr>
            </a:lvl6pPr>
            <a:lvl7pPr algn="l">
              <a:defRPr sz="1125" b="0">
                <a:solidFill>
                  <a:srgbClr val="101D31"/>
                </a:solidFill>
                <a:latin typeface="DejaVu Sans"/>
                <a:ea typeface="DejaVu Sans"/>
                <a:cs typeface="DejaVu Sans"/>
              </a:defRPr>
            </a:lvl7pPr>
            <a:lvl8pPr algn="l">
              <a:defRPr sz="1125" b="0">
                <a:solidFill>
                  <a:srgbClr val="101D31"/>
                </a:solidFill>
                <a:latin typeface="DejaVu Sans"/>
                <a:ea typeface="DejaVu Sans"/>
                <a:cs typeface="DejaVu Sans"/>
              </a:defRPr>
            </a:lvl8pPr>
            <a:lvl9pPr algn="l">
              <a:defRPr sz="1125" b="0">
                <a:solidFill>
                  <a:srgbClr val="101D31"/>
                </a:solidFill>
                <a:latin typeface="DejaVu Sans"/>
                <a:ea typeface="DejaVu Sans"/>
                <a:cs typeface="DejaVu Sans"/>
              </a:defRPr>
            </a:lvl9pPr>
          </a:lstStyle>
          <a:p xmlns:a="http://schemas.openxmlformats.org/drawingml/2006/main">
            <a:pPr algn="l">
              <a:defRPr sz="1125" b="0">
                <a:solidFill>
                  <a:srgbClr val="101D31"/>
                </a:solidFill>
                <a:latin typeface="DejaVu Sans"/>
                <a:ea typeface="DejaVu Sans"/>
                <a:cs typeface="DejaVu Sans"/>
              </a:defRPr>
            </a:pPr>
            <a:r>
              <a:rPr sz="1125" b="0">
                <a:solidFill>
                  <a:srgbClr val="101D31"/>
                </a:solidFill>
                <a:latin typeface="DejaVu Sans"/>
                <a:ea typeface="DejaVu Sans"/>
                <a:cs typeface="DejaVu Sans"/>
              </a:rPr>
              <a:t>DOMINANT: το CAN-H ανεβαίνει και το CAN-L κατεβαίνει.</a:t>
            </a:r>
          </a:p>
        </p:txBody>
      </p:sp>
      <p:sp>
        <p:nvSpPr>
          <p:cNvPr id="13" name="s13-diff-dot">
            <a:extLst xmlns:a="http://schemas.openxmlformats.org/drawingml/2006/main">
              <a:ext uri="{FF2B5EF4-FFF2-40B4-BE49-F238E27FC236}">
                <a16:creationId xmlns:a16="http://schemas.microsoft.com/office/drawing/2014/main" id="{F1ABDDDD-5EA6-4B57-9133-9240941E8B93}"/>
              </a:ext>
            </a:extLst>
          </p:cNvPr>
          <p:cNvSpPr>
            <a:spLocks xmlns:a="http://schemas.openxmlformats.org/drawingml/2006/main" noGrp="1"/>
          </p:cNvSpPr>
          <p:nvPr/>
        </p:nvSpPr>
        <p:spPr>
          <a:xfrm xmlns:a="http://schemas.openxmlformats.org/drawingml/2006/main">
            <a:off x="8324850" y="4295775"/>
            <a:ext cx="171450" cy="171450"/>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14" name="s13-diff-text">
            <a:extLst xmlns:a="http://schemas.openxmlformats.org/drawingml/2006/main">
              <a:ext uri="{FF2B5EF4-FFF2-40B4-BE49-F238E27FC236}">
                <a16:creationId xmlns:a16="http://schemas.microsoft.com/office/drawing/2014/main" id="{18851B07-E039-4410-A5AE-29D1E9274E36}"/>
              </a:ext>
            </a:extLst>
          </p:cNvPr>
          <p:cNvSpPr>
            <a:spLocks xmlns:a="http://schemas.openxmlformats.org/drawingml/2006/main" noGrp="1"/>
          </p:cNvSpPr>
          <p:nvPr/>
        </p:nvSpPr>
        <p:spPr>
          <a:xfrm xmlns:a="http://schemas.openxmlformats.org/drawingml/2006/main">
            <a:off x="8610600" y="4181475"/>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101D31"/>
                </a:solidFill>
                <a:latin typeface="DejaVu Sans"/>
                <a:ea typeface="DejaVu Sans"/>
                <a:cs typeface="DejaVu Sans"/>
              </a:defRPr>
            </a:defPPr>
            <a:lvl1pPr algn="l">
              <a:defRPr sz="1125" b="0">
                <a:solidFill>
                  <a:srgbClr val="101D31"/>
                </a:solidFill>
                <a:latin typeface="DejaVu Sans"/>
                <a:ea typeface="DejaVu Sans"/>
                <a:cs typeface="DejaVu Sans"/>
              </a:defRPr>
            </a:lvl1pPr>
            <a:lvl2pPr algn="l">
              <a:defRPr sz="1125" b="0">
                <a:solidFill>
                  <a:srgbClr val="101D31"/>
                </a:solidFill>
                <a:latin typeface="DejaVu Sans"/>
                <a:ea typeface="DejaVu Sans"/>
                <a:cs typeface="DejaVu Sans"/>
              </a:defRPr>
            </a:lvl2pPr>
            <a:lvl3pPr algn="l">
              <a:defRPr sz="1125" b="0">
                <a:solidFill>
                  <a:srgbClr val="101D31"/>
                </a:solidFill>
                <a:latin typeface="DejaVu Sans"/>
                <a:ea typeface="DejaVu Sans"/>
                <a:cs typeface="DejaVu Sans"/>
              </a:defRPr>
            </a:lvl3pPr>
            <a:lvl4pPr algn="l">
              <a:defRPr sz="1125" b="0">
                <a:solidFill>
                  <a:srgbClr val="101D31"/>
                </a:solidFill>
                <a:latin typeface="DejaVu Sans"/>
                <a:ea typeface="DejaVu Sans"/>
                <a:cs typeface="DejaVu Sans"/>
              </a:defRPr>
            </a:lvl4pPr>
            <a:lvl5pPr algn="l">
              <a:defRPr sz="1125" b="0">
                <a:solidFill>
                  <a:srgbClr val="101D31"/>
                </a:solidFill>
                <a:latin typeface="DejaVu Sans"/>
                <a:ea typeface="DejaVu Sans"/>
                <a:cs typeface="DejaVu Sans"/>
              </a:defRPr>
            </a:lvl5pPr>
            <a:lvl6pPr algn="l">
              <a:defRPr sz="1125" b="0">
                <a:solidFill>
                  <a:srgbClr val="101D31"/>
                </a:solidFill>
                <a:latin typeface="DejaVu Sans"/>
                <a:ea typeface="DejaVu Sans"/>
                <a:cs typeface="DejaVu Sans"/>
              </a:defRPr>
            </a:lvl6pPr>
            <a:lvl7pPr algn="l">
              <a:defRPr sz="1125" b="0">
                <a:solidFill>
                  <a:srgbClr val="101D31"/>
                </a:solidFill>
                <a:latin typeface="DejaVu Sans"/>
                <a:ea typeface="DejaVu Sans"/>
                <a:cs typeface="DejaVu Sans"/>
              </a:defRPr>
            </a:lvl7pPr>
            <a:lvl8pPr algn="l">
              <a:defRPr sz="1125" b="0">
                <a:solidFill>
                  <a:srgbClr val="101D31"/>
                </a:solidFill>
                <a:latin typeface="DejaVu Sans"/>
                <a:ea typeface="DejaVu Sans"/>
                <a:cs typeface="DejaVu Sans"/>
              </a:defRPr>
            </a:lvl8pPr>
            <a:lvl9pPr algn="l">
              <a:defRPr sz="1125" b="0">
                <a:solidFill>
                  <a:srgbClr val="101D31"/>
                </a:solidFill>
                <a:latin typeface="DejaVu Sans"/>
                <a:ea typeface="DejaVu Sans"/>
                <a:cs typeface="DejaVu Sans"/>
              </a:defRPr>
            </a:lvl9pPr>
          </a:lstStyle>
          <a:p xmlns:a="http://schemas.openxmlformats.org/drawingml/2006/main">
            <a:pPr algn="l">
              <a:defRPr sz="1125" b="0">
                <a:solidFill>
                  <a:srgbClr val="101D31"/>
                </a:solidFill>
                <a:latin typeface="DejaVu Sans"/>
                <a:ea typeface="DejaVu Sans"/>
                <a:cs typeface="DejaVu Sans"/>
              </a:defRPr>
            </a:pPr>
            <a:r>
              <a:rPr sz="1125" b="0">
                <a:solidFill>
                  <a:srgbClr val="101D31"/>
                </a:solidFill>
                <a:latin typeface="DejaVu Sans"/>
                <a:ea typeface="DejaVu Sans"/>
                <a:cs typeface="DejaVu Sans"/>
              </a:rPr>
              <a:t>Η διαφορά τους δείχνει καθαρά την αλλαγή του bit.</a:t>
            </a:r>
          </a:p>
        </p:txBody>
      </p:sp>
      <p:sp>
        <p:nvSpPr>
          <p:cNvPr id="15" name="s13-takeaway">
            <a:extLst xmlns:a="http://schemas.openxmlformats.org/drawingml/2006/main">
              <a:ext uri="{FF2B5EF4-FFF2-40B4-BE49-F238E27FC236}">
                <a16:creationId xmlns:a16="http://schemas.microsoft.com/office/drawing/2014/main" id="{4738EF9F-265E-461F-9706-18B78C51F600}"/>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oundRect">
            <a:avLst>
              <a:gd name="adj" fmla="val 19048"/>
            </a:avLst>
          </a:prstGeom>
          <a:solidFill xmlns:a="http://schemas.openxmlformats.org/drawingml/2006/main">
            <a:srgbClr val="E4F7FA"/>
          </a:solidFill>
          <a:ln xmlns:a="http://schemas.openxmlformats.org/drawingml/2006/main" w="9525">
            <a:solidFill>
              <a:srgbClr val="C5E8ED"/>
            </a:solidFill>
            <a:prstDash val="solid"/>
          </a:ln>
        </p:spPr>
      </p:sp>
      <p:sp>
        <p:nvSpPr>
          <p:cNvPr id="16" name="s13-takeaway-text">
            <a:extLst xmlns:a="http://schemas.openxmlformats.org/drawingml/2006/main">
              <a:ext uri="{FF2B5EF4-FFF2-40B4-BE49-F238E27FC236}">
                <a16:creationId xmlns:a16="http://schemas.microsoft.com/office/drawing/2014/main" id="{9D0499F1-6F26-42CB-8FBA-2B76F5FD1D19}"/>
              </a:ext>
            </a:extLst>
          </p:cNvPr>
          <p:cNvSpPr>
            <a:spLocks xmlns:a="http://schemas.openxmlformats.org/drawingml/2006/main" noGrp="1"/>
          </p:cNvSpPr>
          <p:nvPr/>
        </p:nvSpPr>
        <p:spPr>
          <a:xfrm xmlns:a="http://schemas.openxmlformats.org/drawingml/2006/main">
            <a:off x="819150" y="5829300"/>
            <a:ext cx="1055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01D31"/>
                </a:solidFill>
                <a:latin typeface="DejaVu Sans"/>
                <a:ea typeface="DejaVu Sans"/>
                <a:cs typeface="DejaVu Sans"/>
              </a:defRPr>
            </a:defPPr>
            <a:lvl1pPr algn="ctr">
              <a:defRPr sz="1125" b="1">
                <a:solidFill>
                  <a:srgbClr val="101D31"/>
                </a:solidFill>
                <a:latin typeface="DejaVu Sans"/>
                <a:ea typeface="DejaVu Sans"/>
                <a:cs typeface="DejaVu Sans"/>
              </a:defRPr>
            </a:lvl1pPr>
            <a:lvl2pPr algn="ctr">
              <a:defRPr sz="1125" b="1">
                <a:solidFill>
                  <a:srgbClr val="101D31"/>
                </a:solidFill>
                <a:latin typeface="DejaVu Sans"/>
                <a:ea typeface="DejaVu Sans"/>
                <a:cs typeface="DejaVu Sans"/>
              </a:defRPr>
            </a:lvl2pPr>
            <a:lvl3pPr algn="ctr">
              <a:defRPr sz="1125" b="1">
                <a:solidFill>
                  <a:srgbClr val="101D31"/>
                </a:solidFill>
                <a:latin typeface="DejaVu Sans"/>
                <a:ea typeface="DejaVu Sans"/>
                <a:cs typeface="DejaVu Sans"/>
              </a:defRPr>
            </a:lvl3pPr>
            <a:lvl4pPr algn="ctr">
              <a:defRPr sz="1125" b="1">
                <a:solidFill>
                  <a:srgbClr val="101D31"/>
                </a:solidFill>
                <a:latin typeface="DejaVu Sans"/>
                <a:ea typeface="DejaVu Sans"/>
                <a:cs typeface="DejaVu Sans"/>
              </a:defRPr>
            </a:lvl4pPr>
            <a:lvl5pPr algn="ctr">
              <a:defRPr sz="1125" b="1">
                <a:solidFill>
                  <a:srgbClr val="101D31"/>
                </a:solidFill>
                <a:latin typeface="DejaVu Sans"/>
                <a:ea typeface="DejaVu Sans"/>
                <a:cs typeface="DejaVu Sans"/>
              </a:defRPr>
            </a:lvl5pPr>
            <a:lvl6pPr algn="ctr">
              <a:defRPr sz="1125" b="1">
                <a:solidFill>
                  <a:srgbClr val="101D31"/>
                </a:solidFill>
                <a:latin typeface="DejaVu Sans"/>
                <a:ea typeface="DejaVu Sans"/>
                <a:cs typeface="DejaVu Sans"/>
              </a:defRPr>
            </a:lvl6pPr>
            <a:lvl7pPr algn="ctr">
              <a:defRPr sz="1125" b="1">
                <a:solidFill>
                  <a:srgbClr val="101D31"/>
                </a:solidFill>
                <a:latin typeface="DejaVu Sans"/>
                <a:ea typeface="DejaVu Sans"/>
                <a:cs typeface="DejaVu Sans"/>
              </a:defRPr>
            </a:lvl7pPr>
            <a:lvl8pPr algn="ctr">
              <a:defRPr sz="1125" b="1">
                <a:solidFill>
                  <a:srgbClr val="101D31"/>
                </a:solidFill>
                <a:latin typeface="DejaVu Sans"/>
                <a:ea typeface="DejaVu Sans"/>
                <a:cs typeface="DejaVu Sans"/>
              </a:defRPr>
            </a:lvl8pPr>
            <a:lvl9pPr algn="ctr">
              <a:defRPr sz="1125" b="1">
                <a:solidFill>
                  <a:srgbClr val="101D31"/>
                </a:solidFill>
                <a:latin typeface="DejaVu Sans"/>
                <a:ea typeface="DejaVu Sans"/>
                <a:cs typeface="DejaVu Sans"/>
              </a:defRPr>
            </a:lvl9pPr>
          </a:lstStyle>
          <a:p xmlns:a="http://schemas.openxmlformats.org/drawingml/2006/main">
            <a:pPr algn="ctr">
              <a:defRPr sz="1125" b="1">
                <a:solidFill>
                  <a:srgbClr val="101D31"/>
                </a:solidFill>
                <a:latin typeface="DejaVu Sans"/>
                <a:ea typeface="DejaVu Sans"/>
                <a:cs typeface="DejaVu Sans"/>
              </a:defRPr>
            </a:pPr>
            <a:r>
              <a:rPr sz="1125" b="1">
                <a:solidFill>
                  <a:srgbClr val="101D31"/>
                </a:solidFill>
                <a:latin typeface="DejaVu Sans"/>
                <a:ea typeface="DejaVu Sans"/>
                <a:cs typeface="DejaVu Sans"/>
              </a:rPr>
              <a:t>Σχηματικό παράδειγμα: οι τάσεις είναι τυπικές και μπορεί να διαφέρουν ανά όχημα.</a:t>
            </a:r>
          </a:p>
        </p:txBody>
      </p:sp>
      <p:sp>
        <p:nvSpPr>
          <p:cNvPr id="17" name="s13-footer">
            <a:extLst xmlns:a="http://schemas.openxmlformats.org/drawingml/2006/main">
              <a:ext uri="{FF2B5EF4-FFF2-40B4-BE49-F238E27FC236}">
                <a16:creationId xmlns:a16="http://schemas.microsoft.com/office/drawing/2014/main" id="{435D03A5-BE1F-4605-8FF9-077837ED0989}"/>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18" name="s13-page-number">
            <a:extLst xmlns:a="http://schemas.openxmlformats.org/drawingml/2006/main">
              <a:ext uri="{FF2B5EF4-FFF2-40B4-BE49-F238E27FC236}">
                <a16:creationId xmlns:a16="http://schemas.microsoft.com/office/drawing/2014/main" id="{569105F4-8F7E-41DF-A760-6329BA89AB0D}"/>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13</a:t>
            </a:r>
          </a:p>
        </p:txBody>
      </p:sp>
    </p:spTree>
    <p:extLst>
      <p:ext uri="{BB962C8B-B14F-4D97-AF65-F5344CB8AC3E}">
        <p14:creationId xmlns:p14="http://schemas.microsoft.com/office/powerpoint/2010/main" val="1214957426"/>
      </p:ext>
    </p:extLst>
  </p:cSld>
</p:sld>
</file>

<file path=ppt/slides/slide14.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53" name="s14-kicker">
            <a:extLst xmlns:a="http://schemas.openxmlformats.org/drawingml/2006/main">
              <a:ext uri="{FF2B5EF4-FFF2-40B4-BE49-F238E27FC236}">
                <a16:creationId xmlns:a16="http://schemas.microsoft.com/office/drawing/2014/main" id="{59ED6C53-BCEA-4E5B-83A5-F146383F01D0}"/>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4-title">
            <a:extLst xmlns:a="http://schemas.openxmlformats.org/drawingml/2006/main">
              <a:ext uri="{FF2B5EF4-FFF2-40B4-BE49-F238E27FC236}">
                <a16:creationId xmlns:a16="http://schemas.microsoft.com/office/drawing/2014/main" id="{84514607-07FF-4A34-9996-C2573F567930}"/>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75" b="1">
                <a:solidFill>
                  <a:srgbClr val="101D31"/>
                </a:solidFill>
                <a:latin typeface="DejaVu Sans"/>
                <a:ea typeface="DejaVu Sans"/>
                <a:cs typeface="DejaVu Sans"/>
              </a:defRPr>
            </a:defPPr>
            <a:lvl1pPr algn="l">
              <a:defRPr sz="2775" b="1">
                <a:solidFill>
                  <a:srgbClr val="101D31"/>
                </a:solidFill>
                <a:latin typeface="DejaVu Sans"/>
                <a:ea typeface="DejaVu Sans"/>
                <a:cs typeface="DejaVu Sans"/>
              </a:defRPr>
            </a:lvl1pPr>
            <a:lvl2pPr algn="l">
              <a:defRPr sz="2775" b="1">
                <a:solidFill>
                  <a:srgbClr val="101D31"/>
                </a:solidFill>
                <a:latin typeface="DejaVu Sans"/>
                <a:ea typeface="DejaVu Sans"/>
                <a:cs typeface="DejaVu Sans"/>
              </a:defRPr>
            </a:lvl2pPr>
            <a:lvl3pPr algn="l">
              <a:defRPr sz="2775" b="1">
                <a:solidFill>
                  <a:srgbClr val="101D31"/>
                </a:solidFill>
                <a:latin typeface="DejaVu Sans"/>
                <a:ea typeface="DejaVu Sans"/>
                <a:cs typeface="DejaVu Sans"/>
              </a:defRPr>
            </a:lvl3pPr>
            <a:lvl4pPr algn="l">
              <a:defRPr sz="2775" b="1">
                <a:solidFill>
                  <a:srgbClr val="101D31"/>
                </a:solidFill>
                <a:latin typeface="DejaVu Sans"/>
                <a:ea typeface="DejaVu Sans"/>
                <a:cs typeface="DejaVu Sans"/>
              </a:defRPr>
            </a:lvl4pPr>
            <a:lvl5pPr algn="l">
              <a:defRPr sz="2775" b="1">
                <a:solidFill>
                  <a:srgbClr val="101D31"/>
                </a:solidFill>
                <a:latin typeface="DejaVu Sans"/>
                <a:ea typeface="DejaVu Sans"/>
                <a:cs typeface="DejaVu Sans"/>
              </a:defRPr>
            </a:lvl5pPr>
            <a:lvl6pPr algn="l">
              <a:defRPr sz="2775" b="1">
                <a:solidFill>
                  <a:srgbClr val="101D31"/>
                </a:solidFill>
                <a:latin typeface="DejaVu Sans"/>
                <a:ea typeface="DejaVu Sans"/>
                <a:cs typeface="DejaVu Sans"/>
              </a:defRPr>
            </a:lvl6pPr>
            <a:lvl7pPr algn="l">
              <a:defRPr sz="2775" b="1">
                <a:solidFill>
                  <a:srgbClr val="101D31"/>
                </a:solidFill>
                <a:latin typeface="DejaVu Sans"/>
                <a:ea typeface="DejaVu Sans"/>
                <a:cs typeface="DejaVu Sans"/>
              </a:defRPr>
            </a:lvl7pPr>
            <a:lvl8pPr algn="l">
              <a:defRPr sz="2775" b="1">
                <a:solidFill>
                  <a:srgbClr val="101D31"/>
                </a:solidFill>
                <a:latin typeface="DejaVu Sans"/>
                <a:ea typeface="DejaVu Sans"/>
                <a:cs typeface="DejaVu Sans"/>
              </a:defRPr>
            </a:lvl8pPr>
            <a:lvl9pPr algn="l">
              <a:defRPr sz="2775" b="1">
                <a:solidFill>
                  <a:srgbClr val="101D31"/>
                </a:solidFill>
                <a:latin typeface="DejaVu Sans"/>
                <a:ea typeface="DejaVu Sans"/>
                <a:cs typeface="DejaVu Sans"/>
              </a:defRPr>
            </a:lvl9pPr>
          </a:lstStyle>
          <a:p xmlns:a="http://schemas.openxmlformats.org/drawingml/2006/main">
            <a:pPr algn="l">
              <a:defRPr sz="2775" b="1">
                <a:solidFill>
                  <a:srgbClr val="101D31"/>
                </a:solidFill>
                <a:latin typeface="DejaVu Sans"/>
                <a:ea typeface="DejaVu Sans"/>
                <a:cs typeface="DejaVu Sans"/>
              </a:defRPr>
            </a:pPr>
            <a:r>
              <a:rPr sz="2775" b="1">
                <a:solidFill>
                  <a:srgbClr val="101D31"/>
                </a:solidFill>
                <a:latin typeface="DejaVu Sans"/>
                <a:ea typeface="DejaVu Sans"/>
                <a:cs typeface="DejaVu Sans"/>
              </a:rPr>
              <a:t>Πού βρίσκουμε το CAN στην υποδοχή OBD;</a:t>
            </a:r>
          </a:p>
        </p:txBody>
      </p:sp>
      <p:sp>
        <p:nvSpPr>
          <p:cNvPr id="3" name="s14-title-rule">
            <a:extLst xmlns:a="http://schemas.openxmlformats.org/drawingml/2006/main">
              <a:ext uri="{FF2B5EF4-FFF2-40B4-BE49-F238E27FC236}">
                <a16:creationId xmlns:a16="http://schemas.microsoft.com/office/drawing/2014/main" id="{BA60E173-C030-4798-9E50-5E8BDDC128C5}"/>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4-subtitle">
            <a:extLst xmlns:a="http://schemas.openxmlformats.org/drawingml/2006/main">
              <a:ext uri="{FF2B5EF4-FFF2-40B4-BE49-F238E27FC236}">
                <a16:creationId xmlns:a16="http://schemas.microsoft.com/office/drawing/2014/main" id="{AA85B43F-EA97-4560-9BC2-4C9DA913DE0A}"/>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A"/>
                </a:solidFill>
                <a:latin typeface="DejaVu Sans"/>
                <a:ea typeface="DejaVu Sans"/>
                <a:cs typeface="DejaVu Sans"/>
              </a:defRPr>
            </a:defPPr>
            <a:lvl1pPr algn="l">
              <a:defRPr sz="1425" b="0">
                <a:solidFill>
                  <a:srgbClr val="53657A"/>
                </a:solidFill>
                <a:latin typeface="DejaVu Sans"/>
                <a:ea typeface="DejaVu Sans"/>
                <a:cs typeface="DejaVu Sans"/>
              </a:defRPr>
            </a:lvl1pPr>
            <a:lvl2pPr algn="l">
              <a:defRPr sz="1425" b="0">
                <a:solidFill>
                  <a:srgbClr val="53657A"/>
                </a:solidFill>
                <a:latin typeface="DejaVu Sans"/>
                <a:ea typeface="DejaVu Sans"/>
                <a:cs typeface="DejaVu Sans"/>
              </a:defRPr>
            </a:lvl2pPr>
            <a:lvl3pPr algn="l">
              <a:defRPr sz="1425" b="0">
                <a:solidFill>
                  <a:srgbClr val="53657A"/>
                </a:solidFill>
                <a:latin typeface="DejaVu Sans"/>
                <a:ea typeface="DejaVu Sans"/>
                <a:cs typeface="DejaVu Sans"/>
              </a:defRPr>
            </a:lvl3pPr>
            <a:lvl4pPr algn="l">
              <a:defRPr sz="1425" b="0">
                <a:solidFill>
                  <a:srgbClr val="53657A"/>
                </a:solidFill>
                <a:latin typeface="DejaVu Sans"/>
                <a:ea typeface="DejaVu Sans"/>
                <a:cs typeface="DejaVu Sans"/>
              </a:defRPr>
            </a:lvl4pPr>
            <a:lvl5pPr algn="l">
              <a:defRPr sz="1425" b="0">
                <a:solidFill>
                  <a:srgbClr val="53657A"/>
                </a:solidFill>
                <a:latin typeface="DejaVu Sans"/>
                <a:ea typeface="DejaVu Sans"/>
                <a:cs typeface="DejaVu Sans"/>
              </a:defRPr>
            </a:lvl5pPr>
            <a:lvl6pPr algn="l">
              <a:defRPr sz="1425" b="0">
                <a:solidFill>
                  <a:srgbClr val="53657A"/>
                </a:solidFill>
                <a:latin typeface="DejaVu Sans"/>
                <a:ea typeface="DejaVu Sans"/>
                <a:cs typeface="DejaVu Sans"/>
              </a:defRPr>
            </a:lvl6pPr>
            <a:lvl7pPr algn="l">
              <a:defRPr sz="1425" b="0">
                <a:solidFill>
                  <a:srgbClr val="53657A"/>
                </a:solidFill>
                <a:latin typeface="DejaVu Sans"/>
                <a:ea typeface="DejaVu Sans"/>
                <a:cs typeface="DejaVu Sans"/>
              </a:defRPr>
            </a:lvl7pPr>
            <a:lvl8pPr algn="l">
              <a:defRPr sz="1425" b="0">
                <a:solidFill>
                  <a:srgbClr val="53657A"/>
                </a:solidFill>
                <a:latin typeface="DejaVu Sans"/>
                <a:ea typeface="DejaVu Sans"/>
                <a:cs typeface="DejaVu Sans"/>
              </a:defRPr>
            </a:lvl8pPr>
            <a:lvl9pPr algn="l">
              <a:defRPr sz="1425" b="0">
                <a:solidFill>
                  <a:srgbClr val="53657A"/>
                </a:solidFill>
                <a:latin typeface="DejaVu Sans"/>
                <a:ea typeface="DejaVu Sans"/>
                <a:cs typeface="DejaVu Sans"/>
              </a:defRPr>
            </a:lvl9pPr>
          </a:lstStyle>
          <a:p xmlns:a="http://schemas.openxmlformats.org/drawingml/2006/main">
            <a:pPr algn="l">
              <a:defRPr sz="1425" b="0">
                <a:solidFill>
                  <a:srgbClr val="53657A"/>
                </a:solidFill>
                <a:latin typeface="DejaVu Sans"/>
                <a:ea typeface="DejaVu Sans"/>
                <a:cs typeface="DejaVu Sans"/>
              </a:defRPr>
            </a:pPr>
            <a:r>
              <a:rPr sz="1425" b="0">
                <a:solidFill>
                  <a:srgbClr val="53657A"/>
                </a:solidFill>
                <a:latin typeface="DejaVu Sans"/>
                <a:ea typeface="DejaVu Sans"/>
                <a:cs typeface="DejaVu Sans"/>
              </a:rPr>
              <a:t>Σε πολλά οχήματα, οι ακίδες 6 και 14 χρησιμοποιούνται για το CAN της διάγνωσης.</a:t>
            </a:r>
          </a:p>
        </p:txBody>
      </p:sp>
      <p:sp>
        <p:nvSpPr>
          <p:cNvPr id="5" name="s14-connector-card">
            <a:extLst xmlns:a="http://schemas.openxmlformats.org/drawingml/2006/main">
              <a:ext uri="{FF2B5EF4-FFF2-40B4-BE49-F238E27FC236}">
                <a16:creationId xmlns:a16="http://schemas.microsoft.com/office/drawing/2014/main" id="{54D84FA7-3820-4E1D-ACBD-E5CEFA0104B4}"/>
              </a:ext>
            </a:extLst>
          </p:cNvPr>
          <p:cNvSpPr>
            <a:spLocks xmlns:a="http://schemas.openxmlformats.org/drawingml/2006/main" noGrp="1"/>
          </p:cNvSpPr>
          <p:nvPr/>
        </p:nvSpPr>
        <p:spPr>
          <a:xfrm xmlns:a="http://schemas.openxmlformats.org/drawingml/2006/main">
            <a:off x="609600" y="2209800"/>
            <a:ext cx="6343650" cy="3238500"/>
          </a:xfrm>
          <a:prstGeom xmlns:a="http://schemas.openxmlformats.org/drawingml/2006/main" prst="roundRect">
            <a:avLst>
              <a:gd name="adj" fmla="val 2353"/>
            </a:avLst>
          </a:prstGeom>
          <a:solidFill xmlns:a="http://schemas.openxmlformats.org/drawingml/2006/main">
            <a:srgbClr val="071426"/>
          </a:solidFill>
          <a:ln xmlns:a="http://schemas.openxmlformats.org/drawingml/2006/main" w="0">
            <a:noFill/>
            <a:prstDash val="solid"/>
          </a:ln>
        </p:spPr>
      </p:sp>
      <p:sp>
        <p:nvSpPr>
          <p:cNvPr id="6" name="s14-connector-heading">
            <a:extLst xmlns:a="http://schemas.openxmlformats.org/drawingml/2006/main">
              <a:ext uri="{FF2B5EF4-FFF2-40B4-BE49-F238E27FC236}">
                <a16:creationId xmlns:a16="http://schemas.microsoft.com/office/drawing/2014/main" id="{18DC9C42-765E-43E9-94C2-A67E29BB15A8}"/>
              </a:ext>
            </a:extLst>
          </p:cNvPr>
          <p:cNvSpPr>
            <a:spLocks xmlns:a="http://schemas.openxmlformats.org/drawingml/2006/main" noGrp="1"/>
          </p:cNvSpPr>
          <p:nvPr/>
        </p:nvSpPr>
        <p:spPr>
          <a:xfrm xmlns:a="http://schemas.openxmlformats.org/drawingml/2006/main">
            <a:off x="895350" y="24384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ΥΠΟΔΟΧΗ OBD 16 ΑΚΙΔΩΝ</a:t>
            </a:r>
          </a:p>
        </p:txBody>
      </p:sp>
      <p:sp>
        <p:nvSpPr>
          <p:cNvPr id="7" name="s14-connector-caption">
            <a:extLst xmlns:a="http://schemas.openxmlformats.org/drawingml/2006/main">
              <a:ext uri="{FF2B5EF4-FFF2-40B4-BE49-F238E27FC236}">
                <a16:creationId xmlns:a16="http://schemas.microsoft.com/office/drawing/2014/main" id="{57CF8E10-B8CD-4F9C-A981-897892B9085A}"/>
              </a:ext>
            </a:extLst>
          </p:cNvPr>
          <p:cNvSpPr>
            <a:spLocks xmlns:a="http://schemas.openxmlformats.org/drawingml/2006/main" noGrp="1"/>
          </p:cNvSpPr>
          <p:nvPr/>
        </p:nvSpPr>
        <p:spPr>
          <a:xfrm xmlns:a="http://schemas.openxmlformats.org/drawingml/2006/main">
            <a:off x="895350" y="275272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AFC0D1"/>
                </a:solidFill>
                <a:latin typeface="DejaVu Sans"/>
                <a:ea typeface="DejaVu Sans"/>
                <a:cs typeface="DejaVu Sans"/>
              </a:defRPr>
            </a:defPPr>
            <a:lvl1pPr algn="l">
              <a:defRPr sz="1050" b="0">
                <a:solidFill>
                  <a:srgbClr val="AFC0D1"/>
                </a:solidFill>
                <a:latin typeface="DejaVu Sans"/>
                <a:ea typeface="DejaVu Sans"/>
                <a:cs typeface="DejaVu Sans"/>
              </a:defRPr>
            </a:lvl1pPr>
            <a:lvl2pPr algn="l">
              <a:defRPr sz="1050" b="0">
                <a:solidFill>
                  <a:srgbClr val="AFC0D1"/>
                </a:solidFill>
                <a:latin typeface="DejaVu Sans"/>
                <a:ea typeface="DejaVu Sans"/>
                <a:cs typeface="DejaVu Sans"/>
              </a:defRPr>
            </a:lvl2pPr>
            <a:lvl3pPr algn="l">
              <a:defRPr sz="1050" b="0">
                <a:solidFill>
                  <a:srgbClr val="AFC0D1"/>
                </a:solidFill>
                <a:latin typeface="DejaVu Sans"/>
                <a:ea typeface="DejaVu Sans"/>
                <a:cs typeface="DejaVu Sans"/>
              </a:defRPr>
            </a:lvl3pPr>
            <a:lvl4pPr algn="l">
              <a:defRPr sz="1050" b="0">
                <a:solidFill>
                  <a:srgbClr val="AFC0D1"/>
                </a:solidFill>
                <a:latin typeface="DejaVu Sans"/>
                <a:ea typeface="DejaVu Sans"/>
                <a:cs typeface="DejaVu Sans"/>
              </a:defRPr>
            </a:lvl4pPr>
            <a:lvl5pPr algn="l">
              <a:defRPr sz="1050" b="0">
                <a:solidFill>
                  <a:srgbClr val="AFC0D1"/>
                </a:solidFill>
                <a:latin typeface="DejaVu Sans"/>
                <a:ea typeface="DejaVu Sans"/>
                <a:cs typeface="DejaVu Sans"/>
              </a:defRPr>
            </a:lvl5pPr>
            <a:lvl6pPr algn="l">
              <a:defRPr sz="1050" b="0">
                <a:solidFill>
                  <a:srgbClr val="AFC0D1"/>
                </a:solidFill>
                <a:latin typeface="DejaVu Sans"/>
                <a:ea typeface="DejaVu Sans"/>
                <a:cs typeface="DejaVu Sans"/>
              </a:defRPr>
            </a:lvl6pPr>
            <a:lvl7pPr algn="l">
              <a:defRPr sz="1050" b="0">
                <a:solidFill>
                  <a:srgbClr val="AFC0D1"/>
                </a:solidFill>
                <a:latin typeface="DejaVu Sans"/>
                <a:ea typeface="DejaVu Sans"/>
                <a:cs typeface="DejaVu Sans"/>
              </a:defRPr>
            </a:lvl7pPr>
            <a:lvl8pPr algn="l">
              <a:defRPr sz="1050" b="0">
                <a:solidFill>
                  <a:srgbClr val="AFC0D1"/>
                </a:solidFill>
                <a:latin typeface="DejaVu Sans"/>
                <a:ea typeface="DejaVu Sans"/>
                <a:cs typeface="DejaVu Sans"/>
              </a:defRPr>
            </a:lvl8pPr>
            <a:lvl9pPr algn="l">
              <a:defRPr sz="1050" b="0">
                <a:solidFill>
                  <a:srgbClr val="AFC0D1"/>
                </a:solidFill>
                <a:latin typeface="DejaVu Sans"/>
                <a:ea typeface="DejaVu Sans"/>
                <a:cs typeface="DejaVu Sans"/>
              </a:defRPr>
            </a:lvl9pPr>
          </a:lstStyle>
          <a:p xmlns:a="http://schemas.openxmlformats.org/drawingml/2006/main">
            <a:pPr algn="l">
              <a:defRPr sz="1050" b="0">
                <a:solidFill>
                  <a:srgbClr val="AFC0D1"/>
                </a:solidFill>
                <a:latin typeface="DejaVu Sans"/>
                <a:ea typeface="DejaVu Sans"/>
                <a:cs typeface="DejaVu Sans"/>
              </a:defRPr>
            </a:pPr>
            <a:r>
              <a:rPr sz="1050" b="0">
                <a:solidFill>
                  <a:srgbClr val="AFC0D1"/>
                </a:solidFill>
                <a:latin typeface="DejaVu Sans"/>
                <a:ea typeface="DejaVu Sans"/>
                <a:cs typeface="DejaVu Sans"/>
              </a:rPr>
              <a:t>Σχηματική αρίθμηση ακίδων</a:t>
            </a:r>
          </a:p>
        </p:txBody>
      </p:sp>
      <p:sp>
        <p:nvSpPr>
          <p:cNvPr id="8" name="s14-pin-1">
            <a:extLst xmlns:a="http://schemas.openxmlformats.org/drawingml/2006/main">
              <a:ext uri="{FF2B5EF4-FFF2-40B4-BE49-F238E27FC236}">
                <a16:creationId xmlns:a16="http://schemas.microsoft.com/office/drawing/2014/main" id="{6F7AFB42-6752-44E2-97E9-662562DC4382}"/>
              </a:ext>
            </a:extLst>
          </p:cNvPr>
          <p:cNvSpPr>
            <a:spLocks xmlns:a="http://schemas.openxmlformats.org/drawingml/2006/main" noGrp="1"/>
          </p:cNvSpPr>
          <p:nvPr/>
        </p:nvSpPr>
        <p:spPr>
          <a:xfrm xmlns:a="http://schemas.openxmlformats.org/drawingml/2006/main">
            <a:off x="971550"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9" name="s14-pin-label-1">
            <a:extLst xmlns:a="http://schemas.openxmlformats.org/drawingml/2006/main">
              <a:ext uri="{FF2B5EF4-FFF2-40B4-BE49-F238E27FC236}">
                <a16:creationId xmlns:a16="http://schemas.microsoft.com/office/drawing/2014/main" id="{809AACDA-1F74-4089-903E-20449BF487CA}"/>
              </a:ext>
            </a:extLst>
          </p:cNvPr>
          <p:cNvSpPr>
            <a:spLocks xmlns:a="http://schemas.openxmlformats.org/drawingml/2006/main" noGrp="1"/>
          </p:cNvSpPr>
          <p:nvPr/>
        </p:nvSpPr>
        <p:spPr>
          <a:xfrm xmlns:a="http://schemas.openxmlformats.org/drawingml/2006/main">
            <a:off x="971550"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a:t>
            </a:r>
          </a:p>
        </p:txBody>
      </p:sp>
      <p:sp>
        <p:nvSpPr>
          <p:cNvPr id="10" name="s14-pin-2">
            <a:extLst xmlns:a="http://schemas.openxmlformats.org/drawingml/2006/main">
              <a:ext uri="{FF2B5EF4-FFF2-40B4-BE49-F238E27FC236}">
                <a16:creationId xmlns:a16="http://schemas.microsoft.com/office/drawing/2014/main" id="{98012505-B284-4681-9816-80A48712B56E}"/>
              </a:ext>
            </a:extLst>
          </p:cNvPr>
          <p:cNvSpPr>
            <a:spLocks xmlns:a="http://schemas.openxmlformats.org/drawingml/2006/main" noGrp="1"/>
          </p:cNvSpPr>
          <p:nvPr/>
        </p:nvSpPr>
        <p:spPr>
          <a:xfrm xmlns:a="http://schemas.openxmlformats.org/drawingml/2006/main">
            <a:off x="1628775"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11" name="s14-pin-label-2">
            <a:extLst xmlns:a="http://schemas.openxmlformats.org/drawingml/2006/main">
              <a:ext uri="{FF2B5EF4-FFF2-40B4-BE49-F238E27FC236}">
                <a16:creationId xmlns:a16="http://schemas.microsoft.com/office/drawing/2014/main" id="{8088920D-8492-48BA-B776-DA02E2F167E3}"/>
              </a:ext>
            </a:extLst>
          </p:cNvPr>
          <p:cNvSpPr>
            <a:spLocks xmlns:a="http://schemas.openxmlformats.org/drawingml/2006/main" noGrp="1"/>
          </p:cNvSpPr>
          <p:nvPr/>
        </p:nvSpPr>
        <p:spPr>
          <a:xfrm xmlns:a="http://schemas.openxmlformats.org/drawingml/2006/main">
            <a:off x="1628775"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2</a:t>
            </a:r>
          </a:p>
        </p:txBody>
      </p:sp>
      <p:sp>
        <p:nvSpPr>
          <p:cNvPr id="12" name="s14-pin-3">
            <a:extLst xmlns:a="http://schemas.openxmlformats.org/drawingml/2006/main">
              <a:ext uri="{FF2B5EF4-FFF2-40B4-BE49-F238E27FC236}">
                <a16:creationId xmlns:a16="http://schemas.microsoft.com/office/drawing/2014/main" id="{D93159EE-10A6-4735-88A2-7D05A171C73A}"/>
              </a:ext>
            </a:extLst>
          </p:cNvPr>
          <p:cNvSpPr>
            <a:spLocks xmlns:a="http://schemas.openxmlformats.org/drawingml/2006/main" noGrp="1"/>
          </p:cNvSpPr>
          <p:nvPr/>
        </p:nvSpPr>
        <p:spPr>
          <a:xfrm xmlns:a="http://schemas.openxmlformats.org/drawingml/2006/main">
            <a:off x="2286000"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13" name="s14-pin-label-3">
            <a:extLst xmlns:a="http://schemas.openxmlformats.org/drawingml/2006/main">
              <a:ext uri="{FF2B5EF4-FFF2-40B4-BE49-F238E27FC236}">
                <a16:creationId xmlns:a16="http://schemas.microsoft.com/office/drawing/2014/main" id="{C1104CFC-A38A-4718-BD81-94B30B9C2187}"/>
              </a:ext>
            </a:extLst>
          </p:cNvPr>
          <p:cNvSpPr>
            <a:spLocks xmlns:a="http://schemas.openxmlformats.org/drawingml/2006/main" noGrp="1"/>
          </p:cNvSpPr>
          <p:nvPr/>
        </p:nvSpPr>
        <p:spPr>
          <a:xfrm xmlns:a="http://schemas.openxmlformats.org/drawingml/2006/main">
            <a:off x="2286000"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3</a:t>
            </a:r>
          </a:p>
        </p:txBody>
      </p:sp>
      <p:sp>
        <p:nvSpPr>
          <p:cNvPr id="14" name="s14-pin-4">
            <a:extLst xmlns:a="http://schemas.openxmlformats.org/drawingml/2006/main">
              <a:ext uri="{FF2B5EF4-FFF2-40B4-BE49-F238E27FC236}">
                <a16:creationId xmlns:a16="http://schemas.microsoft.com/office/drawing/2014/main" id="{548CDC0E-DEB8-416A-B2FF-D6BAA9534063}"/>
              </a:ext>
            </a:extLst>
          </p:cNvPr>
          <p:cNvSpPr>
            <a:spLocks xmlns:a="http://schemas.openxmlformats.org/drawingml/2006/main" noGrp="1"/>
          </p:cNvSpPr>
          <p:nvPr/>
        </p:nvSpPr>
        <p:spPr>
          <a:xfrm xmlns:a="http://schemas.openxmlformats.org/drawingml/2006/main">
            <a:off x="2943225"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15" name="s14-pin-label-4">
            <a:extLst xmlns:a="http://schemas.openxmlformats.org/drawingml/2006/main">
              <a:ext uri="{FF2B5EF4-FFF2-40B4-BE49-F238E27FC236}">
                <a16:creationId xmlns:a16="http://schemas.microsoft.com/office/drawing/2014/main" id="{A042EB7A-487A-40B6-ABAB-144D73CF0966}"/>
              </a:ext>
            </a:extLst>
          </p:cNvPr>
          <p:cNvSpPr>
            <a:spLocks xmlns:a="http://schemas.openxmlformats.org/drawingml/2006/main" noGrp="1"/>
          </p:cNvSpPr>
          <p:nvPr/>
        </p:nvSpPr>
        <p:spPr>
          <a:xfrm xmlns:a="http://schemas.openxmlformats.org/drawingml/2006/main">
            <a:off x="2943225"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4</a:t>
            </a:r>
          </a:p>
        </p:txBody>
      </p:sp>
      <p:sp>
        <p:nvSpPr>
          <p:cNvPr id="16" name="s14-pin-5">
            <a:extLst xmlns:a="http://schemas.openxmlformats.org/drawingml/2006/main">
              <a:ext uri="{FF2B5EF4-FFF2-40B4-BE49-F238E27FC236}">
                <a16:creationId xmlns:a16="http://schemas.microsoft.com/office/drawing/2014/main" id="{6F2A6113-0F5C-49BA-A92A-9B45CBCF9F9D}"/>
              </a:ext>
            </a:extLst>
          </p:cNvPr>
          <p:cNvSpPr>
            <a:spLocks xmlns:a="http://schemas.openxmlformats.org/drawingml/2006/main" noGrp="1"/>
          </p:cNvSpPr>
          <p:nvPr/>
        </p:nvSpPr>
        <p:spPr>
          <a:xfrm xmlns:a="http://schemas.openxmlformats.org/drawingml/2006/main">
            <a:off x="3600450"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17" name="s14-pin-label-5">
            <a:extLst xmlns:a="http://schemas.openxmlformats.org/drawingml/2006/main">
              <a:ext uri="{FF2B5EF4-FFF2-40B4-BE49-F238E27FC236}">
                <a16:creationId xmlns:a16="http://schemas.microsoft.com/office/drawing/2014/main" id="{CDB6ED82-3C61-46CA-801B-A5850D387A6F}"/>
              </a:ext>
            </a:extLst>
          </p:cNvPr>
          <p:cNvSpPr>
            <a:spLocks xmlns:a="http://schemas.openxmlformats.org/drawingml/2006/main" noGrp="1"/>
          </p:cNvSpPr>
          <p:nvPr/>
        </p:nvSpPr>
        <p:spPr>
          <a:xfrm xmlns:a="http://schemas.openxmlformats.org/drawingml/2006/main">
            <a:off x="3600450"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5</a:t>
            </a:r>
          </a:p>
        </p:txBody>
      </p:sp>
      <p:sp>
        <p:nvSpPr>
          <p:cNvPr id="18" name="s14-pin-6">
            <a:extLst xmlns:a="http://schemas.openxmlformats.org/drawingml/2006/main">
              <a:ext uri="{FF2B5EF4-FFF2-40B4-BE49-F238E27FC236}">
                <a16:creationId xmlns:a16="http://schemas.microsoft.com/office/drawing/2014/main" id="{7F9D4491-1A66-4DCE-953B-D86C81EE45F9}"/>
              </a:ext>
            </a:extLst>
          </p:cNvPr>
          <p:cNvSpPr>
            <a:spLocks xmlns:a="http://schemas.openxmlformats.org/drawingml/2006/main" noGrp="1"/>
          </p:cNvSpPr>
          <p:nvPr/>
        </p:nvSpPr>
        <p:spPr>
          <a:xfrm xmlns:a="http://schemas.openxmlformats.org/drawingml/2006/main">
            <a:off x="4257675" y="3267075"/>
            <a:ext cx="514350" cy="514350"/>
          </a:xfrm>
          <a:prstGeom xmlns:a="http://schemas.openxmlformats.org/drawingml/2006/main" prst="roundRect">
            <a:avLst>
              <a:gd name="adj" fmla="val 14815"/>
            </a:avLst>
          </a:prstGeom>
          <a:solidFill xmlns:a="http://schemas.openxmlformats.org/drawingml/2006/main">
            <a:srgbClr val="10BFD9"/>
          </a:solidFill>
          <a:ln xmlns:a="http://schemas.openxmlformats.org/drawingml/2006/main" w="19050">
            <a:solidFill>
              <a:srgbClr val="10BFD9"/>
            </a:solidFill>
            <a:prstDash val="solid"/>
          </a:ln>
        </p:spPr>
      </p:sp>
      <p:sp>
        <p:nvSpPr>
          <p:cNvPr id="19" name="s14-pin-label-6">
            <a:extLst xmlns:a="http://schemas.openxmlformats.org/drawingml/2006/main">
              <a:ext uri="{FF2B5EF4-FFF2-40B4-BE49-F238E27FC236}">
                <a16:creationId xmlns:a16="http://schemas.microsoft.com/office/drawing/2014/main" id="{EED1DA3C-75F4-483F-AAD2-F92992CCF4DB}"/>
              </a:ext>
            </a:extLst>
          </p:cNvPr>
          <p:cNvSpPr>
            <a:spLocks xmlns:a="http://schemas.openxmlformats.org/drawingml/2006/main" noGrp="1"/>
          </p:cNvSpPr>
          <p:nvPr/>
        </p:nvSpPr>
        <p:spPr>
          <a:xfrm xmlns:a="http://schemas.openxmlformats.org/drawingml/2006/main">
            <a:off x="4257675"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71426"/>
                </a:solidFill>
                <a:latin typeface="DejaVu Sans"/>
                <a:ea typeface="DejaVu Sans"/>
                <a:cs typeface="DejaVu Sans"/>
              </a:defRPr>
            </a:defPPr>
            <a:lvl1pPr algn="ctr">
              <a:defRPr sz="1350" b="1">
                <a:solidFill>
                  <a:srgbClr val="071426"/>
                </a:solidFill>
                <a:latin typeface="DejaVu Sans"/>
                <a:ea typeface="DejaVu Sans"/>
                <a:cs typeface="DejaVu Sans"/>
              </a:defRPr>
            </a:lvl1pPr>
            <a:lvl2pPr algn="ctr">
              <a:defRPr sz="1350" b="1">
                <a:solidFill>
                  <a:srgbClr val="071426"/>
                </a:solidFill>
                <a:latin typeface="DejaVu Sans"/>
                <a:ea typeface="DejaVu Sans"/>
                <a:cs typeface="DejaVu Sans"/>
              </a:defRPr>
            </a:lvl2pPr>
            <a:lvl3pPr algn="ctr">
              <a:defRPr sz="1350" b="1">
                <a:solidFill>
                  <a:srgbClr val="071426"/>
                </a:solidFill>
                <a:latin typeface="DejaVu Sans"/>
                <a:ea typeface="DejaVu Sans"/>
                <a:cs typeface="DejaVu Sans"/>
              </a:defRPr>
            </a:lvl3pPr>
            <a:lvl4pPr algn="ctr">
              <a:defRPr sz="1350" b="1">
                <a:solidFill>
                  <a:srgbClr val="071426"/>
                </a:solidFill>
                <a:latin typeface="DejaVu Sans"/>
                <a:ea typeface="DejaVu Sans"/>
                <a:cs typeface="DejaVu Sans"/>
              </a:defRPr>
            </a:lvl4pPr>
            <a:lvl5pPr algn="ctr">
              <a:defRPr sz="1350" b="1">
                <a:solidFill>
                  <a:srgbClr val="071426"/>
                </a:solidFill>
                <a:latin typeface="DejaVu Sans"/>
                <a:ea typeface="DejaVu Sans"/>
                <a:cs typeface="DejaVu Sans"/>
              </a:defRPr>
            </a:lvl5pPr>
            <a:lvl6pPr algn="ctr">
              <a:defRPr sz="1350" b="1">
                <a:solidFill>
                  <a:srgbClr val="071426"/>
                </a:solidFill>
                <a:latin typeface="DejaVu Sans"/>
                <a:ea typeface="DejaVu Sans"/>
                <a:cs typeface="DejaVu Sans"/>
              </a:defRPr>
            </a:lvl6pPr>
            <a:lvl7pPr algn="ctr">
              <a:defRPr sz="1350" b="1">
                <a:solidFill>
                  <a:srgbClr val="071426"/>
                </a:solidFill>
                <a:latin typeface="DejaVu Sans"/>
                <a:ea typeface="DejaVu Sans"/>
                <a:cs typeface="DejaVu Sans"/>
              </a:defRPr>
            </a:lvl7pPr>
            <a:lvl8pPr algn="ctr">
              <a:defRPr sz="1350" b="1">
                <a:solidFill>
                  <a:srgbClr val="071426"/>
                </a:solidFill>
                <a:latin typeface="DejaVu Sans"/>
                <a:ea typeface="DejaVu Sans"/>
                <a:cs typeface="DejaVu Sans"/>
              </a:defRPr>
            </a:lvl8pPr>
            <a:lvl9pPr algn="ctr">
              <a:defRPr sz="1350" b="1">
                <a:solidFill>
                  <a:srgbClr val="071426"/>
                </a:solidFill>
                <a:latin typeface="DejaVu Sans"/>
                <a:ea typeface="DejaVu Sans"/>
                <a:cs typeface="DejaVu Sans"/>
              </a:defRPr>
            </a:lvl9pPr>
          </a:lstStyle>
          <a:p xmlns:a="http://schemas.openxmlformats.org/drawingml/2006/main">
            <a:pPr algn="ctr">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6</a:t>
            </a:r>
          </a:p>
        </p:txBody>
      </p:sp>
      <p:sp>
        <p:nvSpPr>
          <p:cNvPr id="20" name="s14-pin-7">
            <a:extLst xmlns:a="http://schemas.openxmlformats.org/drawingml/2006/main">
              <a:ext uri="{FF2B5EF4-FFF2-40B4-BE49-F238E27FC236}">
                <a16:creationId xmlns:a16="http://schemas.microsoft.com/office/drawing/2014/main" id="{D623F39E-CB1A-4A13-96D3-8C4BFD4D0848}"/>
              </a:ext>
            </a:extLst>
          </p:cNvPr>
          <p:cNvSpPr>
            <a:spLocks xmlns:a="http://schemas.openxmlformats.org/drawingml/2006/main" noGrp="1"/>
          </p:cNvSpPr>
          <p:nvPr/>
        </p:nvSpPr>
        <p:spPr>
          <a:xfrm xmlns:a="http://schemas.openxmlformats.org/drawingml/2006/main">
            <a:off x="4914900"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21" name="s14-pin-label-7">
            <a:extLst xmlns:a="http://schemas.openxmlformats.org/drawingml/2006/main">
              <a:ext uri="{FF2B5EF4-FFF2-40B4-BE49-F238E27FC236}">
                <a16:creationId xmlns:a16="http://schemas.microsoft.com/office/drawing/2014/main" id="{7922AAA7-401C-4C0F-9CB1-FA957B9C423E}"/>
              </a:ext>
            </a:extLst>
          </p:cNvPr>
          <p:cNvSpPr>
            <a:spLocks xmlns:a="http://schemas.openxmlformats.org/drawingml/2006/main" noGrp="1"/>
          </p:cNvSpPr>
          <p:nvPr/>
        </p:nvSpPr>
        <p:spPr>
          <a:xfrm xmlns:a="http://schemas.openxmlformats.org/drawingml/2006/main">
            <a:off x="4914900"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7</a:t>
            </a:r>
          </a:p>
        </p:txBody>
      </p:sp>
      <p:sp>
        <p:nvSpPr>
          <p:cNvPr id="22" name="s14-pin-8">
            <a:extLst xmlns:a="http://schemas.openxmlformats.org/drawingml/2006/main">
              <a:ext uri="{FF2B5EF4-FFF2-40B4-BE49-F238E27FC236}">
                <a16:creationId xmlns:a16="http://schemas.microsoft.com/office/drawing/2014/main" id="{DA9EBA40-B8A5-438A-9120-3404DB9288EA}"/>
              </a:ext>
            </a:extLst>
          </p:cNvPr>
          <p:cNvSpPr>
            <a:spLocks xmlns:a="http://schemas.openxmlformats.org/drawingml/2006/main" noGrp="1"/>
          </p:cNvSpPr>
          <p:nvPr/>
        </p:nvSpPr>
        <p:spPr>
          <a:xfrm xmlns:a="http://schemas.openxmlformats.org/drawingml/2006/main">
            <a:off x="5572125" y="326707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23" name="s14-pin-label-8">
            <a:extLst xmlns:a="http://schemas.openxmlformats.org/drawingml/2006/main">
              <a:ext uri="{FF2B5EF4-FFF2-40B4-BE49-F238E27FC236}">
                <a16:creationId xmlns:a16="http://schemas.microsoft.com/office/drawing/2014/main" id="{241D5002-6950-4D0E-AC8A-371FA7DD81FC}"/>
              </a:ext>
            </a:extLst>
          </p:cNvPr>
          <p:cNvSpPr>
            <a:spLocks xmlns:a="http://schemas.openxmlformats.org/drawingml/2006/main" noGrp="1"/>
          </p:cNvSpPr>
          <p:nvPr/>
        </p:nvSpPr>
        <p:spPr>
          <a:xfrm xmlns:a="http://schemas.openxmlformats.org/drawingml/2006/main">
            <a:off x="5572125" y="326707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8</a:t>
            </a:r>
          </a:p>
        </p:txBody>
      </p:sp>
      <p:sp>
        <p:nvSpPr>
          <p:cNvPr id="24" name="s14-pin-9">
            <a:extLst xmlns:a="http://schemas.openxmlformats.org/drawingml/2006/main">
              <a:ext uri="{FF2B5EF4-FFF2-40B4-BE49-F238E27FC236}">
                <a16:creationId xmlns:a16="http://schemas.microsoft.com/office/drawing/2014/main" id="{BB85FBDF-22E1-43AE-B78D-4458FCDAC767}"/>
              </a:ext>
            </a:extLst>
          </p:cNvPr>
          <p:cNvSpPr>
            <a:spLocks xmlns:a="http://schemas.openxmlformats.org/drawingml/2006/main" noGrp="1"/>
          </p:cNvSpPr>
          <p:nvPr/>
        </p:nvSpPr>
        <p:spPr>
          <a:xfrm xmlns:a="http://schemas.openxmlformats.org/drawingml/2006/main">
            <a:off x="971550"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25" name="s14-pin-label-9">
            <a:extLst xmlns:a="http://schemas.openxmlformats.org/drawingml/2006/main">
              <a:ext uri="{FF2B5EF4-FFF2-40B4-BE49-F238E27FC236}">
                <a16:creationId xmlns:a16="http://schemas.microsoft.com/office/drawing/2014/main" id="{CDB5D59A-EDA0-43C2-B9A5-2E7C52044D86}"/>
              </a:ext>
            </a:extLst>
          </p:cNvPr>
          <p:cNvSpPr>
            <a:spLocks xmlns:a="http://schemas.openxmlformats.org/drawingml/2006/main" noGrp="1"/>
          </p:cNvSpPr>
          <p:nvPr/>
        </p:nvSpPr>
        <p:spPr>
          <a:xfrm xmlns:a="http://schemas.openxmlformats.org/drawingml/2006/main">
            <a:off x="971550"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9</a:t>
            </a:r>
          </a:p>
        </p:txBody>
      </p:sp>
      <p:sp>
        <p:nvSpPr>
          <p:cNvPr id="26" name="s14-pin-10">
            <a:extLst xmlns:a="http://schemas.openxmlformats.org/drawingml/2006/main">
              <a:ext uri="{FF2B5EF4-FFF2-40B4-BE49-F238E27FC236}">
                <a16:creationId xmlns:a16="http://schemas.microsoft.com/office/drawing/2014/main" id="{C7A0B494-4B17-430A-A809-EDD1996F6030}"/>
              </a:ext>
            </a:extLst>
          </p:cNvPr>
          <p:cNvSpPr>
            <a:spLocks xmlns:a="http://schemas.openxmlformats.org/drawingml/2006/main" noGrp="1"/>
          </p:cNvSpPr>
          <p:nvPr/>
        </p:nvSpPr>
        <p:spPr>
          <a:xfrm xmlns:a="http://schemas.openxmlformats.org/drawingml/2006/main">
            <a:off x="1628775"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27" name="s14-pin-label-10">
            <a:extLst xmlns:a="http://schemas.openxmlformats.org/drawingml/2006/main">
              <a:ext uri="{FF2B5EF4-FFF2-40B4-BE49-F238E27FC236}">
                <a16:creationId xmlns:a16="http://schemas.microsoft.com/office/drawing/2014/main" id="{7E8ECD59-8AE2-4F05-AD1A-853C2E2D97B7}"/>
              </a:ext>
            </a:extLst>
          </p:cNvPr>
          <p:cNvSpPr>
            <a:spLocks xmlns:a="http://schemas.openxmlformats.org/drawingml/2006/main" noGrp="1"/>
          </p:cNvSpPr>
          <p:nvPr/>
        </p:nvSpPr>
        <p:spPr>
          <a:xfrm xmlns:a="http://schemas.openxmlformats.org/drawingml/2006/main">
            <a:off x="1628775"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10</a:t>
            </a:r>
          </a:p>
        </p:txBody>
      </p:sp>
      <p:sp>
        <p:nvSpPr>
          <p:cNvPr id="28" name="s14-pin-11">
            <a:extLst xmlns:a="http://schemas.openxmlformats.org/drawingml/2006/main">
              <a:ext uri="{FF2B5EF4-FFF2-40B4-BE49-F238E27FC236}">
                <a16:creationId xmlns:a16="http://schemas.microsoft.com/office/drawing/2014/main" id="{13D908B1-F27F-4653-BB5A-30BC33771C4E}"/>
              </a:ext>
            </a:extLst>
          </p:cNvPr>
          <p:cNvSpPr>
            <a:spLocks xmlns:a="http://schemas.openxmlformats.org/drawingml/2006/main" noGrp="1"/>
          </p:cNvSpPr>
          <p:nvPr/>
        </p:nvSpPr>
        <p:spPr>
          <a:xfrm xmlns:a="http://schemas.openxmlformats.org/drawingml/2006/main">
            <a:off x="2286000"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29" name="s14-pin-label-11">
            <a:extLst xmlns:a="http://schemas.openxmlformats.org/drawingml/2006/main">
              <a:ext uri="{FF2B5EF4-FFF2-40B4-BE49-F238E27FC236}">
                <a16:creationId xmlns:a16="http://schemas.microsoft.com/office/drawing/2014/main" id="{FBD910AD-214F-4298-8A35-DEF101C51A53}"/>
              </a:ext>
            </a:extLst>
          </p:cNvPr>
          <p:cNvSpPr>
            <a:spLocks xmlns:a="http://schemas.openxmlformats.org/drawingml/2006/main" noGrp="1"/>
          </p:cNvSpPr>
          <p:nvPr/>
        </p:nvSpPr>
        <p:spPr>
          <a:xfrm xmlns:a="http://schemas.openxmlformats.org/drawingml/2006/main">
            <a:off x="2286000"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11</a:t>
            </a:r>
          </a:p>
        </p:txBody>
      </p:sp>
      <p:sp>
        <p:nvSpPr>
          <p:cNvPr id="30" name="s14-pin-12">
            <a:extLst xmlns:a="http://schemas.openxmlformats.org/drawingml/2006/main">
              <a:ext uri="{FF2B5EF4-FFF2-40B4-BE49-F238E27FC236}">
                <a16:creationId xmlns:a16="http://schemas.microsoft.com/office/drawing/2014/main" id="{4849A3A7-30B2-4194-8048-F8057298B6AD}"/>
              </a:ext>
            </a:extLst>
          </p:cNvPr>
          <p:cNvSpPr>
            <a:spLocks xmlns:a="http://schemas.openxmlformats.org/drawingml/2006/main" noGrp="1"/>
          </p:cNvSpPr>
          <p:nvPr/>
        </p:nvSpPr>
        <p:spPr>
          <a:xfrm xmlns:a="http://schemas.openxmlformats.org/drawingml/2006/main">
            <a:off x="2943225"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31" name="s14-pin-label-12">
            <a:extLst xmlns:a="http://schemas.openxmlformats.org/drawingml/2006/main">
              <a:ext uri="{FF2B5EF4-FFF2-40B4-BE49-F238E27FC236}">
                <a16:creationId xmlns:a16="http://schemas.microsoft.com/office/drawing/2014/main" id="{A247CAC1-32FB-434F-8C35-32286F99E26F}"/>
              </a:ext>
            </a:extLst>
          </p:cNvPr>
          <p:cNvSpPr>
            <a:spLocks xmlns:a="http://schemas.openxmlformats.org/drawingml/2006/main" noGrp="1"/>
          </p:cNvSpPr>
          <p:nvPr/>
        </p:nvSpPr>
        <p:spPr>
          <a:xfrm xmlns:a="http://schemas.openxmlformats.org/drawingml/2006/main">
            <a:off x="2943225"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12</a:t>
            </a:r>
          </a:p>
        </p:txBody>
      </p:sp>
      <p:sp>
        <p:nvSpPr>
          <p:cNvPr id="32" name="s14-pin-13">
            <a:extLst xmlns:a="http://schemas.openxmlformats.org/drawingml/2006/main">
              <a:ext uri="{FF2B5EF4-FFF2-40B4-BE49-F238E27FC236}">
                <a16:creationId xmlns:a16="http://schemas.microsoft.com/office/drawing/2014/main" id="{15BE8128-D98B-408C-A19B-E33B0AFA918D}"/>
              </a:ext>
            </a:extLst>
          </p:cNvPr>
          <p:cNvSpPr>
            <a:spLocks xmlns:a="http://schemas.openxmlformats.org/drawingml/2006/main" noGrp="1"/>
          </p:cNvSpPr>
          <p:nvPr/>
        </p:nvSpPr>
        <p:spPr>
          <a:xfrm xmlns:a="http://schemas.openxmlformats.org/drawingml/2006/main">
            <a:off x="3600450"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33" name="s14-pin-label-13">
            <a:extLst xmlns:a="http://schemas.openxmlformats.org/drawingml/2006/main">
              <a:ext uri="{FF2B5EF4-FFF2-40B4-BE49-F238E27FC236}">
                <a16:creationId xmlns:a16="http://schemas.microsoft.com/office/drawing/2014/main" id="{E482B22A-7FC1-4607-B5B5-8A7D717B3F3B}"/>
              </a:ext>
            </a:extLst>
          </p:cNvPr>
          <p:cNvSpPr>
            <a:spLocks xmlns:a="http://schemas.openxmlformats.org/drawingml/2006/main" noGrp="1"/>
          </p:cNvSpPr>
          <p:nvPr/>
        </p:nvSpPr>
        <p:spPr>
          <a:xfrm xmlns:a="http://schemas.openxmlformats.org/drawingml/2006/main">
            <a:off x="3600450"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13</a:t>
            </a:r>
          </a:p>
        </p:txBody>
      </p:sp>
      <p:sp>
        <p:nvSpPr>
          <p:cNvPr id="34" name="s14-pin-14">
            <a:extLst xmlns:a="http://schemas.openxmlformats.org/drawingml/2006/main">
              <a:ext uri="{FF2B5EF4-FFF2-40B4-BE49-F238E27FC236}">
                <a16:creationId xmlns:a16="http://schemas.microsoft.com/office/drawing/2014/main" id="{EEA0A8A1-6465-4AC1-9FD8-3F165AAD87C2}"/>
              </a:ext>
            </a:extLst>
          </p:cNvPr>
          <p:cNvSpPr>
            <a:spLocks xmlns:a="http://schemas.openxmlformats.org/drawingml/2006/main" noGrp="1"/>
          </p:cNvSpPr>
          <p:nvPr/>
        </p:nvSpPr>
        <p:spPr>
          <a:xfrm xmlns:a="http://schemas.openxmlformats.org/drawingml/2006/main">
            <a:off x="4257675" y="4010025"/>
            <a:ext cx="514350" cy="514350"/>
          </a:xfrm>
          <a:prstGeom xmlns:a="http://schemas.openxmlformats.org/drawingml/2006/main" prst="roundRect">
            <a:avLst>
              <a:gd name="adj" fmla="val 14815"/>
            </a:avLst>
          </a:prstGeom>
          <a:solidFill xmlns:a="http://schemas.openxmlformats.org/drawingml/2006/main">
            <a:srgbClr val="F7B500"/>
          </a:solidFill>
          <a:ln xmlns:a="http://schemas.openxmlformats.org/drawingml/2006/main" w="19050">
            <a:solidFill>
              <a:srgbClr val="F7B500"/>
            </a:solidFill>
            <a:prstDash val="solid"/>
          </a:ln>
        </p:spPr>
      </p:sp>
      <p:sp>
        <p:nvSpPr>
          <p:cNvPr id="35" name="s14-pin-label-14">
            <a:extLst xmlns:a="http://schemas.openxmlformats.org/drawingml/2006/main">
              <a:ext uri="{FF2B5EF4-FFF2-40B4-BE49-F238E27FC236}">
                <a16:creationId xmlns:a16="http://schemas.microsoft.com/office/drawing/2014/main" id="{8ECBE597-47E8-4F9D-B8B2-96F094C7DE28}"/>
              </a:ext>
            </a:extLst>
          </p:cNvPr>
          <p:cNvSpPr>
            <a:spLocks xmlns:a="http://schemas.openxmlformats.org/drawingml/2006/main" noGrp="1"/>
          </p:cNvSpPr>
          <p:nvPr/>
        </p:nvSpPr>
        <p:spPr>
          <a:xfrm xmlns:a="http://schemas.openxmlformats.org/drawingml/2006/main">
            <a:off x="4257675"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71426"/>
                </a:solidFill>
                <a:latin typeface="DejaVu Sans"/>
                <a:ea typeface="DejaVu Sans"/>
                <a:cs typeface="DejaVu Sans"/>
              </a:defRPr>
            </a:defPPr>
            <a:lvl1pPr algn="ctr">
              <a:defRPr sz="1350" b="1">
                <a:solidFill>
                  <a:srgbClr val="071426"/>
                </a:solidFill>
                <a:latin typeface="DejaVu Sans"/>
                <a:ea typeface="DejaVu Sans"/>
                <a:cs typeface="DejaVu Sans"/>
              </a:defRPr>
            </a:lvl1pPr>
            <a:lvl2pPr algn="ctr">
              <a:defRPr sz="1350" b="1">
                <a:solidFill>
                  <a:srgbClr val="071426"/>
                </a:solidFill>
                <a:latin typeface="DejaVu Sans"/>
                <a:ea typeface="DejaVu Sans"/>
                <a:cs typeface="DejaVu Sans"/>
              </a:defRPr>
            </a:lvl2pPr>
            <a:lvl3pPr algn="ctr">
              <a:defRPr sz="1350" b="1">
                <a:solidFill>
                  <a:srgbClr val="071426"/>
                </a:solidFill>
                <a:latin typeface="DejaVu Sans"/>
                <a:ea typeface="DejaVu Sans"/>
                <a:cs typeface="DejaVu Sans"/>
              </a:defRPr>
            </a:lvl3pPr>
            <a:lvl4pPr algn="ctr">
              <a:defRPr sz="1350" b="1">
                <a:solidFill>
                  <a:srgbClr val="071426"/>
                </a:solidFill>
                <a:latin typeface="DejaVu Sans"/>
                <a:ea typeface="DejaVu Sans"/>
                <a:cs typeface="DejaVu Sans"/>
              </a:defRPr>
            </a:lvl4pPr>
            <a:lvl5pPr algn="ctr">
              <a:defRPr sz="1350" b="1">
                <a:solidFill>
                  <a:srgbClr val="071426"/>
                </a:solidFill>
                <a:latin typeface="DejaVu Sans"/>
                <a:ea typeface="DejaVu Sans"/>
                <a:cs typeface="DejaVu Sans"/>
              </a:defRPr>
            </a:lvl5pPr>
            <a:lvl6pPr algn="ctr">
              <a:defRPr sz="1350" b="1">
                <a:solidFill>
                  <a:srgbClr val="071426"/>
                </a:solidFill>
                <a:latin typeface="DejaVu Sans"/>
                <a:ea typeface="DejaVu Sans"/>
                <a:cs typeface="DejaVu Sans"/>
              </a:defRPr>
            </a:lvl6pPr>
            <a:lvl7pPr algn="ctr">
              <a:defRPr sz="1350" b="1">
                <a:solidFill>
                  <a:srgbClr val="071426"/>
                </a:solidFill>
                <a:latin typeface="DejaVu Sans"/>
                <a:ea typeface="DejaVu Sans"/>
                <a:cs typeface="DejaVu Sans"/>
              </a:defRPr>
            </a:lvl7pPr>
            <a:lvl8pPr algn="ctr">
              <a:defRPr sz="1350" b="1">
                <a:solidFill>
                  <a:srgbClr val="071426"/>
                </a:solidFill>
                <a:latin typeface="DejaVu Sans"/>
                <a:ea typeface="DejaVu Sans"/>
                <a:cs typeface="DejaVu Sans"/>
              </a:defRPr>
            </a:lvl8pPr>
            <a:lvl9pPr algn="ctr">
              <a:defRPr sz="1350" b="1">
                <a:solidFill>
                  <a:srgbClr val="071426"/>
                </a:solidFill>
                <a:latin typeface="DejaVu Sans"/>
                <a:ea typeface="DejaVu Sans"/>
                <a:cs typeface="DejaVu Sans"/>
              </a:defRPr>
            </a:lvl9pPr>
          </a:lstStyle>
          <a:p xmlns:a="http://schemas.openxmlformats.org/drawingml/2006/main">
            <a:pPr algn="ctr">
              <a:defRPr sz="1350" b="1">
                <a:solidFill>
                  <a:srgbClr val="071426"/>
                </a:solidFill>
                <a:latin typeface="DejaVu Sans"/>
                <a:ea typeface="DejaVu Sans"/>
                <a:cs typeface="DejaVu Sans"/>
              </a:defRPr>
            </a:pPr>
            <a:r>
              <a:rPr sz="1350" b="1">
                <a:solidFill>
                  <a:srgbClr val="071426"/>
                </a:solidFill>
                <a:latin typeface="DejaVu Sans"/>
                <a:ea typeface="DejaVu Sans"/>
                <a:cs typeface="DejaVu Sans"/>
              </a:rPr>
              <a:t>14</a:t>
            </a:r>
          </a:p>
        </p:txBody>
      </p:sp>
      <p:sp>
        <p:nvSpPr>
          <p:cNvPr id="36" name="s14-pin-15">
            <a:extLst xmlns:a="http://schemas.openxmlformats.org/drawingml/2006/main">
              <a:ext uri="{FF2B5EF4-FFF2-40B4-BE49-F238E27FC236}">
                <a16:creationId xmlns:a16="http://schemas.microsoft.com/office/drawing/2014/main" id="{0ED4E7B5-F655-411D-9C73-26307EEA7125}"/>
              </a:ext>
            </a:extLst>
          </p:cNvPr>
          <p:cNvSpPr>
            <a:spLocks xmlns:a="http://schemas.openxmlformats.org/drawingml/2006/main" noGrp="1"/>
          </p:cNvSpPr>
          <p:nvPr/>
        </p:nvSpPr>
        <p:spPr>
          <a:xfrm xmlns:a="http://schemas.openxmlformats.org/drawingml/2006/main">
            <a:off x="4914900"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37" name="s14-pin-label-15">
            <a:extLst xmlns:a="http://schemas.openxmlformats.org/drawingml/2006/main">
              <a:ext uri="{FF2B5EF4-FFF2-40B4-BE49-F238E27FC236}">
                <a16:creationId xmlns:a16="http://schemas.microsoft.com/office/drawing/2014/main" id="{621F6B3C-448E-4520-AEF3-F3C8DD49222E}"/>
              </a:ext>
            </a:extLst>
          </p:cNvPr>
          <p:cNvSpPr>
            <a:spLocks xmlns:a="http://schemas.openxmlformats.org/drawingml/2006/main" noGrp="1"/>
          </p:cNvSpPr>
          <p:nvPr/>
        </p:nvSpPr>
        <p:spPr>
          <a:xfrm xmlns:a="http://schemas.openxmlformats.org/drawingml/2006/main">
            <a:off x="4914900"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15</a:t>
            </a:r>
          </a:p>
        </p:txBody>
      </p:sp>
      <p:sp>
        <p:nvSpPr>
          <p:cNvPr id="38" name="s14-pin-16">
            <a:extLst xmlns:a="http://schemas.openxmlformats.org/drawingml/2006/main">
              <a:ext uri="{FF2B5EF4-FFF2-40B4-BE49-F238E27FC236}">
                <a16:creationId xmlns:a16="http://schemas.microsoft.com/office/drawing/2014/main" id="{26E6AEF9-6F67-426E-8817-6004BAF6A59A}"/>
              </a:ext>
            </a:extLst>
          </p:cNvPr>
          <p:cNvSpPr>
            <a:spLocks xmlns:a="http://schemas.openxmlformats.org/drawingml/2006/main" noGrp="1"/>
          </p:cNvSpPr>
          <p:nvPr/>
        </p:nvSpPr>
        <p:spPr>
          <a:xfrm xmlns:a="http://schemas.openxmlformats.org/drawingml/2006/main">
            <a:off x="5572125" y="4010025"/>
            <a:ext cx="514350" cy="514350"/>
          </a:xfrm>
          <a:prstGeom xmlns:a="http://schemas.openxmlformats.org/drawingml/2006/main" prst="roundRect">
            <a:avLst>
              <a:gd name="adj" fmla="val 14815"/>
            </a:avLst>
          </a:prstGeom>
          <a:solidFill xmlns:a="http://schemas.openxmlformats.org/drawingml/2006/main">
            <a:srgbClr val="243A50"/>
          </a:solidFill>
          <a:ln xmlns:a="http://schemas.openxmlformats.org/drawingml/2006/main" w="9525">
            <a:solidFill>
              <a:srgbClr val="496076"/>
            </a:solidFill>
            <a:prstDash val="solid"/>
          </a:ln>
        </p:spPr>
      </p:sp>
      <p:sp>
        <p:nvSpPr>
          <p:cNvPr id="39" name="s14-pin-label-16">
            <a:extLst xmlns:a="http://schemas.openxmlformats.org/drawingml/2006/main">
              <a:ext uri="{FF2B5EF4-FFF2-40B4-BE49-F238E27FC236}">
                <a16:creationId xmlns:a16="http://schemas.microsoft.com/office/drawing/2014/main" id="{0A44F084-E9D1-4F04-9B9A-F5B94C1715DC}"/>
              </a:ext>
            </a:extLst>
          </p:cNvPr>
          <p:cNvSpPr>
            <a:spLocks xmlns:a="http://schemas.openxmlformats.org/drawingml/2006/main" noGrp="1"/>
          </p:cNvSpPr>
          <p:nvPr/>
        </p:nvSpPr>
        <p:spPr>
          <a:xfrm xmlns:a="http://schemas.openxmlformats.org/drawingml/2006/main">
            <a:off x="5572125" y="4010025"/>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16</a:t>
            </a:r>
          </a:p>
        </p:txBody>
      </p:sp>
      <p:sp>
        <p:nvSpPr>
          <p:cNvPr id="40" name="s14-pin6-label">
            <a:extLst xmlns:a="http://schemas.openxmlformats.org/drawingml/2006/main">
              <a:ext uri="{FF2B5EF4-FFF2-40B4-BE49-F238E27FC236}">
                <a16:creationId xmlns:a16="http://schemas.microsoft.com/office/drawing/2014/main" id="{75E405B7-AF6C-422E-A75A-3A8E546A502E}"/>
              </a:ext>
            </a:extLst>
          </p:cNvPr>
          <p:cNvSpPr>
            <a:spLocks xmlns:a="http://schemas.openxmlformats.org/drawingml/2006/main" noGrp="1"/>
          </p:cNvSpPr>
          <p:nvPr/>
        </p:nvSpPr>
        <p:spPr>
          <a:xfrm xmlns:a="http://schemas.openxmlformats.org/drawingml/2006/main">
            <a:off x="971550" y="46958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BFD9"/>
                </a:solidFill>
                <a:latin typeface="DejaVu Sans"/>
                <a:ea typeface="DejaVu Sans"/>
                <a:cs typeface="DejaVu Sans"/>
              </a:defRPr>
            </a:defPPr>
            <a:lvl1pPr algn="l">
              <a:defRPr sz="1200" b="1">
                <a:solidFill>
                  <a:srgbClr val="10BFD9"/>
                </a:solidFill>
                <a:latin typeface="DejaVu Sans"/>
                <a:ea typeface="DejaVu Sans"/>
                <a:cs typeface="DejaVu Sans"/>
              </a:defRPr>
            </a:lvl1pPr>
            <a:lvl2pPr algn="l">
              <a:defRPr sz="1200" b="1">
                <a:solidFill>
                  <a:srgbClr val="10BFD9"/>
                </a:solidFill>
                <a:latin typeface="DejaVu Sans"/>
                <a:ea typeface="DejaVu Sans"/>
                <a:cs typeface="DejaVu Sans"/>
              </a:defRPr>
            </a:lvl2pPr>
            <a:lvl3pPr algn="l">
              <a:defRPr sz="1200" b="1">
                <a:solidFill>
                  <a:srgbClr val="10BFD9"/>
                </a:solidFill>
                <a:latin typeface="DejaVu Sans"/>
                <a:ea typeface="DejaVu Sans"/>
                <a:cs typeface="DejaVu Sans"/>
              </a:defRPr>
            </a:lvl3pPr>
            <a:lvl4pPr algn="l">
              <a:defRPr sz="1200" b="1">
                <a:solidFill>
                  <a:srgbClr val="10BFD9"/>
                </a:solidFill>
                <a:latin typeface="DejaVu Sans"/>
                <a:ea typeface="DejaVu Sans"/>
                <a:cs typeface="DejaVu Sans"/>
              </a:defRPr>
            </a:lvl4pPr>
            <a:lvl5pPr algn="l">
              <a:defRPr sz="1200" b="1">
                <a:solidFill>
                  <a:srgbClr val="10BFD9"/>
                </a:solidFill>
                <a:latin typeface="DejaVu Sans"/>
                <a:ea typeface="DejaVu Sans"/>
                <a:cs typeface="DejaVu Sans"/>
              </a:defRPr>
            </a:lvl5pPr>
            <a:lvl6pPr algn="l">
              <a:defRPr sz="1200" b="1">
                <a:solidFill>
                  <a:srgbClr val="10BFD9"/>
                </a:solidFill>
                <a:latin typeface="DejaVu Sans"/>
                <a:ea typeface="DejaVu Sans"/>
                <a:cs typeface="DejaVu Sans"/>
              </a:defRPr>
            </a:lvl6pPr>
            <a:lvl7pPr algn="l">
              <a:defRPr sz="1200" b="1">
                <a:solidFill>
                  <a:srgbClr val="10BFD9"/>
                </a:solidFill>
                <a:latin typeface="DejaVu Sans"/>
                <a:ea typeface="DejaVu Sans"/>
                <a:cs typeface="DejaVu Sans"/>
              </a:defRPr>
            </a:lvl7pPr>
            <a:lvl8pPr algn="l">
              <a:defRPr sz="1200" b="1">
                <a:solidFill>
                  <a:srgbClr val="10BFD9"/>
                </a:solidFill>
                <a:latin typeface="DejaVu Sans"/>
                <a:ea typeface="DejaVu Sans"/>
                <a:cs typeface="DejaVu Sans"/>
              </a:defRPr>
            </a:lvl8pPr>
            <a:lvl9pPr algn="l">
              <a:defRPr sz="1200" b="1">
                <a:solidFill>
                  <a:srgbClr val="10BFD9"/>
                </a:solidFill>
                <a:latin typeface="DejaVu Sans"/>
                <a:ea typeface="DejaVu Sans"/>
                <a:cs typeface="DejaVu Sans"/>
              </a:defRPr>
            </a:lvl9pPr>
          </a:lstStyle>
          <a:p xmlns:a="http://schemas.openxmlformats.org/drawingml/2006/main">
            <a:pPr algn="l">
              <a:defRPr sz="1200" b="1">
                <a:solidFill>
                  <a:srgbClr val="10BFD9"/>
                </a:solidFill>
                <a:latin typeface="DejaVu Sans"/>
                <a:ea typeface="DejaVu Sans"/>
                <a:cs typeface="DejaVu Sans"/>
              </a:defRPr>
            </a:pPr>
            <a:r>
              <a:rPr sz="1200" b="1">
                <a:solidFill>
                  <a:srgbClr val="10BFD9"/>
                </a:solidFill>
                <a:latin typeface="DejaVu Sans"/>
                <a:ea typeface="DejaVu Sans"/>
                <a:cs typeface="DejaVu Sans"/>
              </a:rPr>
              <a:t>6  ·  CAN-H</a:t>
            </a:r>
          </a:p>
        </p:txBody>
      </p:sp>
      <p:sp>
        <p:nvSpPr>
          <p:cNvPr id="41" name="s14-pin14-label">
            <a:extLst xmlns:a="http://schemas.openxmlformats.org/drawingml/2006/main">
              <a:ext uri="{FF2B5EF4-FFF2-40B4-BE49-F238E27FC236}">
                <a16:creationId xmlns:a16="http://schemas.microsoft.com/office/drawing/2014/main" id="{6EEA9A4E-BC2C-40D2-9AA3-75909696362C}"/>
              </a:ext>
            </a:extLst>
          </p:cNvPr>
          <p:cNvSpPr>
            <a:spLocks xmlns:a="http://schemas.openxmlformats.org/drawingml/2006/main" noGrp="1"/>
          </p:cNvSpPr>
          <p:nvPr/>
        </p:nvSpPr>
        <p:spPr>
          <a:xfrm xmlns:a="http://schemas.openxmlformats.org/drawingml/2006/main">
            <a:off x="3638550" y="46958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F7B500"/>
                </a:solidFill>
                <a:latin typeface="DejaVu Sans"/>
                <a:ea typeface="DejaVu Sans"/>
                <a:cs typeface="DejaVu Sans"/>
              </a:defRPr>
            </a:defPPr>
            <a:lvl1pPr algn="l">
              <a:defRPr sz="1200" b="1">
                <a:solidFill>
                  <a:srgbClr val="F7B500"/>
                </a:solidFill>
                <a:latin typeface="DejaVu Sans"/>
                <a:ea typeface="DejaVu Sans"/>
                <a:cs typeface="DejaVu Sans"/>
              </a:defRPr>
            </a:lvl1pPr>
            <a:lvl2pPr algn="l">
              <a:defRPr sz="1200" b="1">
                <a:solidFill>
                  <a:srgbClr val="F7B500"/>
                </a:solidFill>
                <a:latin typeface="DejaVu Sans"/>
                <a:ea typeface="DejaVu Sans"/>
                <a:cs typeface="DejaVu Sans"/>
              </a:defRPr>
            </a:lvl2pPr>
            <a:lvl3pPr algn="l">
              <a:defRPr sz="1200" b="1">
                <a:solidFill>
                  <a:srgbClr val="F7B500"/>
                </a:solidFill>
                <a:latin typeface="DejaVu Sans"/>
                <a:ea typeface="DejaVu Sans"/>
                <a:cs typeface="DejaVu Sans"/>
              </a:defRPr>
            </a:lvl3pPr>
            <a:lvl4pPr algn="l">
              <a:defRPr sz="1200" b="1">
                <a:solidFill>
                  <a:srgbClr val="F7B500"/>
                </a:solidFill>
                <a:latin typeface="DejaVu Sans"/>
                <a:ea typeface="DejaVu Sans"/>
                <a:cs typeface="DejaVu Sans"/>
              </a:defRPr>
            </a:lvl4pPr>
            <a:lvl5pPr algn="l">
              <a:defRPr sz="1200" b="1">
                <a:solidFill>
                  <a:srgbClr val="F7B500"/>
                </a:solidFill>
                <a:latin typeface="DejaVu Sans"/>
                <a:ea typeface="DejaVu Sans"/>
                <a:cs typeface="DejaVu Sans"/>
              </a:defRPr>
            </a:lvl5pPr>
            <a:lvl6pPr algn="l">
              <a:defRPr sz="1200" b="1">
                <a:solidFill>
                  <a:srgbClr val="F7B500"/>
                </a:solidFill>
                <a:latin typeface="DejaVu Sans"/>
                <a:ea typeface="DejaVu Sans"/>
                <a:cs typeface="DejaVu Sans"/>
              </a:defRPr>
            </a:lvl6pPr>
            <a:lvl7pPr algn="l">
              <a:defRPr sz="1200" b="1">
                <a:solidFill>
                  <a:srgbClr val="F7B500"/>
                </a:solidFill>
                <a:latin typeface="DejaVu Sans"/>
                <a:ea typeface="DejaVu Sans"/>
                <a:cs typeface="DejaVu Sans"/>
              </a:defRPr>
            </a:lvl7pPr>
            <a:lvl8pPr algn="l">
              <a:defRPr sz="1200" b="1">
                <a:solidFill>
                  <a:srgbClr val="F7B500"/>
                </a:solidFill>
                <a:latin typeface="DejaVu Sans"/>
                <a:ea typeface="DejaVu Sans"/>
                <a:cs typeface="DejaVu Sans"/>
              </a:defRPr>
            </a:lvl8pPr>
            <a:lvl9pPr algn="l">
              <a:defRPr sz="1200" b="1">
                <a:solidFill>
                  <a:srgbClr val="F7B500"/>
                </a:solidFill>
                <a:latin typeface="DejaVu Sans"/>
                <a:ea typeface="DejaVu Sans"/>
                <a:cs typeface="DejaVu Sans"/>
              </a:defRPr>
            </a:lvl9pPr>
          </a:lstStyle>
          <a:p xmlns:a="http://schemas.openxmlformats.org/drawingml/2006/main">
            <a:pPr algn="l">
              <a:defRPr sz="1200" b="1">
                <a:solidFill>
                  <a:srgbClr val="F7B500"/>
                </a:solidFill>
                <a:latin typeface="DejaVu Sans"/>
                <a:ea typeface="DejaVu Sans"/>
                <a:cs typeface="DejaVu Sans"/>
              </a:defRPr>
            </a:pPr>
            <a:r>
              <a:rPr sz="1200" b="1">
                <a:solidFill>
                  <a:srgbClr val="F7B500"/>
                </a:solidFill>
                <a:latin typeface="DejaVu Sans"/>
                <a:ea typeface="DejaVu Sans"/>
                <a:cs typeface="DejaVu Sans"/>
              </a:rPr>
              <a:t>14  ·  CAN-L</a:t>
            </a:r>
          </a:p>
        </p:txBody>
      </p:sp>
      <p:sp>
        <p:nvSpPr>
          <p:cNvPr id="42" name="s14-info-card">
            <a:extLst xmlns:a="http://schemas.openxmlformats.org/drawingml/2006/main">
              <a:ext uri="{FF2B5EF4-FFF2-40B4-BE49-F238E27FC236}">
                <a16:creationId xmlns:a16="http://schemas.microsoft.com/office/drawing/2014/main" id="{E6BFE167-C20A-40FA-B236-F09E5FB468FD}"/>
              </a:ext>
            </a:extLst>
          </p:cNvPr>
          <p:cNvSpPr>
            <a:spLocks xmlns:a="http://schemas.openxmlformats.org/drawingml/2006/main" noGrp="1"/>
          </p:cNvSpPr>
          <p:nvPr/>
        </p:nvSpPr>
        <p:spPr>
          <a:xfrm xmlns:a="http://schemas.openxmlformats.org/drawingml/2006/main">
            <a:off x="7296150" y="2209800"/>
            <a:ext cx="428625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14288">
            <a:solidFill>
              <a:srgbClr val="D6E2ED"/>
            </a:solidFill>
            <a:prstDash val="solid"/>
          </a:ln>
        </p:spPr>
      </p:sp>
      <p:sp>
        <p:nvSpPr>
          <p:cNvPr id="43" name="s14-info-heading">
            <a:extLst xmlns:a="http://schemas.openxmlformats.org/drawingml/2006/main">
              <a:ext uri="{FF2B5EF4-FFF2-40B4-BE49-F238E27FC236}">
                <a16:creationId xmlns:a16="http://schemas.microsoft.com/office/drawing/2014/main" id="{C440AAA2-9244-482B-A7EB-22B55F897A52}"/>
              </a:ext>
            </a:extLst>
          </p:cNvPr>
          <p:cNvSpPr>
            <a:spLocks xmlns:a="http://schemas.openxmlformats.org/drawingml/2006/main" noGrp="1"/>
          </p:cNvSpPr>
          <p:nvPr/>
        </p:nvSpPr>
        <p:spPr>
          <a:xfrm xmlns:a="http://schemas.openxmlformats.org/drawingml/2006/main">
            <a:off x="7581900" y="24384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3657A"/>
                </a:solidFill>
                <a:latin typeface="DejaVu Sans"/>
                <a:ea typeface="DejaVu Sans"/>
                <a:cs typeface="DejaVu Sans"/>
              </a:defRPr>
            </a:defPPr>
            <a:lvl1pPr algn="l">
              <a:defRPr sz="1200" b="1">
                <a:solidFill>
                  <a:srgbClr val="53657A"/>
                </a:solidFill>
                <a:latin typeface="DejaVu Sans"/>
                <a:ea typeface="DejaVu Sans"/>
                <a:cs typeface="DejaVu Sans"/>
              </a:defRPr>
            </a:lvl1pPr>
            <a:lvl2pPr algn="l">
              <a:defRPr sz="1200" b="1">
                <a:solidFill>
                  <a:srgbClr val="53657A"/>
                </a:solidFill>
                <a:latin typeface="DejaVu Sans"/>
                <a:ea typeface="DejaVu Sans"/>
                <a:cs typeface="DejaVu Sans"/>
              </a:defRPr>
            </a:lvl2pPr>
            <a:lvl3pPr algn="l">
              <a:defRPr sz="1200" b="1">
                <a:solidFill>
                  <a:srgbClr val="53657A"/>
                </a:solidFill>
                <a:latin typeface="DejaVu Sans"/>
                <a:ea typeface="DejaVu Sans"/>
                <a:cs typeface="DejaVu Sans"/>
              </a:defRPr>
            </a:lvl3pPr>
            <a:lvl4pPr algn="l">
              <a:defRPr sz="1200" b="1">
                <a:solidFill>
                  <a:srgbClr val="53657A"/>
                </a:solidFill>
                <a:latin typeface="DejaVu Sans"/>
                <a:ea typeface="DejaVu Sans"/>
                <a:cs typeface="DejaVu Sans"/>
              </a:defRPr>
            </a:lvl4pPr>
            <a:lvl5pPr algn="l">
              <a:defRPr sz="1200" b="1">
                <a:solidFill>
                  <a:srgbClr val="53657A"/>
                </a:solidFill>
                <a:latin typeface="DejaVu Sans"/>
                <a:ea typeface="DejaVu Sans"/>
                <a:cs typeface="DejaVu Sans"/>
              </a:defRPr>
            </a:lvl5pPr>
            <a:lvl6pPr algn="l">
              <a:defRPr sz="1200" b="1">
                <a:solidFill>
                  <a:srgbClr val="53657A"/>
                </a:solidFill>
                <a:latin typeface="DejaVu Sans"/>
                <a:ea typeface="DejaVu Sans"/>
                <a:cs typeface="DejaVu Sans"/>
              </a:defRPr>
            </a:lvl6pPr>
            <a:lvl7pPr algn="l">
              <a:defRPr sz="1200" b="1">
                <a:solidFill>
                  <a:srgbClr val="53657A"/>
                </a:solidFill>
                <a:latin typeface="DejaVu Sans"/>
                <a:ea typeface="DejaVu Sans"/>
                <a:cs typeface="DejaVu Sans"/>
              </a:defRPr>
            </a:lvl7pPr>
            <a:lvl8pPr algn="l">
              <a:defRPr sz="1200" b="1">
                <a:solidFill>
                  <a:srgbClr val="53657A"/>
                </a:solidFill>
                <a:latin typeface="DejaVu Sans"/>
                <a:ea typeface="DejaVu Sans"/>
                <a:cs typeface="DejaVu Sans"/>
              </a:defRPr>
            </a:lvl8pPr>
            <a:lvl9pPr algn="l">
              <a:defRPr sz="1200" b="1">
                <a:solidFill>
                  <a:srgbClr val="53657A"/>
                </a:solidFill>
                <a:latin typeface="DejaVu Sans"/>
                <a:ea typeface="DejaVu Sans"/>
                <a:cs typeface="DejaVu Sans"/>
              </a:defRPr>
            </a:lvl9pPr>
          </a:lstStyle>
          <a:p xmlns:a="http://schemas.openxmlformats.org/drawingml/2006/main">
            <a:pPr algn="l">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ΤΙ ΚΡΑΤΑΜΕ</a:t>
            </a:r>
          </a:p>
        </p:txBody>
      </p:sp>
      <p:sp>
        <p:nvSpPr>
          <p:cNvPr id="44" name="s14-info-line1">
            <a:extLst xmlns:a="http://schemas.openxmlformats.org/drawingml/2006/main">
              <a:ext uri="{FF2B5EF4-FFF2-40B4-BE49-F238E27FC236}">
                <a16:creationId xmlns:a16="http://schemas.microsoft.com/office/drawing/2014/main" id="{26440C26-6F6A-447B-AB0B-425BF9489C40}"/>
              </a:ext>
            </a:extLst>
          </p:cNvPr>
          <p:cNvSpPr>
            <a:spLocks xmlns:a="http://schemas.openxmlformats.org/drawingml/2006/main" noGrp="1"/>
          </p:cNvSpPr>
          <p:nvPr/>
        </p:nvSpPr>
        <p:spPr>
          <a:xfrm xmlns:a="http://schemas.openxmlformats.org/drawingml/2006/main">
            <a:off x="7581900" y="2914650"/>
            <a:ext cx="3714750" cy="742950"/>
          </a:xfrm>
          <a:prstGeom xmlns:a="http://schemas.openxmlformats.org/drawingml/2006/main" prst="roundRect">
            <a:avLst>
              <a:gd name="adj" fmla="val 10256"/>
            </a:avLst>
          </a:prstGeom>
          <a:solidFill xmlns:a="http://schemas.openxmlformats.org/drawingml/2006/main">
            <a:srgbClr val="EAF9FC"/>
          </a:solidFill>
          <a:ln xmlns:a="http://schemas.openxmlformats.org/drawingml/2006/main" w="9525">
            <a:solidFill>
              <a:srgbClr val="BCE9EF"/>
            </a:solidFill>
            <a:prstDash val="solid"/>
          </a:ln>
        </p:spPr>
      </p:sp>
      <p:sp>
        <p:nvSpPr>
          <p:cNvPr id="45" name="s14-info-line1-text">
            <a:extLst xmlns:a="http://schemas.openxmlformats.org/drawingml/2006/main">
              <a:ext uri="{FF2B5EF4-FFF2-40B4-BE49-F238E27FC236}">
                <a16:creationId xmlns:a16="http://schemas.microsoft.com/office/drawing/2014/main" id="{8BE2A2F6-701D-4585-9B7C-3FC3878444DA}"/>
              </a:ext>
            </a:extLst>
          </p:cNvPr>
          <p:cNvSpPr>
            <a:spLocks xmlns:a="http://schemas.openxmlformats.org/drawingml/2006/main" noGrp="1"/>
          </p:cNvSpPr>
          <p:nvPr/>
        </p:nvSpPr>
        <p:spPr>
          <a:xfrm xmlns:a="http://schemas.openxmlformats.org/drawingml/2006/main">
            <a:off x="7791450" y="3038475"/>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1D31"/>
                </a:solidFill>
                <a:latin typeface="DejaVu Sans"/>
                <a:ea typeface="DejaVu Sans"/>
                <a:cs typeface="DejaVu Sans"/>
              </a:defRPr>
            </a:defPPr>
            <a:lvl1pPr algn="l">
              <a:defRPr sz="1500" b="1">
                <a:solidFill>
                  <a:srgbClr val="101D31"/>
                </a:solidFill>
                <a:latin typeface="DejaVu Sans"/>
                <a:ea typeface="DejaVu Sans"/>
                <a:cs typeface="DejaVu Sans"/>
              </a:defRPr>
            </a:lvl1pPr>
            <a:lvl2pPr algn="l">
              <a:defRPr sz="1500" b="1">
                <a:solidFill>
                  <a:srgbClr val="101D31"/>
                </a:solidFill>
                <a:latin typeface="DejaVu Sans"/>
                <a:ea typeface="DejaVu Sans"/>
                <a:cs typeface="DejaVu Sans"/>
              </a:defRPr>
            </a:lvl2pPr>
            <a:lvl3pPr algn="l">
              <a:defRPr sz="1500" b="1">
                <a:solidFill>
                  <a:srgbClr val="101D31"/>
                </a:solidFill>
                <a:latin typeface="DejaVu Sans"/>
                <a:ea typeface="DejaVu Sans"/>
                <a:cs typeface="DejaVu Sans"/>
              </a:defRPr>
            </a:lvl3pPr>
            <a:lvl4pPr algn="l">
              <a:defRPr sz="1500" b="1">
                <a:solidFill>
                  <a:srgbClr val="101D31"/>
                </a:solidFill>
                <a:latin typeface="DejaVu Sans"/>
                <a:ea typeface="DejaVu Sans"/>
                <a:cs typeface="DejaVu Sans"/>
              </a:defRPr>
            </a:lvl4pPr>
            <a:lvl5pPr algn="l">
              <a:defRPr sz="1500" b="1">
                <a:solidFill>
                  <a:srgbClr val="101D31"/>
                </a:solidFill>
                <a:latin typeface="DejaVu Sans"/>
                <a:ea typeface="DejaVu Sans"/>
                <a:cs typeface="DejaVu Sans"/>
              </a:defRPr>
            </a:lvl5pPr>
            <a:lvl6pPr algn="l">
              <a:defRPr sz="1500" b="1">
                <a:solidFill>
                  <a:srgbClr val="101D31"/>
                </a:solidFill>
                <a:latin typeface="DejaVu Sans"/>
                <a:ea typeface="DejaVu Sans"/>
                <a:cs typeface="DejaVu Sans"/>
              </a:defRPr>
            </a:lvl6pPr>
            <a:lvl7pPr algn="l">
              <a:defRPr sz="1500" b="1">
                <a:solidFill>
                  <a:srgbClr val="101D31"/>
                </a:solidFill>
                <a:latin typeface="DejaVu Sans"/>
                <a:ea typeface="DejaVu Sans"/>
                <a:cs typeface="DejaVu Sans"/>
              </a:defRPr>
            </a:lvl7pPr>
            <a:lvl8pPr algn="l">
              <a:defRPr sz="1500" b="1">
                <a:solidFill>
                  <a:srgbClr val="101D31"/>
                </a:solidFill>
                <a:latin typeface="DejaVu Sans"/>
                <a:ea typeface="DejaVu Sans"/>
                <a:cs typeface="DejaVu Sans"/>
              </a:defRPr>
            </a:lvl8pPr>
            <a:lvl9pPr algn="l">
              <a:defRPr sz="1500" b="1">
                <a:solidFill>
                  <a:srgbClr val="101D31"/>
                </a:solidFill>
                <a:latin typeface="DejaVu Sans"/>
                <a:ea typeface="DejaVu Sans"/>
                <a:cs typeface="DejaVu Sans"/>
              </a:defRPr>
            </a:lvl9pPr>
          </a:lstStyle>
          <a:p xmlns:a="http://schemas.openxmlformats.org/drawingml/2006/main">
            <a:pPr algn="l">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Ακίδα 6  →  CAN-H</a:t>
            </a:r>
          </a:p>
        </p:txBody>
      </p:sp>
      <p:sp>
        <p:nvSpPr>
          <p:cNvPr id="46" name="s14-info-line2">
            <a:extLst xmlns:a="http://schemas.openxmlformats.org/drawingml/2006/main">
              <a:ext uri="{FF2B5EF4-FFF2-40B4-BE49-F238E27FC236}">
                <a16:creationId xmlns:a16="http://schemas.microsoft.com/office/drawing/2014/main" id="{30B33474-FE43-46EB-A0A3-0F10AD89E12F}"/>
              </a:ext>
            </a:extLst>
          </p:cNvPr>
          <p:cNvSpPr>
            <a:spLocks xmlns:a="http://schemas.openxmlformats.org/drawingml/2006/main" noGrp="1"/>
          </p:cNvSpPr>
          <p:nvPr/>
        </p:nvSpPr>
        <p:spPr>
          <a:xfrm xmlns:a="http://schemas.openxmlformats.org/drawingml/2006/main">
            <a:off x="7581900" y="3800475"/>
            <a:ext cx="3714750" cy="742950"/>
          </a:xfrm>
          <a:prstGeom xmlns:a="http://schemas.openxmlformats.org/drawingml/2006/main" prst="roundRect">
            <a:avLst>
              <a:gd name="adj" fmla="val 10256"/>
            </a:avLst>
          </a:prstGeom>
          <a:solidFill xmlns:a="http://schemas.openxmlformats.org/drawingml/2006/main">
            <a:srgbClr val="FFF7E6"/>
          </a:solidFill>
          <a:ln xmlns:a="http://schemas.openxmlformats.org/drawingml/2006/main" w="9525">
            <a:solidFill>
              <a:srgbClr val="F0DCA5"/>
            </a:solidFill>
            <a:prstDash val="solid"/>
          </a:ln>
        </p:spPr>
      </p:sp>
      <p:sp>
        <p:nvSpPr>
          <p:cNvPr id="47" name="s14-info-line2-text">
            <a:extLst xmlns:a="http://schemas.openxmlformats.org/drawingml/2006/main">
              <a:ext uri="{FF2B5EF4-FFF2-40B4-BE49-F238E27FC236}">
                <a16:creationId xmlns:a16="http://schemas.microsoft.com/office/drawing/2014/main" id="{6F765662-1568-4E68-923A-B47EE4BCAA74}"/>
              </a:ext>
            </a:extLst>
          </p:cNvPr>
          <p:cNvSpPr>
            <a:spLocks xmlns:a="http://schemas.openxmlformats.org/drawingml/2006/main" noGrp="1"/>
          </p:cNvSpPr>
          <p:nvPr/>
        </p:nvSpPr>
        <p:spPr>
          <a:xfrm xmlns:a="http://schemas.openxmlformats.org/drawingml/2006/main">
            <a:off x="7791450" y="39243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1D31"/>
                </a:solidFill>
                <a:latin typeface="DejaVu Sans"/>
                <a:ea typeface="DejaVu Sans"/>
                <a:cs typeface="DejaVu Sans"/>
              </a:defRPr>
            </a:defPPr>
            <a:lvl1pPr algn="l">
              <a:defRPr sz="1500" b="1">
                <a:solidFill>
                  <a:srgbClr val="101D31"/>
                </a:solidFill>
                <a:latin typeface="DejaVu Sans"/>
                <a:ea typeface="DejaVu Sans"/>
                <a:cs typeface="DejaVu Sans"/>
              </a:defRPr>
            </a:lvl1pPr>
            <a:lvl2pPr algn="l">
              <a:defRPr sz="1500" b="1">
                <a:solidFill>
                  <a:srgbClr val="101D31"/>
                </a:solidFill>
                <a:latin typeface="DejaVu Sans"/>
                <a:ea typeface="DejaVu Sans"/>
                <a:cs typeface="DejaVu Sans"/>
              </a:defRPr>
            </a:lvl2pPr>
            <a:lvl3pPr algn="l">
              <a:defRPr sz="1500" b="1">
                <a:solidFill>
                  <a:srgbClr val="101D31"/>
                </a:solidFill>
                <a:latin typeface="DejaVu Sans"/>
                <a:ea typeface="DejaVu Sans"/>
                <a:cs typeface="DejaVu Sans"/>
              </a:defRPr>
            </a:lvl3pPr>
            <a:lvl4pPr algn="l">
              <a:defRPr sz="1500" b="1">
                <a:solidFill>
                  <a:srgbClr val="101D31"/>
                </a:solidFill>
                <a:latin typeface="DejaVu Sans"/>
                <a:ea typeface="DejaVu Sans"/>
                <a:cs typeface="DejaVu Sans"/>
              </a:defRPr>
            </a:lvl4pPr>
            <a:lvl5pPr algn="l">
              <a:defRPr sz="1500" b="1">
                <a:solidFill>
                  <a:srgbClr val="101D31"/>
                </a:solidFill>
                <a:latin typeface="DejaVu Sans"/>
                <a:ea typeface="DejaVu Sans"/>
                <a:cs typeface="DejaVu Sans"/>
              </a:defRPr>
            </a:lvl5pPr>
            <a:lvl6pPr algn="l">
              <a:defRPr sz="1500" b="1">
                <a:solidFill>
                  <a:srgbClr val="101D31"/>
                </a:solidFill>
                <a:latin typeface="DejaVu Sans"/>
                <a:ea typeface="DejaVu Sans"/>
                <a:cs typeface="DejaVu Sans"/>
              </a:defRPr>
            </a:lvl6pPr>
            <a:lvl7pPr algn="l">
              <a:defRPr sz="1500" b="1">
                <a:solidFill>
                  <a:srgbClr val="101D31"/>
                </a:solidFill>
                <a:latin typeface="DejaVu Sans"/>
                <a:ea typeface="DejaVu Sans"/>
                <a:cs typeface="DejaVu Sans"/>
              </a:defRPr>
            </a:lvl7pPr>
            <a:lvl8pPr algn="l">
              <a:defRPr sz="1500" b="1">
                <a:solidFill>
                  <a:srgbClr val="101D31"/>
                </a:solidFill>
                <a:latin typeface="DejaVu Sans"/>
                <a:ea typeface="DejaVu Sans"/>
                <a:cs typeface="DejaVu Sans"/>
              </a:defRPr>
            </a:lvl8pPr>
            <a:lvl9pPr algn="l">
              <a:defRPr sz="1500" b="1">
                <a:solidFill>
                  <a:srgbClr val="101D31"/>
                </a:solidFill>
                <a:latin typeface="DejaVu Sans"/>
                <a:ea typeface="DejaVu Sans"/>
                <a:cs typeface="DejaVu Sans"/>
              </a:defRPr>
            </a:lvl9pPr>
          </a:lstStyle>
          <a:p xmlns:a="http://schemas.openxmlformats.org/drawingml/2006/main">
            <a:pPr algn="l">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Ακίδα 14  →  CAN-L</a:t>
            </a:r>
          </a:p>
        </p:txBody>
      </p:sp>
      <p:sp>
        <p:nvSpPr>
          <p:cNvPr id="48" name="s14-info-caveat">
            <a:extLst xmlns:a="http://schemas.openxmlformats.org/drawingml/2006/main">
              <a:ext uri="{FF2B5EF4-FFF2-40B4-BE49-F238E27FC236}">
                <a16:creationId xmlns:a16="http://schemas.microsoft.com/office/drawing/2014/main" id="{E0C09560-3F10-431D-B827-4C9A77FC11BB}"/>
              </a:ext>
            </a:extLst>
          </p:cNvPr>
          <p:cNvSpPr>
            <a:spLocks xmlns:a="http://schemas.openxmlformats.org/drawingml/2006/main" noGrp="1"/>
          </p:cNvSpPr>
          <p:nvPr/>
        </p:nvSpPr>
        <p:spPr>
          <a:xfrm xmlns:a="http://schemas.openxmlformats.org/drawingml/2006/main">
            <a:off x="7581900" y="47625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Ελέγχουμε το διάγραμμα του οχήματος πριν από τη σύνδεση.</a:t>
            </a:r>
          </a:p>
        </p:txBody>
      </p:sp>
      <p:sp>
        <p:nvSpPr>
          <p:cNvPr id="49" name="s14-takeaway">
            <a:extLst xmlns:a="http://schemas.openxmlformats.org/drawingml/2006/main">
              <a:ext uri="{FF2B5EF4-FFF2-40B4-BE49-F238E27FC236}">
                <a16:creationId xmlns:a16="http://schemas.microsoft.com/office/drawing/2014/main" id="{C85AD419-5A5B-4133-BDD9-B5ABE385C6E7}"/>
              </a:ext>
            </a:extLst>
          </p:cNvPr>
          <p:cNvSpPr>
            <a:spLocks xmlns:a="http://schemas.openxmlformats.org/drawingml/2006/main" noGrp="1"/>
          </p:cNvSpPr>
          <p:nvPr/>
        </p:nvSpPr>
        <p:spPr>
          <a:xfrm xmlns:a="http://schemas.openxmlformats.org/drawingml/2006/main">
            <a:off x="609600" y="5715000"/>
            <a:ext cx="10972800" cy="495300"/>
          </a:xfrm>
          <a:prstGeom xmlns:a="http://schemas.openxmlformats.org/drawingml/2006/main" prst="roundRect">
            <a:avLst>
              <a:gd name="adj" fmla="val 15385"/>
            </a:avLst>
          </a:prstGeom>
          <a:solidFill xmlns:a="http://schemas.openxmlformats.org/drawingml/2006/main">
            <a:srgbClr val="E4F7FA"/>
          </a:solidFill>
          <a:ln xmlns:a="http://schemas.openxmlformats.org/drawingml/2006/main" w="9525">
            <a:solidFill>
              <a:srgbClr val="C5E8ED"/>
            </a:solidFill>
            <a:prstDash val="solid"/>
          </a:ln>
        </p:spPr>
      </p:sp>
      <p:sp>
        <p:nvSpPr>
          <p:cNvPr id="50" name="s14-takeaway-text">
            <a:extLst xmlns:a="http://schemas.openxmlformats.org/drawingml/2006/main">
              <a:ext uri="{FF2B5EF4-FFF2-40B4-BE49-F238E27FC236}">
                <a16:creationId xmlns:a16="http://schemas.microsoft.com/office/drawing/2014/main" id="{6E1E0BA3-BDB2-49A6-831B-6EE16B423A73}"/>
              </a:ext>
            </a:extLst>
          </p:cNvPr>
          <p:cNvSpPr>
            <a:spLocks xmlns:a="http://schemas.openxmlformats.org/drawingml/2006/main" noGrp="1"/>
          </p:cNvSpPr>
          <p:nvPr/>
        </p:nvSpPr>
        <p:spPr>
          <a:xfrm xmlns:a="http://schemas.openxmlformats.org/drawingml/2006/main">
            <a:off x="800100" y="5762625"/>
            <a:ext cx="1059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01D31"/>
                </a:solidFill>
                <a:latin typeface="DejaVu Sans"/>
                <a:ea typeface="DejaVu Sans"/>
                <a:cs typeface="DejaVu Sans"/>
              </a:defRPr>
            </a:defPPr>
            <a:lvl1pPr algn="ctr">
              <a:defRPr sz="1125" b="1">
                <a:solidFill>
                  <a:srgbClr val="101D31"/>
                </a:solidFill>
                <a:latin typeface="DejaVu Sans"/>
                <a:ea typeface="DejaVu Sans"/>
                <a:cs typeface="DejaVu Sans"/>
              </a:defRPr>
            </a:lvl1pPr>
            <a:lvl2pPr algn="ctr">
              <a:defRPr sz="1125" b="1">
                <a:solidFill>
                  <a:srgbClr val="101D31"/>
                </a:solidFill>
                <a:latin typeface="DejaVu Sans"/>
                <a:ea typeface="DejaVu Sans"/>
                <a:cs typeface="DejaVu Sans"/>
              </a:defRPr>
            </a:lvl2pPr>
            <a:lvl3pPr algn="ctr">
              <a:defRPr sz="1125" b="1">
                <a:solidFill>
                  <a:srgbClr val="101D31"/>
                </a:solidFill>
                <a:latin typeface="DejaVu Sans"/>
                <a:ea typeface="DejaVu Sans"/>
                <a:cs typeface="DejaVu Sans"/>
              </a:defRPr>
            </a:lvl3pPr>
            <a:lvl4pPr algn="ctr">
              <a:defRPr sz="1125" b="1">
                <a:solidFill>
                  <a:srgbClr val="101D31"/>
                </a:solidFill>
                <a:latin typeface="DejaVu Sans"/>
                <a:ea typeface="DejaVu Sans"/>
                <a:cs typeface="DejaVu Sans"/>
              </a:defRPr>
            </a:lvl4pPr>
            <a:lvl5pPr algn="ctr">
              <a:defRPr sz="1125" b="1">
                <a:solidFill>
                  <a:srgbClr val="101D31"/>
                </a:solidFill>
                <a:latin typeface="DejaVu Sans"/>
                <a:ea typeface="DejaVu Sans"/>
                <a:cs typeface="DejaVu Sans"/>
              </a:defRPr>
            </a:lvl5pPr>
            <a:lvl6pPr algn="ctr">
              <a:defRPr sz="1125" b="1">
                <a:solidFill>
                  <a:srgbClr val="101D31"/>
                </a:solidFill>
                <a:latin typeface="DejaVu Sans"/>
                <a:ea typeface="DejaVu Sans"/>
                <a:cs typeface="DejaVu Sans"/>
              </a:defRPr>
            </a:lvl6pPr>
            <a:lvl7pPr algn="ctr">
              <a:defRPr sz="1125" b="1">
                <a:solidFill>
                  <a:srgbClr val="101D31"/>
                </a:solidFill>
                <a:latin typeface="DejaVu Sans"/>
                <a:ea typeface="DejaVu Sans"/>
                <a:cs typeface="DejaVu Sans"/>
              </a:defRPr>
            </a:lvl7pPr>
            <a:lvl8pPr algn="ctr">
              <a:defRPr sz="1125" b="1">
                <a:solidFill>
                  <a:srgbClr val="101D31"/>
                </a:solidFill>
                <a:latin typeface="DejaVu Sans"/>
                <a:ea typeface="DejaVu Sans"/>
                <a:cs typeface="DejaVu Sans"/>
              </a:defRPr>
            </a:lvl8pPr>
            <a:lvl9pPr algn="ctr">
              <a:defRPr sz="1125" b="1">
                <a:solidFill>
                  <a:srgbClr val="101D31"/>
                </a:solidFill>
                <a:latin typeface="DejaVu Sans"/>
                <a:ea typeface="DejaVu Sans"/>
                <a:cs typeface="DejaVu Sans"/>
              </a:defRPr>
            </a:lvl9pPr>
          </a:lstStyle>
          <a:p xmlns:a="http://schemas.openxmlformats.org/drawingml/2006/main">
            <a:pPr algn="ctr">
              <a:defRPr sz="1125" b="1">
                <a:solidFill>
                  <a:srgbClr val="101D31"/>
                </a:solidFill>
                <a:latin typeface="DejaVu Sans"/>
                <a:ea typeface="DejaVu Sans"/>
                <a:cs typeface="DejaVu Sans"/>
              </a:defRPr>
            </a:pPr>
            <a:r>
              <a:rPr sz="1125" b="1">
                <a:solidFill>
                  <a:srgbClr val="101D31"/>
                </a:solidFill>
                <a:latin typeface="DejaVu Sans"/>
                <a:ea typeface="DejaVu Sans"/>
                <a:cs typeface="DejaVu Sans"/>
              </a:rPr>
              <a:t>Οι ακίδες 6/14 αφορούν το CAN της θύρας διάγνωσης όπου έχει προβλεφθεί· δεν δίνουν πάντα πρόσβαση σε όλα τα δίκτυα του οχήματος.</a:t>
            </a:r>
          </a:p>
        </p:txBody>
      </p:sp>
      <p:sp>
        <p:nvSpPr>
          <p:cNvPr id="51" name="s14-footer">
            <a:extLst xmlns:a="http://schemas.openxmlformats.org/drawingml/2006/main">
              <a:ext uri="{FF2B5EF4-FFF2-40B4-BE49-F238E27FC236}">
                <a16:creationId xmlns:a16="http://schemas.microsoft.com/office/drawing/2014/main" id="{56E85F56-CA92-4941-B88F-8A36263BC494}"/>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52" name="s14-page-number">
            <a:extLst xmlns:a="http://schemas.openxmlformats.org/drawingml/2006/main">
              <a:ext uri="{FF2B5EF4-FFF2-40B4-BE49-F238E27FC236}">
                <a16:creationId xmlns:a16="http://schemas.microsoft.com/office/drawing/2014/main" id="{CAC7D2B7-3334-43F7-929B-E4A27787634C}"/>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14</a:t>
            </a:r>
          </a:p>
        </p:txBody>
      </p:sp>
    </p:spTree>
    <p:extLst>
      <p:ext uri="{BB962C8B-B14F-4D97-AF65-F5344CB8AC3E}">
        <p14:creationId xmlns:p14="http://schemas.microsoft.com/office/powerpoint/2010/main" val="1758346179"/>
      </p:ext>
    </p:extLst>
  </p:cSld>
</p:sld>
</file>

<file path=ppt/slides/slide15.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40" name="s15-kicker">
            <a:extLst xmlns:a="http://schemas.openxmlformats.org/drawingml/2006/main">
              <a:ext uri="{FF2B5EF4-FFF2-40B4-BE49-F238E27FC236}">
                <a16:creationId xmlns:a16="http://schemas.microsoft.com/office/drawing/2014/main" id="{FCD6A52A-8CB8-4B19-B162-60AF2A6FAE84}"/>
              </a:ext>
            </a:extLst>
          </p:cNvPr>
          <p:cNvSpPr>
            <a:spLocks xmlns:a="http://schemas.openxmlformats.org/drawingml/2006/main" noGrp="1"/>
          </p:cNvSpPr>
          <p:nvPr/>
        </p:nvSpPr>
        <p:spPr>
          <a:xfrm xmlns:a="http://schemas.openxmlformats.org/drawingml/2006/main">
            <a:off x="609600" y="3238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35D8F1"/>
                </a:solidFill>
                <a:latin typeface="DejaVu Sans"/>
                <a:ea typeface="DejaVu Sans"/>
                <a:cs typeface="DejaVu Sans"/>
              </a:defRPr>
            </a:defPPr>
            <a:lvl1pPr algn="l">
              <a:defRPr sz="1050" b="1">
                <a:solidFill>
                  <a:srgbClr val="35D8F1"/>
                </a:solidFill>
                <a:latin typeface="DejaVu Sans"/>
                <a:ea typeface="DejaVu Sans"/>
                <a:cs typeface="DejaVu Sans"/>
              </a:defRPr>
            </a:lvl1pPr>
            <a:lvl2pPr algn="l">
              <a:defRPr sz="1050" b="1">
                <a:solidFill>
                  <a:srgbClr val="35D8F1"/>
                </a:solidFill>
                <a:latin typeface="DejaVu Sans"/>
                <a:ea typeface="DejaVu Sans"/>
                <a:cs typeface="DejaVu Sans"/>
              </a:defRPr>
            </a:lvl2pPr>
            <a:lvl3pPr algn="l">
              <a:defRPr sz="1050" b="1">
                <a:solidFill>
                  <a:srgbClr val="35D8F1"/>
                </a:solidFill>
                <a:latin typeface="DejaVu Sans"/>
                <a:ea typeface="DejaVu Sans"/>
                <a:cs typeface="DejaVu Sans"/>
              </a:defRPr>
            </a:lvl3pPr>
            <a:lvl4pPr algn="l">
              <a:defRPr sz="1050" b="1">
                <a:solidFill>
                  <a:srgbClr val="35D8F1"/>
                </a:solidFill>
                <a:latin typeface="DejaVu Sans"/>
                <a:ea typeface="DejaVu Sans"/>
                <a:cs typeface="DejaVu Sans"/>
              </a:defRPr>
            </a:lvl4pPr>
            <a:lvl5pPr algn="l">
              <a:defRPr sz="1050" b="1">
                <a:solidFill>
                  <a:srgbClr val="35D8F1"/>
                </a:solidFill>
                <a:latin typeface="DejaVu Sans"/>
                <a:ea typeface="DejaVu Sans"/>
                <a:cs typeface="DejaVu Sans"/>
              </a:defRPr>
            </a:lvl5pPr>
            <a:lvl6pPr algn="l">
              <a:defRPr sz="1050" b="1">
                <a:solidFill>
                  <a:srgbClr val="35D8F1"/>
                </a:solidFill>
                <a:latin typeface="DejaVu Sans"/>
                <a:ea typeface="DejaVu Sans"/>
                <a:cs typeface="DejaVu Sans"/>
              </a:defRPr>
            </a:lvl6pPr>
            <a:lvl7pPr algn="l">
              <a:defRPr sz="1050" b="1">
                <a:solidFill>
                  <a:srgbClr val="35D8F1"/>
                </a:solidFill>
                <a:latin typeface="DejaVu Sans"/>
                <a:ea typeface="DejaVu Sans"/>
                <a:cs typeface="DejaVu Sans"/>
              </a:defRPr>
            </a:lvl7pPr>
            <a:lvl8pPr algn="l">
              <a:defRPr sz="1050" b="1">
                <a:solidFill>
                  <a:srgbClr val="35D8F1"/>
                </a:solidFill>
                <a:latin typeface="DejaVu Sans"/>
                <a:ea typeface="DejaVu Sans"/>
                <a:cs typeface="DejaVu Sans"/>
              </a:defRPr>
            </a:lvl8pPr>
            <a:lvl9pPr algn="l">
              <a:defRPr sz="1050" b="1">
                <a:solidFill>
                  <a:srgbClr val="35D8F1"/>
                </a:solidFill>
                <a:latin typeface="DejaVu Sans"/>
                <a:ea typeface="DejaVu Sans"/>
                <a:cs typeface="DejaVu Sans"/>
              </a:defRPr>
            </a:lvl9pPr>
          </a:lstStyle>
          <a:p xmlns:a="http://schemas.openxmlformats.org/drawingml/2006/main">
            <a:pPr algn="l">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ΑΠΟ ΤΗ ΘΕΩΡΙΑ ΣΤΗ ΜΕΤΡΗΣΗ</a:t>
            </a:r>
          </a:p>
        </p:txBody>
      </p:sp>
      <p:sp>
        <p:nvSpPr>
          <p:cNvPr id="2" name="s15-title">
            <a:extLst xmlns:a="http://schemas.openxmlformats.org/drawingml/2006/main">
              <a:ext uri="{FF2B5EF4-FFF2-40B4-BE49-F238E27FC236}">
                <a16:creationId xmlns:a16="http://schemas.microsoft.com/office/drawing/2014/main" id="{136C9405-D55D-49B2-A7D6-7FE158A22494}"/>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F4F8FC"/>
                </a:solidFill>
                <a:latin typeface="DejaVu Sans"/>
                <a:ea typeface="DejaVu Sans"/>
                <a:cs typeface="DejaVu Sans"/>
              </a:defRPr>
            </a:defPPr>
            <a:lvl1pPr algn="l">
              <a:defRPr sz="2850" b="1">
                <a:solidFill>
                  <a:srgbClr val="F4F8FC"/>
                </a:solidFill>
                <a:latin typeface="DejaVu Sans"/>
                <a:ea typeface="DejaVu Sans"/>
                <a:cs typeface="DejaVu Sans"/>
              </a:defRPr>
            </a:lvl1pPr>
            <a:lvl2pPr algn="l">
              <a:defRPr sz="2850" b="1">
                <a:solidFill>
                  <a:srgbClr val="F4F8FC"/>
                </a:solidFill>
                <a:latin typeface="DejaVu Sans"/>
                <a:ea typeface="DejaVu Sans"/>
                <a:cs typeface="DejaVu Sans"/>
              </a:defRPr>
            </a:lvl2pPr>
            <a:lvl3pPr algn="l">
              <a:defRPr sz="2850" b="1">
                <a:solidFill>
                  <a:srgbClr val="F4F8FC"/>
                </a:solidFill>
                <a:latin typeface="DejaVu Sans"/>
                <a:ea typeface="DejaVu Sans"/>
                <a:cs typeface="DejaVu Sans"/>
              </a:defRPr>
            </a:lvl3pPr>
            <a:lvl4pPr algn="l">
              <a:defRPr sz="2850" b="1">
                <a:solidFill>
                  <a:srgbClr val="F4F8FC"/>
                </a:solidFill>
                <a:latin typeface="DejaVu Sans"/>
                <a:ea typeface="DejaVu Sans"/>
                <a:cs typeface="DejaVu Sans"/>
              </a:defRPr>
            </a:lvl4pPr>
            <a:lvl5pPr algn="l">
              <a:defRPr sz="2850" b="1">
                <a:solidFill>
                  <a:srgbClr val="F4F8FC"/>
                </a:solidFill>
                <a:latin typeface="DejaVu Sans"/>
                <a:ea typeface="DejaVu Sans"/>
                <a:cs typeface="DejaVu Sans"/>
              </a:defRPr>
            </a:lvl5pPr>
            <a:lvl6pPr algn="l">
              <a:defRPr sz="2850" b="1">
                <a:solidFill>
                  <a:srgbClr val="F4F8FC"/>
                </a:solidFill>
                <a:latin typeface="DejaVu Sans"/>
                <a:ea typeface="DejaVu Sans"/>
                <a:cs typeface="DejaVu Sans"/>
              </a:defRPr>
            </a:lvl6pPr>
            <a:lvl7pPr algn="l">
              <a:defRPr sz="2850" b="1">
                <a:solidFill>
                  <a:srgbClr val="F4F8FC"/>
                </a:solidFill>
                <a:latin typeface="DejaVu Sans"/>
                <a:ea typeface="DejaVu Sans"/>
                <a:cs typeface="DejaVu Sans"/>
              </a:defRPr>
            </a:lvl7pPr>
            <a:lvl8pPr algn="l">
              <a:defRPr sz="2850" b="1">
                <a:solidFill>
                  <a:srgbClr val="F4F8FC"/>
                </a:solidFill>
                <a:latin typeface="DejaVu Sans"/>
                <a:ea typeface="DejaVu Sans"/>
                <a:cs typeface="DejaVu Sans"/>
              </a:defRPr>
            </a:lvl8pPr>
            <a:lvl9pPr algn="l">
              <a:defRPr sz="2850" b="1">
                <a:solidFill>
                  <a:srgbClr val="F4F8FC"/>
                </a:solidFill>
                <a:latin typeface="DejaVu Sans"/>
                <a:ea typeface="DejaVu Sans"/>
                <a:cs typeface="DejaVu Sans"/>
              </a:defRPr>
            </a:lvl9pPr>
          </a:lstStyle>
          <a:p xmlns:a="http://schemas.openxmlformats.org/drawingml/2006/main">
            <a:pPr algn="l">
              <a:defRPr sz="2850" b="1">
                <a:solidFill>
                  <a:srgbClr val="F4F8FC"/>
                </a:solidFill>
                <a:latin typeface="DejaVu Sans"/>
                <a:ea typeface="DejaVu Sans"/>
                <a:cs typeface="DejaVu Sans"/>
              </a:defRPr>
            </a:pPr>
            <a:r>
              <a:rPr sz="2850" b="1">
                <a:solidFill>
                  <a:srgbClr val="F4F8FC"/>
                </a:solidFill>
                <a:latin typeface="DejaVu Sans"/>
                <a:ea typeface="DejaVu Sans"/>
                <a:cs typeface="DejaVu Sans"/>
              </a:rPr>
              <a:t>Πώς συνδέουμε τον παλμογράφο στο CAN;</a:t>
            </a:r>
          </a:p>
        </p:txBody>
      </p:sp>
      <p:sp>
        <p:nvSpPr>
          <p:cNvPr id="3" name="s15-title-rule">
            <a:extLst xmlns:a="http://schemas.openxmlformats.org/drawingml/2006/main">
              <a:ext uri="{FF2B5EF4-FFF2-40B4-BE49-F238E27FC236}">
                <a16:creationId xmlns:a16="http://schemas.microsoft.com/office/drawing/2014/main" id="{1FE68936-8368-4D91-B69D-6F0B23F08BD8}"/>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4" name="s15-subtitle">
            <a:extLst xmlns:a="http://schemas.openxmlformats.org/drawingml/2006/main">
              <a:ext uri="{FF2B5EF4-FFF2-40B4-BE49-F238E27FC236}">
                <a16:creationId xmlns:a16="http://schemas.microsoft.com/office/drawing/2014/main" id="{CD8DE34D-F54E-483D-84F0-BF1BB831E155}"/>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FC0D1"/>
                </a:solidFill>
                <a:latin typeface="DejaVu Sans"/>
                <a:ea typeface="DejaVu Sans"/>
                <a:cs typeface="DejaVu Sans"/>
              </a:defRPr>
            </a:defPPr>
            <a:lvl1pPr algn="l">
              <a:defRPr sz="1425" b="0">
                <a:solidFill>
                  <a:srgbClr val="AFC0D1"/>
                </a:solidFill>
                <a:latin typeface="DejaVu Sans"/>
                <a:ea typeface="DejaVu Sans"/>
                <a:cs typeface="DejaVu Sans"/>
              </a:defRPr>
            </a:lvl1pPr>
            <a:lvl2pPr algn="l">
              <a:defRPr sz="1425" b="0">
                <a:solidFill>
                  <a:srgbClr val="AFC0D1"/>
                </a:solidFill>
                <a:latin typeface="DejaVu Sans"/>
                <a:ea typeface="DejaVu Sans"/>
                <a:cs typeface="DejaVu Sans"/>
              </a:defRPr>
            </a:lvl2pPr>
            <a:lvl3pPr algn="l">
              <a:defRPr sz="1425" b="0">
                <a:solidFill>
                  <a:srgbClr val="AFC0D1"/>
                </a:solidFill>
                <a:latin typeface="DejaVu Sans"/>
                <a:ea typeface="DejaVu Sans"/>
                <a:cs typeface="DejaVu Sans"/>
              </a:defRPr>
            </a:lvl3pPr>
            <a:lvl4pPr algn="l">
              <a:defRPr sz="1425" b="0">
                <a:solidFill>
                  <a:srgbClr val="AFC0D1"/>
                </a:solidFill>
                <a:latin typeface="DejaVu Sans"/>
                <a:ea typeface="DejaVu Sans"/>
                <a:cs typeface="DejaVu Sans"/>
              </a:defRPr>
            </a:lvl4pPr>
            <a:lvl5pPr algn="l">
              <a:defRPr sz="1425" b="0">
                <a:solidFill>
                  <a:srgbClr val="AFC0D1"/>
                </a:solidFill>
                <a:latin typeface="DejaVu Sans"/>
                <a:ea typeface="DejaVu Sans"/>
                <a:cs typeface="DejaVu Sans"/>
              </a:defRPr>
            </a:lvl5pPr>
            <a:lvl6pPr algn="l">
              <a:defRPr sz="1425" b="0">
                <a:solidFill>
                  <a:srgbClr val="AFC0D1"/>
                </a:solidFill>
                <a:latin typeface="DejaVu Sans"/>
                <a:ea typeface="DejaVu Sans"/>
                <a:cs typeface="DejaVu Sans"/>
              </a:defRPr>
            </a:lvl6pPr>
            <a:lvl7pPr algn="l">
              <a:defRPr sz="1425" b="0">
                <a:solidFill>
                  <a:srgbClr val="AFC0D1"/>
                </a:solidFill>
                <a:latin typeface="DejaVu Sans"/>
                <a:ea typeface="DejaVu Sans"/>
                <a:cs typeface="DejaVu Sans"/>
              </a:defRPr>
            </a:lvl7pPr>
            <a:lvl8pPr algn="l">
              <a:defRPr sz="1425" b="0">
                <a:solidFill>
                  <a:srgbClr val="AFC0D1"/>
                </a:solidFill>
                <a:latin typeface="DejaVu Sans"/>
                <a:ea typeface="DejaVu Sans"/>
                <a:cs typeface="DejaVu Sans"/>
              </a:defRPr>
            </a:lvl8pPr>
            <a:lvl9pPr algn="l">
              <a:defRPr sz="1425" b="0">
                <a:solidFill>
                  <a:srgbClr val="AFC0D1"/>
                </a:solidFill>
                <a:latin typeface="DejaVu Sans"/>
                <a:ea typeface="DejaVu Sans"/>
                <a:cs typeface="DejaVu Sans"/>
              </a:defRPr>
            </a:lvl9pPr>
          </a:lstStyle>
          <a:p xmlns:a="http://schemas.openxmlformats.org/drawingml/2006/main">
            <a:pPr algn="l">
              <a:defRPr sz="1425" b="0">
                <a:solidFill>
                  <a:srgbClr val="AFC0D1"/>
                </a:solidFill>
                <a:latin typeface="DejaVu Sans"/>
                <a:ea typeface="DejaVu Sans"/>
                <a:cs typeface="DejaVu Sans"/>
              </a:defRPr>
            </a:pPr>
            <a:r>
              <a:rPr sz="1425" b="0">
                <a:solidFill>
                  <a:srgbClr val="AFC0D1"/>
                </a:solidFill>
                <a:latin typeface="DejaVu Sans"/>
                <a:ea typeface="DejaVu Sans"/>
                <a:cs typeface="DejaVu Sans"/>
              </a:rPr>
              <a:t>Με δύο κανάλια βλέπουμε κάθε γραμμή χωριστά και μετά συγκρίνουμε τις δύο τάσεις.</a:t>
            </a:r>
          </a:p>
        </p:txBody>
      </p:sp>
      <p:sp>
        <p:nvSpPr>
          <p:cNvPr id="5" name="s15-obd-card">
            <a:extLst xmlns:a="http://schemas.openxmlformats.org/drawingml/2006/main">
              <a:ext uri="{FF2B5EF4-FFF2-40B4-BE49-F238E27FC236}">
                <a16:creationId xmlns:a16="http://schemas.microsoft.com/office/drawing/2014/main" id="{FA18873B-F789-450A-B1C4-A609FCCB2331}"/>
              </a:ext>
            </a:extLst>
          </p:cNvPr>
          <p:cNvSpPr>
            <a:spLocks xmlns:a="http://schemas.openxmlformats.org/drawingml/2006/main" noGrp="1"/>
          </p:cNvSpPr>
          <p:nvPr/>
        </p:nvSpPr>
        <p:spPr>
          <a:xfrm xmlns:a="http://schemas.openxmlformats.org/drawingml/2006/main">
            <a:off x="609600" y="2305050"/>
            <a:ext cx="2857500" cy="3067050"/>
          </a:xfrm>
          <a:prstGeom xmlns:a="http://schemas.openxmlformats.org/drawingml/2006/main" prst="roundRect">
            <a:avLst>
              <a:gd name="adj" fmla="val 2667"/>
            </a:avLst>
          </a:prstGeom>
          <a:solidFill xmlns:a="http://schemas.openxmlformats.org/drawingml/2006/main">
            <a:srgbClr val="10243A"/>
          </a:solidFill>
          <a:ln xmlns:a="http://schemas.openxmlformats.org/drawingml/2006/main" w="14288">
            <a:solidFill>
              <a:srgbClr val="29445E"/>
            </a:solidFill>
            <a:prstDash val="solid"/>
          </a:ln>
        </p:spPr>
      </p:sp>
      <p:sp>
        <p:nvSpPr>
          <p:cNvPr id="6" name="s15-obd-heading">
            <a:extLst xmlns:a="http://schemas.openxmlformats.org/drawingml/2006/main">
              <a:ext uri="{FF2B5EF4-FFF2-40B4-BE49-F238E27FC236}">
                <a16:creationId xmlns:a16="http://schemas.microsoft.com/office/drawing/2014/main" id="{0BE85210-2DE4-4B45-A542-8AA9580344E6}"/>
              </a:ext>
            </a:extLst>
          </p:cNvPr>
          <p:cNvSpPr>
            <a:spLocks xmlns:a="http://schemas.openxmlformats.org/drawingml/2006/main" noGrp="1"/>
          </p:cNvSpPr>
          <p:nvPr/>
        </p:nvSpPr>
        <p:spPr>
          <a:xfrm xmlns:a="http://schemas.openxmlformats.org/drawingml/2006/main">
            <a:off x="838200" y="2505075"/>
            <a:ext cx="2400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35D8F1"/>
                </a:solidFill>
                <a:latin typeface="DejaVu Sans"/>
                <a:ea typeface="DejaVu Sans"/>
                <a:cs typeface="DejaVu Sans"/>
              </a:defRPr>
            </a:defPPr>
            <a:lvl1pPr algn="ctr">
              <a:defRPr sz="1050" b="1">
                <a:solidFill>
                  <a:srgbClr val="35D8F1"/>
                </a:solidFill>
                <a:latin typeface="DejaVu Sans"/>
                <a:ea typeface="DejaVu Sans"/>
                <a:cs typeface="DejaVu Sans"/>
              </a:defRPr>
            </a:lvl1pPr>
            <a:lvl2pPr algn="ctr">
              <a:defRPr sz="1050" b="1">
                <a:solidFill>
                  <a:srgbClr val="35D8F1"/>
                </a:solidFill>
                <a:latin typeface="DejaVu Sans"/>
                <a:ea typeface="DejaVu Sans"/>
                <a:cs typeface="DejaVu Sans"/>
              </a:defRPr>
            </a:lvl2pPr>
            <a:lvl3pPr algn="ctr">
              <a:defRPr sz="1050" b="1">
                <a:solidFill>
                  <a:srgbClr val="35D8F1"/>
                </a:solidFill>
                <a:latin typeface="DejaVu Sans"/>
                <a:ea typeface="DejaVu Sans"/>
                <a:cs typeface="DejaVu Sans"/>
              </a:defRPr>
            </a:lvl3pPr>
            <a:lvl4pPr algn="ctr">
              <a:defRPr sz="1050" b="1">
                <a:solidFill>
                  <a:srgbClr val="35D8F1"/>
                </a:solidFill>
                <a:latin typeface="DejaVu Sans"/>
                <a:ea typeface="DejaVu Sans"/>
                <a:cs typeface="DejaVu Sans"/>
              </a:defRPr>
            </a:lvl4pPr>
            <a:lvl5pPr algn="ctr">
              <a:defRPr sz="1050" b="1">
                <a:solidFill>
                  <a:srgbClr val="35D8F1"/>
                </a:solidFill>
                <a:latin typeface="DejaVu Sans"/>
                <a:ea typeface="DejaVu Sans"/>
                <a:cs typeface="DejaVu Sans"/>
              </a:defRPr>
            </a:lvl5pPr>
            <a:lvl6pPr algn="ctr">
              <a:defRPr sz="1050" b="1">
                <a:solidFill>
                  <a:srgbClr val="35D8F1"/>
                </a:solidFill>
                <a:latin typeface="DejaVu Sans"/>
                <a:ea typeface="DejaVu Sans"/>
                <a:cs typeface="DejaVu Sans"/>
              </a:defRPr>
            </a:lvl6pPr>
            <a:lvl7pPr algn="ctr">
              <a:defRPr sz="1050" b="1">
                <a:solidFill>
                  <a:srgbClr val="35D8F1"/>
                </a:solidFill>
                <a:latin typeface="DejaVu Sans"/>
                <a:ea typeface="DejaVu Sans"/>
                <a:cs typeface="DejaVu Sans"/>
              </a:defRPr>
            </a:lvl7pPr>
            <a:lvl8pPr algn="ctr">
              <a:defRPr sz="1050" b="1">
                <a:solidFill>
                  <a:srgbClr val="35D8F1"/>
                </a:solidFill>
                <a:latin typeface="DejaVu Sans"/>
                <a:ea typeface="DejaVu Sans"/>
                <a:cs typeface="DejaVu Sans"/>
              </a:defRPr>
            </a:lvl8pPr>
            <a:lvl9pPr algn="ctr">
              <a:defRPr sz="1050" b="1">
                <a:solidFill>
                  <a:srgbClr val="35D8F1"/>
                </a:solidFill>
                <a:latin typeface="DejaVu Sans"/>
                <a:ea typeface="DejaVu Sans"/>
                <a:cs typeface="DejaVu Sans"/>
              </a:defRPr>
            </a:lvl9pPr>
          </a:lstStyle>
          <a:p xmlns:a="http://schemas.openxmlformats.org/drawingml/2006/main">
            <a:pPr algn="ctr">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ΣΗΜΕΙΑ ΜΕΤΡΗΣΗΣ</a:t>
            </a:r>
          </a:p>
        </p:txBody>
      </p:sp>
      <p:sp>
        <p:nvSpPr>
          <p:cNvPr id="7" name="s15-pin6">
            <a:extLst xmlns:a="http://schemas.openxmlformats.org/drawingml/2006/main">
              <a:ext uri="{FF2B5EF4-FFF2-40B4-BE49-F238E27FC236}">
                <a16:creationId xmlns:a16="http://schemas.microsoft.com/office/drawing/2014/main" id="{F8D9C5A9-F84E-409C-BB95-754B4DA345BE}"/>
              </a:ext>
            </a:extLst>
          </p:cNvPr>
          <p:cNvSpPr>
            <a:spLocks xmlns:a="http://schemas.openxmlformats.org/drawingml/2006/main" noGrp="1"/>
          </p:cNvSpPr>
          <p:nvPr/>
        </p:nvSpPr>
        <p:spPr>
          <a:xfrm xmlns:a="http://schemas.openxmlformats.org/drawingml/2006/main">
            <a:off x="895350" y="3076575"/>
            <a:ext cx="2247900" cy="619125"/>
          </a:xfrm>
          <a:prstGeom xmlns:a="http://schemas.openxmlformats.org/drawingml/2006/main" prst="roundRect">
            <a:avLst>
              <a:gd name="adj" fmla="val 12308"/>
            </a:avLst>
          </a:prstGeom>
          <a:solidFill xmlns:a="http://schemas.openxmlformats.org/drawingml/2006/main">
            <a:srgbClr val="123A4D"/>
          </a:solidFill>
          <a:ln xmlns:a="http://schemas.openxmlformats.org/drawingml/2006/main" w="14288">
            <a:solidFill>
              <a:srgbClr val="35D8F1"/>
            </a:solidFill>
            <a:prstDash val="solid"/>
          </a:ln>
        </p:spPr>
      </p:sp>
      <p:sp>
        <p:nvSpPr>
          <p:cNvPr id="8" name="s15-pin6-text">
            <a:extLst xmlns:a="http://schemas.openxmlformats.org/drawingml/2006/main">
              <a:ext uri="{FF2B5EF4-FFF2-40B4-BE49-F238E27FC236}">
                <a16:creationId xmlns:a16="http://schemas.microsoft.com/office/drawing/2014/main" id="{E107149D-A68E-4686-9135-448B3EC80AE4}"/>
              </a:ext>
            </a:extLst>
          </p:cNvPr>
          <p:cNvSpPr>
            <a:spLocks xmlns:a="http://schemas.openxmlformats.org/drawingml/2006/main" noGrp="1"/>
          </p:cNvSpPr>
          <p:nvPr/>
        </p:nvSpPr>
        <p:spPr>
          <a:xfrm xmlns:a="http://schemas.openxmlformats.org/drawingml/2006/main">
            <a:off x="1047750" y="3171825"/>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35D8F1"/>
                </a:solidFill>
                <a:latin typeface="DejaVu Sans"/>
                <a:ea typeface="DejaVu Sans"/>
                <a:cs typeface="DejaVu Sans"/>
              </a:defRPr>
            </a:defPPr>
            <a:lvl1pPr algn="ctr">
              <a:defRPr sz="1350" b="1">
                <a:solidFill>
                  <a:srgbClr val="35D8F1"/>
                </a:solidFill>
                <a:latin typeface="DejaVu Sans"/>
                <a:ea typeface="DejaVu Sans"/>
                <a:cs typeface="DejaVu Sans"/>
              </a:defRPr>
            </a:lvl1pPr>
            <a:lvl2pPr algn="ctr">
              <a:defRPr sz="1350" b="1">
                <a:solidFill>
                  <a:srgbClr val="35D8F1"/>
                </a:solidFill>
                <a:latin typeface="DejaVu Sans"/>
                <a:ea typeface="DejaVu Sans"/>
                <a:cs typeface="DejaVu Sans"/>
              </a:defRPr>
            </a:lvl2pPr>
            <a:lvl3pPr algn="ctr">
              <a:defRPr sz="1350" b="1">
                <a:solidFill>
                  <a:srgbClr val="35D8F1"/>
                </a:solidFill>
                <a:latin typeface="DejaVu Sans"/>
                <a:ea typeface="DejaVu Sans"/>
                <a:cs typeface="DejaVu Sans"/>
              </a:defRPr>
            </a:lvl3pPr>
            <a:lvl4pPr algn="ctr">
              <a:defRPr sz="1350" b="1">
                <a:solidFill>
                  <a:srgbClr val="35D8F1"/>
                </a:solidFill>
                <a:latin typeface="DejaVu Sans"/>
                <a:ea typeface="DejaVu Sans"/>
                <a:cs typeface="DejaVu Sans"/>
              </a:defRPr>
            </a:lvl4pPr>
            <a:lvl5pPr algn="ctr">
              <a:defRPr sz="1350" b="1">
                <a:solidFill>
                  <a:srgbClr val="35D8F1"/>
                </a:solidFill>
                <a:latin typeface="DejaVu Sans"/>
                <a:ea typeface="DejaVu Sans"/>
                <a:cs typeface="DejaVu Sans"/>
              </a:defRPr>
            </a:lvl5pPr>
            <a:lvl6pPr algn="ctr">
              <a:defRPr sz="1350" b="1">
                <a:solidFill>
                  <a:srgbClr val="35D8F1"/>
                </a:solidFill>
                <a:latin typeface="DejaVu Sans"/>
                <a:ea typeface="DejaVu Sans"/>
                <a:cs typeface="DejaVu Sans"/>
              </a:defRPr>
            </a:lvl6pPr>
            <a:lvl7pPr algn="ctr">
              <a:defRPr sz="1350" b="1">
                <a:solidFill>
                  <a:srgbClr val="35D8F1"/>
                </a:solidFill>
                <a:latin typeface="DejaVu Sans"/>
                <a:ea typeface="DejaVu Sans"/>
                <a:cs typeface="DejaVu Sans"/>
              </a:defRPr>
            </a:lvl7pPr>
            <a:lvl8pPr algn="ctr">
              <a:defRPr sz="1350" b="1">
                <a:solidFill>
                  <a:srgbClr val="35D8F1"/>
                </a:solidFill>
                <a:latin typeface="DejaVu Sans"/>
                <a:ea typeface="DejaVu Sans"/>
                <a:cs typeface="DejaVu Sans"/>
              </a:defRPr>
            </a:lvl8pPr>
            <a:lvl9pPr algn="ctr">
              <a:defRPr sz="1350" b="1">
                <a:solidFill>
                  <a:srgbClr val="35D8F1"/>
                </a:solidFill>
                <a:latin typeface="DejaVu Sans"/>
                <a:ea typeface="DejaVu Sans"/>
                <a:cs typeface="DejaVu Sans"/>
              </a:defRPr>
            </a:lvl9pPr>
          </a:lstStyle>
          <a:p xmlns:a="http://schemas.openxmlformats.org/drawingml/2006/main">
            <a:pPr algn="ctr">
              <a:defRPr sz="1350" b="1">
                <a:solidFill>
                  <a:srgbClr val="35D8F1"/>
                </a:solidFill>
                <a:latin typeface="DejaVu Sans"/>
                <a:ea typeface="DejaVu Sans"/>
                <a:cs typeface="DejaVu Sans"/>
              </a:defRPr>
            </a:pPr>
            <a:r>
              <a:rPr sz="1350" b="1">
                <a:solidFill>
                  <a:srgbClr val="35D8F1"/>
                </a:solidFill>
                <a:latin typeface="DejaVu Sans"/>
                <a:ea typeface="DejaVu Sans"/>
                <a:cs typeface="DejaVu Sans"/>
              </a:rPr>
              <a:t>Ακίδα 6  ·  CAN-H</a:t>
            </a:r>
          </a:p>
        </p:txBody>
      </p:sp>
      <p:sp>
        <p:nvSpPr>
          <p:cNvPr id="9" name="s15-pin14">
            <a:extLst xmlns:a="http://schemas.openxmlformats.org/drawingml/2006/main">
              <a:ext uri="{FF2B5EF4-FFF2-40B4-BE49-F238E27FC236}">
                <a16:creationId xmlns:a16="http://schemas.microsoft.com/office/drawing/2014/main" id="{85FC998C-6E8E-4C52-9A2B-ECA6585B779D}"/>
              </a:ext>
            </a:extLst>
          </p:cNvPr>
          <p:cNvSpPr>
            <a:spLocks xmlns:a="http://schemas.openxmlformats.org/drawingml/2006/main" noGrp="1"/>
          </p:cNvSpPr>
          <p:nvPr/>
        </p:nvSpPr>
        <p:spPr>
          <a:xfrm xmlns:a="http://schemas.openxmlformats.org/drawingml/2006/main">
            <a:off x="895350" y="3895725"/>
            <a:ext cx="2247900" cy="619125"/>
          </a:xfrm>
          <a:prstGeom xmlns:a="http://schemas.openxmlformats.org/drawingml/2006/main" prst="roundRect">
            <a:avLst>
              <a:gd name="adj" fmla="val 12308"/>
            </a:avLst>
          </a:prstGeom>
          <a:solidFill xmlns:a="http://schemas.openxmlformats.org/drawingml/2006/main">
            <a:srgbClr val="3B3217"/>
          </a:solidFill>
          <a:ln xmlns:a="http://schemas.openxmlformats.org/drawingml/2006/main" w="14288">
            <a:solidFill>
              <a:srgbClr val="F7B500"/>
            </a:solidFill>
            <a:prstDash val="solid"/>
          </a:ln>
        </p:spPr>
      </p:sp>
      <p:sp>
        <p:nvSpPr>
          <p:cNvPr id="10" name="s15-pin14-text">
            <a:extLst xmlns:a="http://schemas.openxmlformats.org/drawingml/2006/main">
              <a:ext uri="{FF2B5EF4-FFF2-40B4-BE49-F238E27FC236}">
                <a16:creationId xmlns:a16="http://schemas.microsoft.com/office/drawing/2014/main" id="{A1333283-70F2-4ACA-B7E8-C4EADDC3B3B6}"/>
              </a:ext>
            </a:extLst>
          </p:cNvPr>
          <p:cNvSpPr>
            <a:spLocks xmlns:a="http://schemas.openxmlformats.org/drawingml/2006/main" noGrp="1"/>
          </p:cNvSpPr>
          <p:nvPr/>
        </p:nvSpPr>
        <p:spPr>
          <a:xfrm xmlns:a="http://schemas.openxmlformats.org/drawingml/2006/main">
            <a:off x="1047750" y="3990975"/>
            <a:ext cx="1943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7B500"/>
                </a:solidFill>
                <a:latin typeface="DejaVu Sans"/>
                <a:ea typeface="DejaVu Sans"/>
                <a:cs typeface="DejaVu Sans"/>
              </a:defRPr>
            </a:defPPr>
            <a:lvl1pPr algn="ctr">
              <a:defRPr sz="1350" b="1">
                <a:solidFill>
                  <a:srgbClr val="F7B500"/>
                </a:solidFill>
                <a:latin typeface="DejaVu Sans"/>
                <a:ea typeface="DejaVu Sans"/>
                <a:cs typeface="DejaVu Sans"/>
              </a:defRPr>
            </a:lvl1pPr>
            <a:lvl2pPr algn="ctr">
              <a:defRPr sz="1350" b="1">
                <a:solidFill>
                  <a:srgbClr val="F7B500"/>
                </a:solidFill>
                <a:latin typeface="DejaVu Sans"/>
                <a:ea typeface="DejaVu Sans"/>
                <a:cs typeface="DejaVu Sans"/>
              </a:defRPr>
            </a:lvl2pPr>
            <a:lvl3pPr algn="ctr">
              <a:defRPr sz="1350" b="1">
                <a:solidFill>
                  <a:srgbClr val="F7B500"/>
                </a:solidFill>
                <a:latin typeface="DejaVu Sans"/>
                <a:ea typeface="DejaVu Sans"/>
                <a:cs typeface="DejaVu Sans"/>
              </a:defRPr>
            </a:lvl3pPr>
            <a:lvl4pPr algn="ctr">
              <a:defRPr sz="1350" b="1">
                <a:solidFill>
                  <a:srgbClr val="F7B500"/>
                </a:solidFill>
                <a:latin typeface="DejaVu Sans"/>
                <a:ea typeface="DejaVu Sans"/>
                <a:cs typeface="DejaVu Sans"/>
              </a:defRPr>
            </a:lvl4pPr>
            <a:lvl5pPr algn="ctr">
              <a:defRPr sz="1350" b="1">
                <a:solidFill>
                  <a:srgbClr val="F7B500"/>
                </a:solidFill>
                <a:latin typeface="DejaVu Sans"/>
                <a:ea typeface="DejaVu Sans"/>
                <a:cs typeface="DejaVu Sans"/>
              </a:defRPr>
            </a:lvl5pPr>
            <a:lvl6pPr algn="ctr">
              <a:defRPr sz="1350" b="1">
                <a:solidFill>
                  <a:srgbClr val="F7B500"/>
                </a:solidFill>
                <a:latin typeface="DejaVu Sans"/>
                <a:ea typeface="DejaVu Sans"/>
                <a:cs typeface="DejaVu Sans"/>
              </a:defRPr>
            </a:lvl6pPr>
            <a:lvl7pPr algn="ctr">
              <a:defRPr sz="1350" b="1">
                <a:solidFill>
                  <a:srgbClr val="F7B500"/>
                </a:solidFill>
                <a:latin typeface="DejaVu Sans"/>
                <a:ea typeface="DejaVu Sans"/>
                <a:cs typeface="DejaVu Sans"/>
              </a:defRPr>
            </a:lvl7pPr>
            <a:lvl8pPr algn="ctr">
              <a:defRPr sz="1350" b="1">
                <a:solidFill>
                  <a:srgbClr val="F7B500"/>
                </a:solidFill>
                <a:latin typeface="DejaVu Sans"/>
                <a:ea typeface="DejaVu Sans"/>
                <a:cs typeface="DejaVu Sans"/>
              </a:defRPr>
            </a:lvl8pPr>
            <a:lvl9pPr algn="ctr">
              <a:defRPr sz="1350" b="1">
                <a:solidFill>
                  <a:srgbClr val="F7B500"/>
                </a:solidFill>
                <a:latin typeface="DejaVu Sans"/>
                <a:ea typeface="DejaVu Sans"/>
                <a:cs typeface="DejaVu Sans"/>
              </a:defRPr>
            </a:lvl9pPr>
          </a:lstStyle>
          <a:p xmlns:a="http://schemas.openxmlformats.org/drawingml/2006/main">
            <a:pPr algn="ctr">
              <a:defRPr sz="1350" b="1">
                <a:solidFill>
                  <a:srgbClr val="F7B500"/>
                </a:solidFill>
                <a:latin typeface="DejaVu Sans"/>
                <a:ea typeface="DejaVu Sans"/>
                <a:cs typeface="DejaVu Sans"/>
              </a:defRPr>
            </a:pPr>
            <a:r>
              <a:rPr sz="1350" b="1">
                <a:solidFill>
                  <a:srgbClr val="F7B500"/>
                </a:solidFill>
                <a:latin typeface="DejaVu Sans"/>
                <a:ea typeface="DejaVu Sans"/>
                <a:cs typeface="DejaVu Sans"/>
              </a:rPr>
              <a:t>Ακίδα 14  ·  CAN-L</a:t>
            </a:r>
          </a:p>
        </p:txBody>
      </p:sp>
      <p:sp>
        <p:nvSpPr>
          <p:cNvPr id="11" name="s15-obd-caption">
            <a:extLst xmlns:a="http://schemas.openxmlformats.org/drawingml/2006/main">
              <a:ext uri="{FF2B5EF4-FFF2-40B4-BE49-F238E27FC236}">
                <a16:creationId xmlns:a16="http://schemas.microsoft.com/office/drawing/2014/main" id="{1696348A-D3DD-47EC-A198-7221AE4FFBFA}"/>
              </a:ext>
            </a:extLst>
          </p:cNvPr>
          <p:cNvSpPr>
            <a:spLocks xmlns:a="http://schemas.openxmlformats.org/drawingml/2006/main" noGrp="1"/>
          </p:cNvSpPr>
          <p:nvPr/>
        </p:nvSpPr>
        <p:spPr>
          <a:xfrm xmlns:a="http://schemas.openxmlformats.org/drawingml/2006/main">
            <a:off x="838200" y="4743450"/>
            <a:ext cx="24003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AFC0D1"/>
                </a:solidFill>
                <a:latin typeface="DejaVu Sans"/>
                <a:ea typeface="DejaVu Sans"/>
                <a:cs typeface="DejaVu Sans"/>
              </a:defRPr>
            </a:defPPr>
            <a:lvl1pPr algn="ctr">
              <a:defRPr sz="975" b="0">
                <a:solidFill>
                  <a:srgbClr val="AFC0D1"/>
                </a:solidFill>
                <a:latin typeface="DejaVu Sans"/>
                <a:ea typeface="DejaVu Sans"/>
                <a:cs typeface="DejaVu Sans"/>
              </a:defRPr>
            </a:lvl1pPr>
            <a:lvl2pPr algn="ctr">
              <a:defRPr sz="975" b="0">
                <a:solidFill>
                  <a:srgbClr val="AFC0D1"/>
                </a:solidFill>
                <a:latin typeface="DejaVu Sans"/>
                <a:ea typeface="DejaVu Sans"/>
                <a:cs typeface="DejaVu Sans"/>
              </a:defRPr>
            </a:lvl2pPr>
            <a:lvl3pPr algn="ctr">
              <a:defRPr sz="975" b="0">
                <a:solidFill>
                  <a:srgbClr val="AFC0D1"/>
                </a:solidFill>
                <a:latin typeface="DejaVu Sans"/>
                <a:ea typeface="DejaVu Sans"/>
                <a:cs typeface="DejaVu Sans"/>
              </a:defRPr>
            </a:lvl3pPr>
            <a:lvl4pPr algn="ctr">
              <a:defRPr sz="975" b="0">
                <a:solidFill>
                  <a:srgbClr val="AFC0D1"/>
                </a:solidFill>
                <a:latin typeface="DejaVu Sans"/>
                <a:ea typeface="DejaVu Sans"/>
                <a:cs typeface="DejaVu Sans"/>
              </a:defRPr>
            </a:lvl4pPr>
            <a:lvl5pPr algn="ctr">
              <a:defRPr sz="975" b="0">
                <a:solidFill>
                  <a:srgbClr val="AFC0D1"/>
                </a:solidFill>
                <a:latin typeface="DejaVu Sans"/>
                <a:ea typeface="DejaVu Sans"/>
                <a:cs typeface="DejaVu Sans"/>
              </a:defRPr>
            </a:lvl5pPr>
            <a:lvl6pPr algn="ctr">
              <a:defRPr sz="975" b="0">
                <a:solidFill>
                  <a:srgbClr val="AFC0D1"/>
                </a:solidFill>
                <a:latin typeface="DejaVu Sans"/>
                <a:ea typeface="DejaVu Sans"/>
                <a:cs typeface="DejaVu Sans"/>
              </a:defRPr>
            </a:lvl6pPr>
            <a:lvl7pPr algn="ctr">
              <a:defRPr sz="975" b="0">
                <a:solidFill>
                  <a:srgbClr val="AFC0D1"/>
                </a:solidFill>
                <a:latin typeface="DejaVu Sans"/>
                <a:ea typeface="DejaVu Sans"/>
                <a:cs typeface="DejaVu Sans"/>
              </a:defRPr>
            </a:lvl7pPr>
            <a:lvl8pPr algn="ctr">
              <a:defRPr sz="975" b="0">
                <a:solidFill>
                  <a:srgbClr val="AFC0D1"/>
                </a:solidFill>
                <a:latin typeface="DejaVu Sans"/>
                <a:ea typeface="DejaVu Sans"/>
                <a:cs typeface="DejaVu Sans"/>
              </a:defRPr>
            </a:lvl8pPr>
            <a:lvl9pPr algn="ctr">
              <a:defRPr sz="975" b="0">
                <a:solidFill>
                  <a:srgbClr val="AFC0D1"/>
                </a:solidFill>
                <a:latin typeface="DejaVu Sans"/>
                <a:ea typeface="DejaVu Sans"/>
                <a:cs typeface="DejaVu Sans"/>
              </a:defRPr>
            </a:lvl9pPr>
          </a:lstStyle>
          <a:p xmlns:a="http://schemas.openxmlformats.org/drawingml/2006/main">
            <a:pPr algn="ctr">
              <a:defRPr sz="975" b="0">
                <a:solidFill>
                  <a:srgbClr val="AFC0D1"/>
                </a:solidFill>
                <a:latin typeface="DejaVu Sans"/>
                <a:ea typeface="DejaVu Sans"/>
                <a:cs typeface="DejaVu Sans"/>
              </a:defRPr>
            </a:pPr>
            <a:r>
              <a:rPr sz="975" b="0">
                <a:solidFill>
                  <a:srgbClr val="AFC0D1"/>
                </a:solidFill>
                <a:latin typeface="DejaVu Sans"/>
                <a:ea typeface="DejaVu Sans"/>
                <a:cs typeface="DejaVu Sans"/>
              </a:rPr>
              <a:t>Όπου το όχημα διαθέτει CAN στις ακίδες αυτές.</a:t>
            </a:r>
          </a:p>
        </p:txBody>
      </p:sp>
      <p:sp>
        <p:nvSpPr>
          <p:cNvPr id="12" name="s15-channel-card">
            <a:extLst xmlns:a="http://schemas.openxmlformats.org/drawingml/2006/main">
              <a:ext uri="{FF2B5EF4-FFF2-40B4-BE49-F238E27FC236}">
                <a16:creationId xmlns:a16="http://schemas.microsoft.com/office/drawing/2014/main" id="{FE33DF57-7994-4CD4-9833-5DB1E86AC270}"/>
              </a:ext>
            </a:extLst>
          </p:cNvPr>
          <p:cNvSpPr>
            <a:spLocks xmlns:a="http://schemas.openxmlformats.org/drawingml/2006/main" noGrp="1"/>
          </p:cNvSpPr>
          <p:nvPr/>
        </p:nvSpPr>
        <p:spPr>
          <a:xfrm xmlns:a="http://schemas.openxmlformats.org/drawingml/2006/main">
            <a:off x="3781425" y="2305050"/>
            <a:ext cx="2857500" cy="3067050"/>
          </a:xfrm>
          <a:prstGeom xmlns:a="http://schemas.openxmlformats.org/drawingml/2006/main" prst="roundRect">
            <a:avLst>
              <a:gd name="adj" fmla="val 2667"/>
            </a:avLst>
          </a:prstGeom>
          <a:solidFill xmlns:a="http://schemas.openxmlformats.org/drawingml/2006/main">
            <a:srgbClr val="10243A"/>
          </a:solidFill>
          <a:ln xmlns:a="http://schemas.openxmlformats.org/drawingml/2006/main" w="14288">
            <a:solidFill>
              <a:srgbClr val="29445E"/>
            </a:solidFill>
            <a:prstDash val="solid"/>
          </a:ln>
        </p:spPr>
      </p:sp>
      <p:sp>
        <p:nvSpPr>
          <p:cNvPr id="13" name="s15-channel-heading">
            <a:extLst xmlns:a="http://schemas.openxmlformats.org/drawingml/2006/main">
              <a:ext uri="{FF2B5EF4-FFF2-40B4-BE49-F238E27FC236}">
                <a16:creationId xmlns:a16="http://schemas.microsoft.com/office/drawing/2014/main" id="{C9299788-628A-4C7F-9600-95D58368D688}"/>
              </a:ext>
            </a:extLst>
          </p:cNvPr>
          <p:cNvSpPr>
            <a:spLocks xmlns:a="http://schemas.openxmlformats.org/drawingml/2006/main" noGrp="1"/>
          </p:cNvSpPr>
          <p:nvPr/>
        </p:nvSpPr>
        <p:spPr>
          <a:xfrm xmlns:a="http://schemas.openxmlformats.org/drawingml/2006/main">
            <a:off x="4010025" y="2505075"/>
            <a:ext cx="2400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35D8F1"/>
                </a:solidFill>
                <a:latin typeface="DejaVu Sans"/>
                <a:ea typeface="DejaVu Sans"/>
                <a:cs typeface="DejaVu Sans"/>
              </a:defRPr>
            </a:defPPr>
            <a:lvl1pPr algn="ctr">
              <a:defRPr sz="1050" b="1">
                <a:solidFill>
                  <a:srgbClr val="35D8F1"/>
                </a:solidFill>
                <a:latin typeface="DejaVu Sans"/>
                <a:ea typeface="DejaVu Sans"/>
                <a:cs typeface="DejaVu Sans"/>
              </a:defRPr>
            </a:lvl1pPr>
            <a:lvl2pPr algn="ctr">
              <a:defRPr sz="1050" b="1">
                <a:solidFill>
                  <a:srgbClr val="35D8F1"/>
                </a:solidFill>
                <a:latin typeface="DejaVu Sans"/>
                <a:ea typeface="DejaVu Sans"/>
                <a:cs typeface="DejaVu Sans"/>
              </a:defRPr>
            </a:lvl2pPr>
            <a:lvl3pPr algn="ctr">
              <a:defRPr sz="1050" b="1">
                <a:solidFill>
                  <a:srgbClr val="35D8F1"/>
                </a:solidFill>
                <a:latin typeface="DejaVu Sans"/>
                <a:ea typeface="DejaVu Sans"/>
                <a:cs typeface="DejaVu Sans"/>
              </a:defRPr>
            </a:lvl3pPr>
            <a:lvl4pPr algn="ctr">
              <a:defRPr sz="1050" b="1">
                <a:solidFill>
                  <a:srgbClr val="35D8F1"/>
                </a:solidFill>
                <a:latin typeface="DejaVu Sans"/>
                <a:ea typeface="DejaVu Sans"/>
                <a:cs typeface="DejaVu Sans"/>
              </a:defRPr>
            </a:lvl4pPr>
            <a:lvl5pPr algn="ctr">
              <a:defRPr sz="1050" b="1">
                <a:solidFill>
                  <a:srgbClr val="35D8F1"/>
                </a:solidFill>
                <a:latin typeface="DejaVu Sans"/>
                <a:ea typeface="DejaVu Sans"/>
                <a:cs typeface="DejaVu Sans"/>
              </a:defRPr>
            </a:lvl5pPr>
            <a:lvl6pPr algn="ctr">
              <a:defRPr sz="1050" b="1">
                <a:solidFill>
                  <a:srgbClr val="35D8F1"/>
                </a:solidFill>
                <a:latin typeface="DejaVu Sans"/>
                <a:ea typeface="DejaVu Sans"/>
                <a:cs typeface="DejaVu Sans"/>
              </a:defRPr>
            </a:lvl6pPr>
            <a:lvl7pPr algn="ctr">
              <a:defRPr sz="1050" b="1">
                <a:solidFill>
                  <a:srgbClr val="35D8F1"/>
                </a:solidFill>
                <a:latin typeface="DejaVu Sans"/>
                <a:ea typeface="DejaVu Sans"/>
                <a:cs typeface="DejaVu Sans"/>
              </a:defRPr>
            </a:lvl7pPr>
            <a:lvl8pPr algn="ctr">
              <a:defRPr sz="1050" b="1">
                <a:solidFill>
                  <a:srgbClr val="35D8F1"/>
                </a:solidFill>
                <a:latin typeface="DejaVu Sans"/>
                <a:ea typeface="DejaVu Sans"/>
                <a:cs typeface="DejaVu Sans"/>
              </a:defRPr>
            </a:lvl8pPr>
            <a:lvl9pPr algn="ctr">
              <a:defRPr sz="1050" b="1">
                <a:solidFill>
                  <a:srgbClr val="35D8F1"/>
                </a:solidFill>
                <a:latin typeface="DejaVu Sans"/>
                <a:ea typeface="DejaVu Sans"/>
                <a:cs typeface="DejaVu Sans"/>
              </a:defRPr>
            </a:lvl9pPr>
          </a:lstStyle>
          <a:p xmlns:a="http://schemas.openxmlformats.org/drawingml/2006/main">
            <a:pPr algn="ctr">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ΚΑΝΑΛΙΑ ΠΑΛΜΟΓΡΑΦΟΥ</a:t>
            </a:r>
          </a:p>
        </p:txBody>
      </p:sp>
      <p:sp>
        <p:nvSpPr>
          <p:cNvPr id="14" name="s15-channel-a">
            <a:extLst xmlns:a="http://schemas.openxmlformats.org/drawingml/2006/main">
              <a:ext uri="{FF2B5EF4-FFF2-40B4-BE49-F238E27FC236}">
                <a16:creationId xmlns:a16="http://schemas.microsoft.com/office/drawing/2014/main" id="{63B2319B-7089-4543-ACD6-B927A77532A9}"/>
              </a:ext>
            </a:extLst>
          </p:cNvPr>
          <p:cNvSpPr>
            <a:spLocks xmlns:a="http://schemas.openxmlformats.org/drawingml/2006/main" noGrp="1"/>
          </p:cNvSpPr>
          <p:nvPr/>
        </p:nvSpPr>
        <p:spPr>
          <a:xfrm xmlns:a="http://schemas.openxmlformats.org/drawingml/2006/main">
            <a:off x="4057650" y="3076575"/>
            <a:ext cx="2305050" cy="619125"/>
          </a:xfrm>
          <a:prstGeom xmlns:a="http://schemas.openxmlformats.org/drawingml/2006/main" prst="roundRect">
            <a:avLst>
              <a:gd name="adj" fmla="val 12308"/>
            </a:avLst>
          </a:prstGeom>
          <a:solidFill xmlns:a="http://schemas.openxmlformats.org/drawingml/2006/main">
            <a:srgbClr val="123A4D"/>
          </a:solidFill>
          <a:ln xmlns:a="http://schemas.openxmlformats.org/drawingml/2006/main" w="14288">
            <a:solidFill>
              <a:srgbClr val="35D8F1"/>
            </a:solidFill>
            <a:prstDash val="solid"/>
          </a:ln>
        </p:spPr>
      </p:sp>
      <p:sp>
        <p:nvSpPr>
          <p:cNvPr id="15" name="s15-channel-a-text">
            <a:extLst xmlns:a="http://schemas.openxmlformats.org/drawingml/2006/main">
              <a:ext uri="{FF2B5EF4-FFF2-40B4-BE49-F238E27FC236}">
                <a16:creationId xmlns:a16="http://schemas.microsoft.com/office/drawing/2014/main" id="{21DB74F0-1487-42B4-B596-9D52AAC944CC}"/>
              </a:ext>
            </a:extLst>
          </p:cNvPr>
          <p:cNvSpPr>
            <a:spLocks xmlns:a="http://schemas.openxmlformats.org/drawingml/2006/main" noGrp="1"/>
          </p:cNvSpPr>
          <p:nvPr/>
        </p:nvSpPr>
        <p:spPr>
          <a:xfrm xmlns:a="http://schemas.openxmlformats.org/drawingml/2006/main">
            <a:off x="4200525" y="3171825"/>
            <a:ext cx="2019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35D8F1"/>
                </a:solidFill>
                <a:latin typeface="DejaVu Sans"/>
                <a:ea typeface="DejaVu Sans"/>
                <a:cs typeface="DejaVu Sans"/>
              </a:defRPr>
            </a:defPPr>
            <a:lvl1pPr algn="ctr">
              <a:defRPr sz="1275" b="1">
                <a:solidFill>
                  <a:srgbClr val="35D8F1"/>
                </a:solidFill>
                <a:latin typeface="DejaVu Sans"/>
                <a:ea typeface="DejaVu Sans"/>
                <a:cs typeface="DejaVu Sans"/>
              </a:defRPr>
            </a:lvl1pPr>
            <a:lvl2pPr algn="ctr">
              <a:defRPr sz="1275" b="1">
                <a:solidFill>
                  <a:srgbClr val="35D8F1"/>
                </a:solidFill>
                <a:latin typeface="DejaVu Sans"/>
                <a:ea typeface="DejaVu Sans"/>
                <a:cs typeface="DejaVu Sans"/>
              </a:defRPr>
            </a:lvl2pPr>
            <a:lvl3pPr algn="ctr">
              <a:defRPr sz="1275" b="1">
                <a:solidFill>
                  <a:srgbClr val="35D8F1"/>
                </a:solidFill>
                <a:latin typeface="DejaVu Sans"/>
                <a:ea typeface="DejaVu Sans"/>
                <a:cs typeface="DejaVu Sans"/>
              </a:defRPr>
            </a:lvl3pPr>
            <a:lvl4pPr algn="ctr">
              <a:defRPr sz="1275" b="1">
                <a:solidFill>
                  <a:srgbClr val="35D8F1"/>
                </a:solidFill>
                <a:latin typeface="DejaVu Sans"/>
                <a:ea typeface="DejaVu Sans"/>
                <a:cs typeface="DejaVu Sans"/>
              </a:defRPr>
            </a:lvl4pPr>
            <a:lvl5pPr algn="ctr">
              <a:defRPr sz="1275" b="1">
                <a:solidFill>
                  <a:srgbClr val="35D8F1"/>
                </a:solidFill>
                <a:latin typeface="DejaVu Sans"/>
                <a:ea typeface="DejaVu Sans"/>
                <a:cs typeface="DejaVu Sans"/>
              </a:defRPr>
            </a:lvl5pPr>
            <a:lvl6pPr algn="ctr">
              <a:defRPr sz="1275" b="1">
                <a:solidFill>
                  <a:srgbClr val="35D8F1"/>
                </a:solidFill>
                <a:latin typeface="DejaVu Sans"/>
                <a:ea typeface="DejaVu Sans"/>
                <a:cs typeface="DejaVu Sans"/>
              </a:defRPr>
            </a:lvl6pPr>
            <a:lvl7pPr algn="ctr">
              <a:defRPr sz="1275" b="1">
                <a:solidFill>
                  <a:srgbClr val="35D8F1"/>
                </a:solidFill>
                <a:latin typeface="DejaVu Sans"/>
                <a:ea typeface="DejaVu Sans"/>
                <a:cs typeface="DejaVu Sans"/>
              </a:defRPr>
            </a:lvl7pPr>
            <a:lvl8pPr algn="ctr">
              <a:defRPr sz="1275" b="1">
                <a:solidFill>
                  <a:srgbClr val="35D8F1"/>
                </a:solidFill>
                <a:latin typeface="DejaVu Sans"/>
                <a:ea typeface="DejaVu Sans"/>
                <a:cs typeface="DejaVu Sans"/>
              </a:defRPr>
            </a:lvl8pPr>
            <a:lvl9pPr algn="ctr">
              <a:defRPr sz="1275" b="1">
                <a:solidFill>
                  <a:srgbClr val="35D8F1"/>
                </a:solidFill>
                <a:latin typeface="DejaVu Sans"/>
                <a:ea typeface="DejaVu Sans"/>
                <a:cs typeface="DejaVu Sans"/>
              </a:defRPr>
            </a:lvl9pPr>
          </a:lstStyle>
          <a:p xmlns:a="http://schemas.openxmlformats.org/drawingml/2006/main">
            <a:pPr algn="ctr">
              <a:defRPr sz="1275" b="1">
                <a:solidFill>
                  <a:srgbClr val="35D8F1"/>
                </a:solidFill>
                <a:latin typeface="DejaVu Sans"/>
                <a:ea typeface="DejaVu Sans"/>
                <a:cs typeface="DejaVu Sans"/>
              </a:defRPr>
            </a:pPr>
            <a:r>
              <a:rPr sz="1275" b="1">
                <a:solidFill>
                  <a:srgbClr val="35D8F1"/>
                </a:solidFill>
                <a:latin typeface="DejaVu Sans"/>
                <a:ea typeface="DejaVu Sans"/>
                <a:cs typeface="DejaVu Sans"/>
              </a:rPr>
              <a:t>Κανάλι A  ←  CAN-H</a:t>
            </a:r>
          </a:p>
        </p:txBody>
      </p:sp>
      <p:sp>
        <p:nvSpPr>
          <p:cNvPr id="16" name="s15-channel-b">
            <a:extLst xmlns:a="http://schemas.openxmlformats.org/drawingml/2006/main">
              <a:ext uri="{FF2B5EF4-FFF2-40B4-BE49-F238E27FC236}">
                <a16:creationId xmlns:a16="http://schemas.microsoft.com/office/drawing/2014/main" id="{4616BBAC-A1C4-4853-8240-64CA564900ED}"/>
              </a:ext>
            </a:extLst>
          </p:cNvPr>
          <p:cNvSpPr>
            <a:spLocks xmlns:a="http://schemas.openxmlformats.org/drawingml/2006/main" noGrp="1"/>
          </p:cNvSpPr>
          <p:nvPr/>
        </p:nvSpPr>
        <p:spPr>
          <a:xfrm xmlns:a="http://schemas.openxmlformats.org/drawingml/2006/main">
            <a:off x="4057650" y="3895725"/>
            <a:ext cx="2305050" cy="619125"/>
          </a:xfrm>
          <a:prstGeom xmlns:a="http://schemas.openxmlformats.org/drawingml/2006/main" prst="roundRect">
            <a:avLst>
              <a:gd name="adj" fmla="val 12308"/>
            </a:avLst>
          </a:prstGeom>
          <a:solidFill xmlns:a="http://schemas.openxmlformats.org/drawingml/2006/main">
            <a:srgbClr val="3B3217"/>
          </a:solidFill>
          <a:ln xmlns:a="http://schemas.openxmlformats.org/drawingml/2006/main" w="14288">
            <a:solidFill>
              <a:srgbClr val="F7B500"/>
            </a:solidFill>
            <a:prstDash val="solid"/>
          </a:ln>
        </p:spPr>
      </p:sp>
      <p:sp>
        <p:nvSpPr>
          <p:cNvPr id="17" name="s15-channel-b-text">
            <a:extLst xmlns:a="http://schemas.openxmlformats.org/drawingml/2006/main">
              <a:ext uri="{FF2B5EF4-FFF2-40B4-BE49-F238E27FC236}">
                <a16:creationId xmlns:a16="http://schemas.microsoft.com/office/drawing/2014/main" id="{F2AFF53B-FACC-4239-BC2C-F995C1AEED6C}"/>
              </a:ext>
            </a:extLst>
          </p:cNvPr>
          <p:cNvSpPr>
            <a:spLocks xmlns:a="http://schemas.openxmlformats.org/drawingml/2006/main" noGrp="1"/>
          </p:cNvSpPr>
          <p:nvPr/>
        </p:nvSpPr>
        <p:spPr>
          <a:xfrm xmlns:a="http://schemas.openxmlformats.org/drawingml/2006/main">
            <a:off x="4200525" y="3990975"/>
            <a:ext cx="2019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7B500"/>
                </a:solidFill>
                <a:latin typeface="DejaVu Sans"/>
                <a:ea typeface="DejaVu Sans"/>
                <a:cs typeface="DejaVu Sans"/>
              </a:defRPr>
            </a:defPPr>
            <a:lvl1pPr algn="ctr">
              <a:defRPr sz="1275" b="1">
                <a:solidFill>
                  <a:srgbClr val="F7B500"/>
                </a:solidFill>
                <a:latin typeface="DejaVu Sans"/>
                <a:ea typeface="DejaVu Sans"/>
                <a:cs typeface="DejaVu Sans"/>
              </a:defRPr>
            </a:lvl1pPr>
            <a:lvl2pPr algn="ctr">
              <a:defRPr sz="1275" b="1">
                <a:solidFill>
                  <a:srgbClr val="F7B500"/>
                </a:solidFill>
                <a:latin typeface="DejaVu Sans"/>
                <a:ea typeface="DejaVu Sans"/>
                <a:cs typeface="DejaVu Sans"/>
              </a:defRPr>
            </a:lvl2pPr>
            <a:lvl3pPr algn="ctr">
              <a:defRPr sz="1275" b="1">
                <a:solidFill>
                  <a:srgbClr val="F7B500"/>
                </a:solidFill>
                <a:latin typeface="DejaVu Sans"/>
                <a:ea typeface="DejaVu Sans"/>
                <a:cs typeface="DejaVu Sans"/>
              </a:defRPr>
            </a:lvl3pPr>
            <a:lvl4pPr algn="ctr">
              <a:defRPr sz="1275" b="1">
                <a:solidFill>
                  <a:srgbClr val="F7B500"/>
                </a:solidFill>
                <a:latin typeface="DejaVu Sans"/>
                <a:ea typeface="DejaVu Sans"/>
                <a:cs typeface="DejaVu Sans"/>
              </a:defRPr>
            </a:lvl4pPr>
            <a:lvl5pPr algn="ctr">
              <a:defRPr sz="1275" b="1">
                <a:solidFill>
                  <a:srgbClr val="F7B500"/>
                </a:solidFill>
                <a:latin typeface="DejaVu Sans"/>
                <a:ea typeface="DejaVu Sans"/>
                <a:cs typeface="DejaVu Sans"/>
              </a:defRPr>
            </a:lvl5pPr>
            <a:lvl6pPr algn="ctr">
              <a:defRPr sz="1275" b="1">
                <a:solidFill>
                  <a:srgbClr val="F7B500"/>
                </a:solidFill>
                <a:latin typeface="DejaVu Sans"/>
                <a:ea typeface="DejaVu Sans"/>
                <a:cs typeface="DejaVu Sans"/>
              </a:defRPr>
            </a:lvl6pPr>
            <a:lvl7pPr algn="ctr">
              <a:defRPr sz="1275" b="1">
                <a:solidFill>
                  <a:srgbClr val="F7B500"/>
                </a:solidFill>
                <a:latin typeface="DejaVu Sans"/>
                <a:ea typeface="DejaVu Sans"/>
                <a:cs typeface="DejaVu Sans"/>
              </a:defRPr>
            </a:lvl7pPr>
            <a:lvl8pPr algn="ctr">
              <a:defRPr sz="1275" b="1">
                <a:solidFill>
                  <a:srgbClr val="F7B500"/>
                </a:solidFill>
                <a:latin typeface="DejaVu Sans"/>
                <a:ea typeface="DejaVu Sans"/>
                <a:cs typeface="DejaVu Sans"/>
              </a:defRPr>
            </a:lvl8pPr>
            <a:lvl9pPr algn="ctr">
              <a:defRPr sz="1275" b="1">
                <a:solidFill>
                  <a:srgbClr val="F7B500"/>
                </a:solidFill>
                <a:latin typeface="DejaVu Sans"/>
                <a:ea typeface="DejaVu Sans"/>
                <a:cs typeface="DejaVu Sans"/>
              </a:defRPr>
            </a:lvl9pPr>
          </a:lstStyle>
          <a:p xmlns:a="http://schemas.openxmlformats.org/drawingml/2006/main">
            <a:pPr algn="ctr">
              <a:defRPr sz="1275" b="1">
                <a:solidFill>
                  <a:srgbClr val="F7B500"/>
                </a:solidFill>
                <a:latin typeface="DejaVu Sans"/>
                <a:ea typeface="DejaVu Sans"/>
                <a:cs typeface="DejaVu Sans"/>
              </a:defRPr>
            </a:pPr>
            <a:r>
              <a:rPr sz="1275" b="1">
                <a:solidFill>
                  <a:srgbClr val="F7B500"/>
                </a:solidFill>
                <a:latin typeface="DejaVu Sans"/>
                <a:ea typeface="DejaVu Sans"/>
                <a:cs typeface="DejaVu Sans"/>
              </a:rPr>
              <a:t>Κανάλι B  ←  CAN-L</a:t>
            </a:r>
          </a:p>
        </p:txBody>
      </p:sp>
      <p:sp>
        <p:nvSpPr>
          <p:cNvPr id="18" name="s15-channel-caption">
            <a:extLst xmlns:a="http://schemas.openxmlformats.org/drawingml/2006/main">
              <a:ext uri="{FF2B5EF4-FFF2-40B4-BE49-F238E27FC236}">
                <a16:creationId xmlns:a16="http://schemas.microsoft.com/office/drawing/2014/main" id="{401E3FB5-FCAE-4029-A0E2-7F9185D0C964}"/>
              </a:ext>
            </a:extLst>
          </p:cNvPr>
          <p:cNvSpPr>
            <a:spLocks xmlns:a="http://schemas.openxmlformats.org/drawingml/2006/main" noGrp="1"/>
          </p:cNvSpPr>
          <p:nvPr/>
        </p:nvSpPr>
        <p:spPr>
          <a:xfrm xmlns:a="http://schemas.openxmlformats.org/drawingml/2006/main">
            <a:off x="4010025" y="4705350"/>
            <a:ext cx="24003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AFC0D1"/>
                </a:solidFill>
                <a:latin typeface="DejaVu Sans"/>
                <a:ea typeface="DejaVu Sans"/>
                <a:cs typeface="DejaVu Sans"/>
              </a:defRPr>
            </a:defPPr>
            <a:lvl1pPr algn="ctr">
              <a:defRPr sz="975" b="0">
                <a:solidFill>
                  <a:srgbClr val="AFC0D1"/>
                </a:solidFill>
                <a:latin typeface="DejaVu Sans"/>
                <a:ea typeface="DejaVu Sans"/>
                <a:cs typeface="DejaVu Sans"/>
              </a:defRPr>
            </a:lvl1pPr>
            <a:lvl2pPr algn="ctr">
              <a:defRPr sz="975" b="0">
                <a:solidFill>
                  <a:srgbClr val="AFC0D1"/>
                </a:solidFill>
                <a:latin typeface="DejaVu Sans"/>
                <a:ea typeface="DejaVu Sans"/>
                <a:cs typeface="DejaVu Sans"/>
              </a:defRPr>
            </a:lvl2pPr>
            <a:lvl3pPr algn="ctr">
              <a:defRPr sz="975" b="0">
                <a:solidFill>
                  <a:srgbClr val="AFC0D1"/>
                </a:solidFill>
                <a:latin typeface="DejaVu Sans"/>
                <a:ea typeface="DejaVu Sans"/>
                <a:cs typeface="DejaVu Sans"/>
              </a:defRPr>
            </a:lvl3pPr>
            <a:lvl4pPr algn="ctr">
              <a:defRPr sz="975" b="0">
                <a:solidFill>
                  <a:srgbClr val="AFC0D1"/>
                </a:solidFill>
                <a:latin typeface="DejaVu Sans"/>
                <a:ea typeface="DejaVu Sans"/>
                <a:cs typeface="DejaVu Sans"/>
              </a:defRPr>
            </a:lvl4pPr>
            <a:lvl5pPr algn="ctr">
              <a:defRPr sz="975" b="0">
                <a:solidFill>
                  <a:srgbClr val="AFC0D1"/>
                </a:solidFill>
                <a:latin typeface="DejaVu Sans"/>
                <a:ea typeface="DejaVu Sans"/>
                <a:cs typeface="DejaVu Sans"/>
              </a:defRPr>
            </a:lvl5pPr>
            <a:lvl6pPr algn="ctr">
              <a:defRPr sz="975" b="0">
                <a:solidFill>
                  <a:srgbClr val="AFC0D1"/>
                </a:solidFill>
                <a:latin typeface="DejaVu Sans"/>
                <a:ea typeface="DejaVu Sans"/>
                <a:cs typeface="DejaVu Sans"/>
              </a:defRPr>
            </a:lvl6pPr>
            <a:lvl7pPr algn="ctr">
              <a:defRPr sz="975" b="0">
                <a:solidFill>
                  <a:srgbClr val="AFC0D1"/>
                </a:solidFill>
                <a:latin typeface="DejaVu Sans"/>
                <a:ea typeface="DejaVu Sans"/>
                <a:cs typeface="DejaVu Sans"/>
              </a:defRPr>
            </a:lvl7pPr>
            <a:lvl8pPr algn="ctr">
              <a:defRPr sz="975" b="0">
                <a:solidFill>
                  <a:srgbClr val="AFC0D1"/>
                </a:solidFill>
                <a:latin typeface="DejaVu Sans"/>
                <a:ea typeface="DejaVu Sans"/>
                <a:cs typeface="DejaVu Sans"/>
              </a:defRPr>
            </a:lvl8pPr>
            <a:lvl9pPr algn="ctr">
              <a:defRPr sz="975" b="0">
                <a:solidFill>
                  <a:srgbClr val="AFC0D1"/>
                </a:solidFill>
                <a:latin typeface="DejaVu Sans"/>
                <a:ea typeface="DejaVu Sans"/>
                <a:cs typeface="DejaVu Sans"/>
              </a:defRPr>
            </a:lvl9pPr>
          </a:lstStyle>
          <a:p xmlns:a="http://schemas.openxmlformats.org/drawingml/2006/main">
            <a:pPr algn="ctr">
              <a:defRPr sz="975" b="0">
                <a:solidFill>
                  <a:srgbClr val="AFC0D1"/>
                </a:solidFill>
                <a:latin typeface="DejaVu Sans"/>
                <a:ea typeface="DejaVu Sans"/>
                <a:cs typeface="DejaVu Sans"/>
              </a:defRPr>
            </a:pPr>
            <a:r>
              <a:rPr sz="975" b="0">
                <a:solidFill>
                  <a:srgbClr val="AFC0D1"/>
                </a:solidFill>
                <a:latin typeface="DejaVu Sans"/>
                <a:ea typeface="DejaVu Sans"/>
                <a:cs typeface="DejaVu Sans"/>
              </a:rPr>
              <a:t>Το όργανο δείχνει κάθε γραμμή ως προς την αναφορά μέτρησης.</a:t>
            </a:r>
          </a:p>
        </p:txBody>
      </p:sp>
      <p:sp>
        <p:nvSpPr>
          <p:cNvPr id="19" name="s15-result-card">
            <a:extLst xmlns:a="http://schemas.openxmlformats.org/drawingml/2006/main">
              <a:ext uri="{FF2B5EF4-FFF2-40B4-BE49-F238E27FC236}">
                <a16:creationId xmlns:a16="http://schemas.microsoft.com/office/drawing/2014/main" id="{E6D93EE5-5EAE-4A93-A586-5A347A95B9A1}"/>
              </a:ext>
            </a:extLst>
          </p:cNvPr>
          <p:cNvSpPr>
            <a:spLocks xmlns:a="http://schemas.openxmlformats.org/drawingml/2006/main" noGrp="1"/>
          </p:cNvSpPr>
          <p:nvPr/>
        </p:nvSpPr>
        <p:spPr>
          <a:xfrm xmlns:a="http://schemas.openxmlformats.org/drawingml/2006/main">
            <a:off x="6953250" y="2305050"/>
            <a:ext cx="4629150" cy="3067050"/>
          </a:xfrm>
          <a:prstGeom xmlns:a="http://schemas.openxmlformats.org/drawingml/2006/main" prst="roundRect">
            <a:avLst>
              <a:gd name="adj" fmla="val 2484"/>
            </a:avLst>
          </a:prstGeom>
          <a:solidFill xmlns:a="http://schemas.openxmlformats.org/drawingml/2006/main">
            <a:srgbClr val="FFFFFF"/>
          </a:solidFill>
          <a:ln xmlns:a="http://schemas.openxmlformats.org/drawingml/2006/main" w="0">
            <a:noFill/>
            <a:prstDash val="solid"/>
          </a:ln>
        </p:spPr>
      </p:sp>
      <p:sp>
        <p:nvSpPr>
          <p:cNvPr id="20" name="s15-result-heading">
            <a:extLst xmlns:a="http://schemas.openxmlformats.org/drawingml/2006/main">
              <a:ext uri="{FF2B5EF4-FFF2-40B4-BE49-F238E27FC236}">
                <a16:creationId xmlns:a16="http://schemas.microsoft.com/office/drawing/2014/main" id="{BCF44142-F771-410E-8623-0FBE973FFCF2}"/>
              </a:ext>
            </a:extLst>
          </p:cNvPr>
          <p:cNvSpPr>
            <a:spLocks xmlns:a="http://schemas.openxmlformats.org/drawingml/2006/main" noGrp="1"/>
          </p:cNvSpPr>
          <p:nvPr/>
        </p:nvSpPr>
        <p:spPr>
          <a:xfrm xmlns:a="http://schemas.openxmlformats.org/drawingml/2006/main">
            <a:off x="7219950" y="251460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ΣΥΓΚΡΙΝΟΥΜΕ ΤΙΣ ΔΥΟ ΓΡΑΜΜΕΣ</a:t>
            </a:r>
          </a:p>
        </p:txBody>
      </p:sp>
      <p:sp>
        <p:nvSpPr>
          <p:cNvPr id="21" name="s15-wave-bg">
            <a:extLst xmlns:a="http://schemas.openxmlformats.org/drawingml/2006/main">
              <a:ext uri="{FF2B5EF4-FFF2-40B4-BE49-F238E27FC236}">
                <a16:creationId xmlns:a16="http://schemas.microsoft.com/office/drawing/2014/main" id="{086AD1B9-1EB9-46EF-91FF-4E25F085249B}"/>
              </a:ext>
            </a:extLst>
          </p:cNvPr>
          <p:cNvSpPr>
            <a:spLocks xmlns:a="http://schemas.openxmlformats.org/drawingml/2006/main" noGrp="1"/>
          </p:cNvSpPr>
          <p:nvPr/>
        </p:nvSpPr>
        <p:spPr>
          <a:xfrm xmlns:a="http://schemas.openxmlformats.org/drawingml/2006/main">
            <a:off x="7372350" y="2943225"/>
            <a:ext cx="3790950" cy="1390650"/>
          </a:xfrm>
          <a:prstGeom xmlns:a="http://schemas.openxmlformats.org/drawingml/2006/main" prst="roundRect">
            <a:avLst>
              <a:gd name="adj" fmla="val 5479"/>
            </a:avLst>
          </a:prstGeom>
          <a:solidFill xmlns:a="http://schemas.openxmlformats.org/drawingml/2006/main">
            <a:srgbClr val="071426"/>
          </a:solidFill>
          <a:ln xmlns:a="http://schemas.openxmlformats.org/drawingml/2006/main" w="9525">
            <a:solidFill>
              <a:srgbClr val="29445E"/>
            </a:solidFill>
            <a:prstDash val="solid"/>
          </a:ln>
        </p:spPr>
      </p:sp>
      <p:sp>
        <p:nvSpPr>
          <p:cNvPr id="22" name="s15-grid-h-1">
            <a:extLst xmlns:a="http://schemas.openxmlformats.org/drawingml/2006/main">
              <a:ext uri="{FF2B5EF4-FFF2-40B4-BE49-F238E27FC236}">
                <a16:creationId xmlns:a16="http://schemas.microsoft.com/office/drawing/2014/main" id="{CAE684CF-E2E6-4F51-B979-AECE9E1BF788}"/>
              </a:ext>
            </a:extLst>
          </p:cNvPr>
          <p:cNvSpPr>
            <a:spLocks xmlns:a="http://schemas.openxmlformats.org/drawingml/2006/main" noGrp="1"/>
          </p:cNvSpPr>
          <p:nvPr/>
        </p:nvSpPr>
        <p:spPr>
          <a:xfrm xmlns:a="http://schemas.openxmlformats.org/drawingml/2006/main">
            <a:off x="7372350" y="3286125"/>
            <a:ext cx="379095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3" name="s15-grid-h-2">
            <a:extLst xmlns:a="http://schemas.openxmlformats.org/drawingml/2006/main">
              <a:ext uri="{FF2B5EF4-FFF2-40B4-BE49-F238E27FC236}">
                <a16:creationId xmlns:a16="http://schemas.microsoft.com/office/drawing/2014/main" id="{39BA4600-CA45-4960-8C5E-4415E721A5B4}"/>
              </a:ext>
            </a:extLst>
          </p:cNvPr>
          <p:cNvSpPr>
            <a:spLocks xmlns:a="http://schemas.openxmlformats.org/drawingml/2006/main" noGrp="1"/>
          </p:cNvSpPr>
          <p:nvPr/>
        </p:nvSpPr>
        <p:spPr>
          <a:xfrm xmlns:a="http://schemas.openxmlformats.org/drawingml/2006/main">
            <a:off x="7372350" y="3629025"/>
            <a:ext cx="379095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4" name="s15-grid-h-3">
            <a:extLst xmlns:a="http://schemas.openxmlformats.org/drawingml/2006/main">
              <a:ext uri="{FF2B5EF4-FFF2-40B4-BE49-F238E27FC236}">
                <a16:creationId xmlns:a16="http://schemas.microsoft.com/office/drawing/2014/main" id="{7621F422-F3EB-4A63-930F-5516F408277E}"/>
              </a:ext>
            </a:extLst>
          </p:cNvPr>
          <p:cNvSpPr>
            <a:spLocks xmlns:a="http://schemas.openxmlformats.org/drawingml/2006/main" noGrp="1"/>
          </p:cNvSpPr>
          <p:nvPr/>
        </p:nvSpPr>
        <p:spPr>
          <a:xfrm xmlns:a="http://schemas.openxmlformats.org/drawingml/2006/main">
            <a:off x="7372350" y="3971925"/>
            <a:ext cx="3790950" cy="9525"/>
          </a:xfrm>
          <a:prstGeom xmlns:a="http://schemas.openxmlformats.org/drawingml/2006/main" prst="rect">
            <a:avLst/>
          </a:prstGeom>
          <a:solidFill xmlns:a="http://schemas.openxmlformats.org/drawingml/2006/main">
            <a:srgbClr val="263B50"/>
          </a:solidFill>
          <a:ln xmlns:a="http://schemas.openxmlformats.org/drawingml/2006/main" w="0">
            <a:noFill/>
            <a:prstDash val="solid"/>
          </a:ln>
        </p:spPr>
      </p:sp>
      <p:sp>
        <p:nvSpPr>
          <p:cNvPr id="25" name="s15-h-low">
            <a:extLst xmlns:a="http://schemas.openxmlformats.org/drawingml/2006/main">
              <a:ext uri="{FF2B5EF4-FFF2-40B4-BE49-F238E27FC236}">
                <a16:creationId xmlns:a16="http://schemas.microsoft.com/office/drawing/2014/main" id="{84D7AB01-CA73-449F-9991-6D4D57040E1C}"/>
              </a:ext>
            </a:extLst>
          </p:cNvPr>
          <p:cNvSpPr>
            <a:spLocks xmlns:a="http://schemas.openxmlformats.org/drawingml/2006/main" noGrp="1"/>
          </p:cNvSpPr>
          <p:nvPr/>
        </p:nvSpPr>
        <p:spPr>
          <a:xfrm xmlns:a="http://schemas.openxmlformats.org/drawingml/2006/main">
            <a:off x="7591425" y="3505200"/>
            <a:ext cx="1047750" cy="381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26" name="s15-h-up">
            <a:extLst xmlns:a="http://schemas.openxmlformats.org/drawingml/2006/main">
              <a:ext uri="{FF2B5EF4-FFF2-40B4-BE49-F238E27FC236}">
                <a16:creationId xmlns:a16="http://schemas.microsoft.com/office/drawing/2014/main" id="{AEC8B776-CE46-4EF6-BF79-A84809B687B7}"/>
              </a:ext>
            </a:extLst>
          </p:cNvPr>
          <p:cNvSpPr>
            <a:spLocks xmlns:a="http://schemas.openxmlformats.org/drawingml/2006/main" noGrp="1"/>
          </p:cNvSpPr>
          <p:nvPr/>
        </p:nvSpPr>
        <p:spPr>
          <a:xfrm xmlns:a="http://schemas.openxmlformats.org/drawingml/2006/main">
            <a:off x="8639175" y="3238500"/>
            <a:ext cx="1190625" cy="381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27" name="s15-h-end">
            <a:extLst xmlns:a="http://schemas.openxmlformats.org/drawingml/2006/main">
              <a:ext uri="{FF2B5EF4-FFF2-40B4-BE49-F238E27FC236}">
                <a16:creationId xmlns:a16="http://schemas.microsoft.com/office/drawing/2014/main" id="{4D15B44A-B7E3-442C-9BE2-10107673B567}"/>
              </a:ext>
            </a:extLst>
          </p:cNvPr>
          <p:cNvSpPr>
            <a:spLocks xmlns:a="http://schemas.openxmlformats.org/drawingml/2006/main" noGrp="1"/>
          </p:cNvSpPr>
          <p:nvPr/>
        </p:nvSpPr>
        <p:spPr>
          <a:xfrm xmlns:a="http://schemas.openxmlformats.org/drawingml/2006/main">
            <a:off x="9829800" y="3505200"/>
            <a:ext cx="1104900" cy="3810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28" name="s15-h-edge-up">
            <a:extLst xmlns:a="http://schemas.openxmlformats.org/drawingml/2006/main">
              <a:ext uri="{FF2B5EF4-FFF2-40B4-BE49-F238E27FC236}">
                <a16:creationId xmlns:a16="http://schemas.microsoft.com/office/drawing/2014/main" id="{D35D10FF-18F4-48F4-A3FF-ACDEB2EEEA35}"/>
              </a:ext>
            </a:extLst>
          </p:cNvPr>
          <p:cNvSpPr>
            <a:spLocks xmlns:a="http://schemas.openxmlformats.org/drawingml/2006/main" noGrp="1"/>
          </p:cNvSpPr>
          <p:nvPr/>
        </p:nvSpPr>
        <p:spPr>
          <a:xfrm xmlns:a="http://schemas.openxmlformats.org/drawingml/2006/main">
            <a:off x="8620125" y="3257550"/>
            <a:ext cx="38100" cy="24765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29" name="s15-h-edge-down">
            <a:extLst xmlns:a="http://schemas.openxmlformats.org/drawingml/2006/main">
              <a:ext uri="{FF2B5EF4-FFF2-40B4-BE49-F238E27FC236}">
                <a16:creationId xmlns:a16="http://schemas.microsoft.com/office/drawing/2014/main" id="{A2125A36-D9DC-4374-BD4B-1DA605DC8647}"/>
              </a:ext>
            </a:extLst>
          </p:cNvPr>
          <p:cNvSpPr>
            <a:spLocks xmlns:a="http://schemas.openxmlformats.org/drawingml/2006/main" noGrp="1"/>
          </p:cNvSpPr>
          <p:nvPr/>
        </p:nvSpPr>
        <p:spPr>
          <a:xfrm xmlns:a="http://schemas.openxmlformats.org/drawingml/2006/main">
            <a:off x="9810750" y="3257550"/>
            <a:ext cx="38100" cy="247650"/>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30" name="s15-l-low">
            <a:extLst xmlns:a="http://schemas.openxmlformats.org/drawingml/2006/main">
              <a:ext uri="{FF2B5EF4-FFF2-40B4-BE49-F238E27FC236}">
                <a16:creationId xmlns:a16="http://schemas.microsoft.com/office/drawing/2014/main" id="{48A34BDC-82B0-4FFA-A65F-2FCBAFB729BD}"/>
              </a:ext>
            </a:extLst>
          </p:cNvPr>
          <p:cNvSpPr>
            <a:spLocks xmlns:a="http://schemas.openxmlformats.org/drawingml/2006/main" noGrp="1"/>
          </p:cNvSpPr>
          <p:nvPr/>
        </p:nvSpPr>
        <p:spPr>
          <a:xfrm xmlns:a="http://schemas.openxmlformats.org/drawingml/2006/main">
            <a:off x="7591425" y="4019550"/>
            <a:ext cx="104775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1" name="s15-l-down">
            <a:extLst xmlns:a="http://schemas.openxmlformats.org/drawingml/2006/main">
              <a:ext uri="{FF2B5EF4-FFF2-40B4-BE49-F238E27FC236}">
                <a16:creationId xmlns:a16="http://schemas.microsoft.com/office/drawing/2014/main" id="{A189311D-AFDF-4D43-A676-C638FB5EA1EE}"/>
              </a:ext>
            </a:extLst>
          </p:cNvPr>
          <p:cNvSpPr>
            <a:spLocks xmlns:a="http://schemas.openxmlformats.org/drawingml/2006/main" noGrp="1"/>
          </p:cNvSpPr>
          <p:nvPr/>
        </p:nvSpPr>
        <p:spPr>
          <a:xfrm xmlns:a="http://schemas.openxmlformats.org/drawingml/2006/main">
            <a:off x="8639175" y="4238625"/>
            <a:ext cx="1190625"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2" name="s15-l-end">
            <a:extLst xmlns:a="http://schemas.openxmlformats.org/drawingml/2006/main">
              <a:ext uri="{FF2B5EF4-FFF2-40B4-BE49-F238E27FC236}">
                <a16:creationId xmlns:a16="http://schemas.microsoft.com/office/drawing/2014/main" id="{9C929032-BF2C-43A3-8002-F829AACC91A3}"/>
              </a:ext>
            </a:extLst>
          </p:cNvPr>
          <p:cNvSpPr>
            <a:spLocks xmlns:a="http://schemas.openxmlformats.org/drawingml/2006/main" noGrp="1"/>
          </p:cNvSpPr>
          <p:nvPr/>
        </p:nvSpPr>
        <p:spPr>
          <a:xfrm xmlns:a="http://schemas.openxmlformats.org/drawingml/2006/main">
            <a:off x="9829800" y="4019550"/>
            <a:ext cx="1104900" cy="381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3" name="s15-l-edge-down">
            <a:extLst xmlns:a="http://schemas.openxmlformats.org/drawingml/2006/main">
              <a:ext uri="{FF2B5EF4-FFF2-40B4-BE49-F238E27FC236}">
                <a16:creationId xmlns:a16="http://schemas.microsoft.com/office/drawing/2014/main" id="{3AF01963-321F-4CFD-8E36-ADCC1D54CF0A}"/>
              </a:ext>
            </a:extLst>
          </p:cNvPr>
          <p:cNvSpPr>
            <a:spLocks xmlns:a="http://schemas.openxmlformats.org/drawingml/2006/main" noGrp="1"/>
          </p:cNvSpPr>
          <p:nvPr/>
        </p:nvSpPr>
        <p:spPr>
          <a:xfrm xmlns:a="http://schemas.openxmlformats.org/drawingml/2006/main">
            <a:off x="8620125" y="4038600"/>
            <a:ext cx="38100" cy="2000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4" name="s15-l-edge-up">
            <a:extLst xmlns:a="http://schemas.openxmlformats.org/drawingml/2006/main">
              <a:ext uri="{FF2B5EF4-FFF2-40B4-BE49-F238E27FC236}">
                <a16:creationId xmlns:a16="http://schemas.microsoft.com/office/drawing/2014/main" id="{0982FA1A-737A-4F43-B022-A9012C71813A}"/>
              </a:ext>
            </a:extLst>
          </p:cNvPr>
          <p:cNvSpPr>
            <a:spLocks xmlns:a="http://schemas.openxmlformats.org/drawingml/2006/main" noGrp="1"/>
          </p:cNvSpPr>
          <p:nvPr/>
        </p:nvSpPr>
        <p:spPr>
          <a:xfrm xmlns:a="http://schemas.openxmlformats.org/drawingml/2006/main">
            <a:off x="9810750" y="4038600"/>
            <a:ext cx="38100" cy="2000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5" name="s15-math">
            <a:extLst xmlns:a="http://schemas.openxmlformats.org/drawingml/2006/main">
              <a:ext uri="{FF2B5EF4-FFF2-40B4-BE49-F238E27FC236}">
                <a16:creationId xmlns:a16="http://schemas.microsoft.com/office/drawing/2014/main" id="{70F51EA7-90D5-4F9D-880D-068259D7CC54}"/>
              </a:ext>
            </a:extLst>
          </p:cNvPr>
          <p:cNvSpPr>
            <a:spLocks xmlns:a="http://schemas.openxmlformats.org/drawingml/2006/main" noGrp="1"/>
          </p:cNvSpPr>
          <p:nvPr/>
        </p:nvSpPr>
        <p:spPr>
          <a:xfrm xmlns:a="http://schemas.openxmlformats.org/drawingml/2006/main">
            <a:off x="7372350" y="4429125"/>
            <a:ext cx="3790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55938"/>
                </a:solidFill>
                <a:latin typeface="DejaVu Sans"/>
                <a:ea typeface="DejaVu Sans"/>
                <a:cs typeface="DejaVu Sans"/>
              </a:defRPr>
            </a:defPPr>
            <a:lvl1pPr algn="ctr">
              <a:defRPr sz="1350" b="1">
                <a:solidFill>
                  <a:srgbClr val="155938"/>
                </a:solidFill>
                <a:latin typeface="DejaVu Sans"/>
                <a:ea typeface="DejaVu Sans"/>
                <a:cs typeface="DejaVu Sans"/>
              </a:defRPr>
            </a:lvl1pPr>
            <a:lvl2pPr algn="ctr">
              <a:defRPr sz="1350" b="1">
                <a:solidFill>
                  <a:srgbClr val="155938"/>
                </a:solidFill>
                <a:latin typeface="DejaVu Sans"/>
                <a:ea typeface="DejaVu Sans"/>
                <a:cs typeface="DejaVu Sans"/>
              </a:defRPr>
            </a:lvl2pPr>
            <a:lvl3pPr algn="ctr">
              <a:defRPr sz="1350" b="1">
                <a:solidFill>
                  <a:srgbClr val="155938"/>
                </a:solidFill>
                <a:latin typeface="DejaVu Sans"/>
                <a:ea typeface="DejaVu Sans"/>
                <a:cs typeface="DejaVu Sans"/>
              </a:defRPr>
            </a:lvl3pPr>
            <a:lvl4pPr algn="ctr">
              <a:defRPr sz="1350" b="1">
                <a:solidFill>
                  <a:srgbClr val="155938"/>
                </a:solidFill>
                <a:latin typeface="DejaVu Sans"/>
                <a:ea typeface="DejaVu Sans"/>
                <a:cs typeface="DejaVu Sans"/>
              </a:defRPr>
            </a:lvl4pPr>
            <a:lvl5pPr algn="ctr">
              <a:defRPr sz="1350" b="1">
                <a:solidFill>
                  <a:srgbClr val="155938"/>
                </a:solidFill>
                <a:latin typeface="DejaVu Sans"/>
                <a:ea typeface="DejaVu Sans"/>
                <a:cs typeface="DejaVu Sans"/>
              </a:defRPr>
            </a:lvl5pPr>
            <a:lvl6pPr algn="ctr">
              <a:defRPr sz="1350" b="1">
                <a:solidFill>
                  <a:srgbClr val="155938"/>
                </a:solidFill>
                <a:latin typeface="DejaVu Sans"/>
                <a:ea typeface="DejaVu Sans"/>
                <a:cs typeface="DejaVu Sans"/>
              </a:defRPr>
            </a:lvl6pPr>
            <a:lvl7pPr algn="ctr">
              <a:defRPr sz="1350" b="1">
                <a:solidFill>
                  <a:srgbClr val="155938"/>
                </a:solidFill>
                <a:latin typeface="DejaVu Sans"/>
                <a:ea typeface="DejaVu Sans"/>
                <a:cs typeface="DejaVu Sans"/>
              </a:defRPr>
            </a:lvl7pPr>
            <a:lvl8pPr algn="ctr">
              <a:defRPr sz="1350" b="1">
                <a:solidFill>
                  <a:srgbClr val="155938"/>
                </a:solidFill>
                <a:latin typeface="DejaVu Sans"/>
                <a:ea typeface="DejaVu Sans"/>
                <a:cs typeface="DejaVu Sans"/>
              </a:defRPr>
            </a:lvl8pPr>
            <a:lvl9pPr algn="ctr">
              <a:defRPr sz="1350" b="1">
                <a:solidFill>
                  <a:srgbClr val="155938"/>
                </a:solidFill>
                <a:latin typeface="DejaVu Sans"/>
                <a:ea typeface="DejaVu Sans"/>
                <a:cs typeface="DejaVu Sans"/>
              </a:defRPr>
            </a:lvl9pPr>
          </a:lstStyle>
          <a:p xmlns:a="http://schemas.openxmlformats.org/drawingml/2006/main">
            <a:pPr algn="ctr">
              <a:defRPr sz="1350" b="1">
                <a:solidFill>
                  <a:srgbClr val="155938"/>
                </a:solidFill>
                <a:latin typeface="DejaVu Sans"/>
                <a:ea typeface="DejaVu Sans"/>
                <a:cs typeface="DejaVu Sans"/>
              </a:defRPr>
            </a:pPr>
            <a:r>
              <a:rPr sz="1350" b="1">
                <a:solidFill>
                  <a:srgbClr val="155938"/>
                </a:solidFill>
                <a:latin typeface="DejaVu Sans"/>
                <a:ea typeface="DejaVu Sans"/>
                <a:cs typeface="DejaVu Sans"/>
              </a:rPr>
              <a:t>A − B  =  διαφορικό σήμα</a:t>
            </a:r>
          </a:p>
        </p:txBody>
      </p:sp>
      <p:sp>
        <p:nvSpPr>
          <p:cNvPr id="36" name="s15-safety">
            <a:extLst xmlns:a="http://schemas.openxmlformats.org/drawingml/2006/main">
              <a:ext uri="{FF2B5EF4-FFF2-40B4-BE49-F238E27FC236}">
                <a16:creationId xmlns:a16="http://schemas.microsoft.com/office/drawing/2014/main" id="{EB33DA78-D674-4139-AB9A-4C32A7F4A8D8}"/>
              </a:ext>
            </a:extLst>
          </p:cNvPr>
          <p:cNvSpPr>
            <a:spLocks xmlns:a="http://schemas.openxmlformats.org/drawingml/2006/main" noGrp="1"/>
          </p:cNvSpPr>
          <p:nvPr/>
        </p:nvSpPr>
        <p:spPr>
          <a:xfrm xmlns:a="http://schemas.openxmlformats.org/drawingml/2006/main">
            <a:off x="609600" y="5638800"/>
            <a:ext cx="10972800" cy="552450"/>
          </a:xfrm>
          <a:prstGeom xmlns:a="http://schemas.openxmlformats.org/drawingml/2006/main" prst="roundRect">
            <a:avLst>
              <a:gd name="adj" fmla="val 13793"/>
            </a:avLst>
          </a:prstGeom>
          <a:solidFill xmlns:a="http://schemas.openxmlformats.org/drawingml/2006/main">
            <a:srgbClr val="3A2020"/>
          </a:solidFill>
          <a:ln xmlns:a="http://schemas.openxmlformats.org/drawingml/2006/main" w="9525">
            <a:solidFill>
              <a:srgbClr val="9B4A3D"/>
            </a:solidFill>
            <a:prstDash val="solid"/>
          </a:ln>
        </p:spPr>
      </p:sp>
      <p:sp>
        <p:nvSpPr>
          <p:cNvPr id="37" name="s15-safety-text">
            <a:extLst xmlns:a="http://schemas.openxmlformats.org/drawingml/2006/main">
              <a:ext uri="{FF2B5EF4-FFF2-40B4-BE49-F238E27FC236}">
                <a16:creationId xmlns:a16="http://schemas.microsoft.com/office/drawing/2014/main" id="{F1C6F0B8-7594-4C8B-B0F6-45BD5893EA6B}"/>
              </a:ext>
            </a:extLst>
          </p:cNvPr>
          <p:cNvSpPr>
            <a:spLocks xmlns:a="http://schemas.openxmlformats.org/drawingml/2006/main" noGrp="1"/>
          </p:cNvSpPr>
          <p:nvPr/>
        </p:nvSpPr>
        <p:spPr>
          <a:xfrm xmlns:a="http://schemas.openxmlformats.org/drawingml/2006/main">
            <a:off x="819150" y="5715000"/>
            <a:ext cx="1055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E9E2"/>
                </a:solidFill>
                <a:latin typeface="DejaVu Sans"/>
                <a:ea typeface="DejaVu Sans"/>
                <a:cs typeface="DejaVu Sans"/>
              </a:defRPr>
            </a:defPPr>
            <a:lvl1pPr algn="ctr">
              <a:defRPr sz="1125" b="1">
                <a:solidFill>
                  <a:srgbClr val="FFE9E2"/>
                </a:solidFill>
                <a:latin typeface="DejaVu Sans"/>
                <a:ea typeface="DejaVu Sans"/>
                <a:cs typeface="DejaVu Sans"/>
              </a:defRPr>
            </a:lvl1pPr>
            <a:lvl2pPr algn="ctr">
              <a:defRPr sz="1125" b="1">
                <a:solidFill>
                  <a:srgbClr val="FFE9E2"/>
                </a:solidFill>
                <a:latin typeface="DejaVu Sans"/>
                <a:ea typeface="DejaVu Sans"/>
                <a:cs typeface="DejaVu Sans"/>
              </a:defRPr>
            </a:lvl2pPr>
            <a:lvl3pPr algn="ctr">
              <a:defRPr sz="1125" b="1">
                <a:solidFill>
                  <a:srgbClr val="FFE9E2"/>
                </a:solidFill>
                <a:latin typeface="DejaVu Sans"/>
                <a:ea typeface="DejaVu Sans"/>
                <a:cs typeface="DejaVu Sans"/>
              </a:defRPr>
            </a:lvl3pPr>
            <a:lvl4pPr algn="ctr">
              <a:defRPr sz="1125" b="1">
                <a:solidFill>
                  <a:srgbClr val="FFE9E2"/>
                </a:solidFill>
                <a:latin typeface="DejaVu Sans"/>
                <a:ea typeface="DejaVu Sans"/>
                <a:cs typeface="DejaVu Sans"/>
              </a:defRPr>
            </a:lvl4pPr>
            <a:lvl5pPr algn="ctr">
              <a:defRPr sz="1125" b="1">
                <a:solidFill>
                  <a:srgbClr val="FFE9E2"/>
                </a:solidFill>
                <a:latin typeface="DejaVu Sans"/>
                <a:ea typeface="DejaVu Sans"/>
                <a:cs typeface="DejaVu Sans"/>
              </a:defRPr>
            </a:lvl5pPr>
            <a:lvl6pPr algn="ctr">
              <a:defRPr sz="1125" b="1">
                <a:solidFill>
                  <a:srgbClr val="FFE9E2"/>
                </a:solidFill>
                <a:latin typeface="DejaVu Sans"/>
                <a:ea typeface="DejaVu Sans"/>
                <a:cs typeface="DejaVu Sans"/>
              </a:defRPr>
            </a:lvl6pPr>
            <a:lvl7pPr algn="ctr">
              <a:defRPr sz="1125" b="1">
                <a:solidFill>
                  <a:srgbClr val="FFE9E2"/>
                </a:solidFill>
                <a:latin typeface="DejaVu Sans"/>
                <a:ea typeface="DejaVu Sans"/>
                <a:cs typeface="DejaVu Sans"/>
              </a:defRPr>
            </a:lvl7pPr>
            <a:lvl8pPr algn="ctr">
              <a:defRPr sz="1125" b="1">
                <a:solidFill>
                  <a:srgbClr val="FFE9E2"/>
                </a:solidFill>
                <a:latin typeface="DejaVu Sans"/>
                <a:ea typeface="DejaVu Sans"/>
                <a:cs typeface="DejaVu Sans"/>
              </a:defRPr>
            </a:lvl8pPr>
            <a:lvl9pPr algn="ctr">
              <a:defRPr sz="1125" b="1">
                <a:solidFill>
                  <a:srgbClr val="FFE9E2"/>
                </a:solidFill>
                <a:latin typeface="DejaVu Sans"/>
                <a:ea typeface="DejaVu Sans"/>
                <a:cs typeface="DejaVu Sans"/>
              </a:defRPr>
            </a:lvl9pPr>
          </a:lstStyle>
          <a:p xmlns:a="http://schemas.openxmlformats.org/drawingml/2006/main">
            <a:pPr algn="ctr">
              <a:defRPr sz="1125" b="1">
                <a:solidFill>
                  <a:srgbClr val="FFE9E2"/>
                </a:solidFill>
                <a:latin typeface="DejaVu Sans"/>
                <a:ea typeface="DejaVu Sans"/>
                <a:cs typeface="DejaVu Sans"/>
              </a:defRPr>
            </a:pPr>
            <a:r>
              <a:rPr sz="1125" b="1">
                <a:solidFill>
                  <a:srgbClr val="FFE9E2"/>
                </a:solidFill>
                <a:latin typeface="DejaVu Sans"/>
                <a:ea typeface="DejaVu Sans"/>
                <a:cs typeface="DejaVu Sans"/>
              </a:rPr>
              <a:t>Χρησιμοποιούμε κατάλληλο παλμογράφο αυτοκινήτου ή διαφορική μέτρηση και ακολουθούμε τις οδηγίες του οργάνου.</a:t>
            </a:r>
          </a:p>
        </p:txBody>
      </p:sp>
      <p:sp>
        <p:nvSpPr>
          <p:cNvPr id="38" name="s15-footer">
            <a:extLst xmlns:a="http://schemas.openxmlformats.org/drawingml/2006/main">
              <a:ext uri="{FF2B5EF4-FFF2-40B4-BE49-F238E27FC236}">
                <a16:creationId xmlns:a16="http://schemas.microsoft.com/office/drawing/2014/main" id="{AF79F4C7-47DF-496B-A987-D17E890B310A}"/>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Δίκτυα και Επικοινωνία Οχημάτων</a:t>
            </a:r>
          </a:p>
        </p:txBody>
      </p:sp>
      <p:sp>
        <p:nvSpPr>
          <p:cNvPr id="39" name="s15-page-number">
            <a:extLst xmlns:a="http://schemas.openxmlformats.org/drawingml/2006/main">
              <a:ext uri="{FF2B5EF4-FFF2-40B4-BE49-F238E27FC236}">
                <a16:creationId xmlns:a16="http://schemas.microsoft.com/office/drawing/2014/main" id="{CB39BEB5-7EA4-47F2-B611-543C0D8AB68E}"/>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AFC0D1"/>
                </a:solidFill>
                <a:latin typeface="DejaVu Sans"/>
                <a:ea typeface="DejaVu Sans"/>
                <a:cs typeface="DejaVu Sans"/>
              </a:defRPr>
            </a:defPPr>
            <a:lvl1pPr algn="r">
              <a:defRPr sz="1200" b="1">
                <a:solidFill>
                  <a:srgbClr val="AFC0D1"/>
                </a:solidFill>
                <a:latin typeface="DejaVu Sans"/>
                <a:ea typeface="DejaVu Sans"/>
                <a:cs typeface="DejaVu Sans"/>
              </a:defRPr>
            </a:lvl1pPr>
            <a:lvl2pPr algn="r">
              <a:defRPr sz="1200" b="1">
                <a:solidFill>
                  <a:srgbClr val="AFC0D1"/>
                </a:solidFill>
                <a:latin typeface="DejaVu Sans"/>
                <a:ea typeface="DejaVu Sans"/>
                <a:cs typeface="DejaVu Sans"/>
              </a:defRPr>
            </a:lvl2pPr>
            <a:lvl3pPr algn="r">
              <a:defRPr sz="1200" b="1">
                <a:solidFill>
                  <a:srgbClr val="AFC0D1"/>
                </a:solidFill>
                <a:latin typeface="DejaVu Sans"/>
                <a:ea typeface="DejaVu Sans"/>
                <a:cs typeface="DejaVu Sans"/>
              </a:defRPr>
            </a:lvl3pPr>
            <a:lvl4pPr algn="r">
              <a:defRPr sz="1200" b="1">
                <a:solidFill>
                  <a:srgbClr val="AFC0D1"/>
                </a:solidFill>
                <a:latin typeface="DejaVu Sans"/>
                <a:ea typeface="DejaVu Sans"/>
                <a:cs typeface="DejaVu Sans"/>
              </a:defRPr>
            </a:lvl4pPr>
            <a:lvl5pPr algn="r">
              <a:defRPr sz="1200" b="1">
                <a:solidFill>
                  <a:srgbClr val="AFC0D1"/>
                </a:solidFill>
                <a:latin typeface="DejaVu Sans"/>
                <a:ea typeface="DejaVu Sans"/>
                <a:cs typeface="DejaVu Sans"/>
              </a:defRPr>
            </a:lvl5pPr>
            <a:lvl6pPr algn="r">
              <a:defRPr sz="1200" b="1">
                <a:solidFill>
                  <a:srgbClr val="AFC0D1"/>
                </a:solidFill>
                <a:latin typeface="DejaVu Sans"/>
                <a:ea typeface="DejaVu Sans"/>
                <a:cs typeface="DejaVu Sans"/>
              </a:defRPr>
            </a:lvl6pPr>
            <a:lvl7pPr algn="r">
              <a:defRPr sz="1200" b="1">
                <a:solidFill>
                  <a:srgbClr val="AFC0D1"/>
                </a:solidFill>
                <a:latin typeface="DejaVu Sans"/>
                <a:ea typeface="DejaVu Sans"/>
                <a:cs typeface="DejaVu Sans"/>
              </a:defRPr>
            </a:lvl7pPr>
            <a:lvl8pPr algn="r">
              <a:defRPr sz="1200" b="1">
                <a:solidFill>
                  <a:srgbClr val="AFC0D1"/>
                </a:solidFill>
                <a:latin typeface="DejaVu Sans"/>
                <a:ea typeface="DejaVu Sans"/>
                <a:cs typeface="DejaVu Sans"/>
              </a:defRPr>
            </a:lvl8pPr>
            <a:lvl9pPr algn="r">
              <a:defRPr sz="1200" b="1">
                <a:solidFill>
                  <a:srgbClr val="AFC0D1"/>
                </a:solidFill>
                <a:latin typeface="DejaVu Sans"/>
                <a:ea typeface="DejaVu Sans"/>
                <a:cs typeface="DejaVu Sans"/>
              </a:defRPr>
            </a:lvl9pPr>
          </a:lstStyle>
          <a:p xmlns:a="http://schemas.openxmlformats.org/drawingml/2006/main">
            <a:pPr algn="r">
              <a:defRPr sz="1200" b="1">
                <a:solidFill>
                  <a:srgbClr val="AFC0D1"/>
                </a:solidFill>
                <a:latin typeface="DejaVu Sans"/>
                <a:ea typeface="DejaVu Sans"/>
                <a:cs typeface="DejaVu Sans"/>
              </a:defRPr>
            </a:pPr>
            <a:r>
              <a:rPr sz="1200" b="1">
                <a:solidFill>
                  <a:srgbClr val="AFC0D1"/>
                </a:solidFill>
                <a:latin typeface="DejaVu Sans"/>
                <a:ea typeface="DejaVu Sans"/>
                <a:cs typeface="DejaVu Sans"/>
              </a:rPr>
              <a:t>15</a:t>
            </a:r>
          </a:p>
        </p:txBody>
      </p:sp>
    </p:spTree>
    <p:extLst>
      <p:ext uri="{BB962C8B-B14F-4D97-AF65-F5344CB8AC3E}">
        <p14:creationId xmlns:p14="http://schemas.microsoft.com/office/powerpoint/2010/main" val="1870037406"/>
      </p:ext>
    </p:extLst>
  </p:cSld>
</p:sld>
</file>

<file path=ppt/slides/slide16.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16" name="s16-kicker">
            <a:extLst xmlns:a="http://schemas.openxmlformats.org/drawingml/2006/main">
              <a:ext uri="{FF2B5EF4-FFF2-40B4-BE49-F238E27FC236}">
                <a16:creationId xmlns:a16="http://schemas.microsoft.com/office/drawing/2014/main" id="{F71CF299-676A-4D2A-BBC2-1E274178C42E}"/>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6-title">
            <a:extLst xmlns:a="http://schemas.openxmlformats.org/drawingml/2006/main">
              <a:ext uri="{FF2B5EF4-FFF2-40B4-BE49-F238E27FC236}">
                <a16:creationId xmlns:a16="http://schemas.microsoft.com/office/drawing/2014/main" id="{4F38BD19-5350-4144-A13C-201A435F1A9A}"/>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101D31"/>
                </a:solidFill>
                <a:latin typeface="DejaVu Sans"/>
                <a:ea typeface="DejaVu Sans"/>
                <a:cs typeface="DejaVu Sans"/>
              </a:defRPr>
            </a:defPPr>
            <a:lvl1pPr algn="l">
              <a:defRPr sz="2700" b="1">
                <a:solidFill>
                  <a:srgbClr val="101D31"/>
                </a:solidFill>
                <a:latin typeface="DejaVu Sans"/>
                <a:ea typeface="DejaVu Sans"/>
                <a:cs typeface="DejaVu Sans"/>
              </a:defRPr>
            </a:lvl1pPr>
            <a:lvl2pPr algn="l">
              <a:defRPr sz="2700" b="1">
                <a:solidFill>
                  <a:srgbClr val="101D31"/>
                </a:solidFill>
                <a:latin typeface="DejaVu Sans"/>
                <a:ea typeface="DejaVu Sans"/>
                <a:cs typeface="DejaVu Sans"/>
              </a:defRPr>
            </a:lvl2pPr>
            <a:lvl3pPr algn="l">
              <a:defRPr sz="2700" b="1">
                <a:solidFill>
                  <a:srgbClr val="101D31"/>
                </a:solidFill>
                <a:latin typeface="DejaVu Sans"/>
                <a:ea typeface="DejaVu Sans"/>
                <a:cs typeface="DejaVu Sans"/>
              </a:defRPr>
            </a:lvl3pPr>
            <a:lvl4pPr algn="l">
              <a:defRPr sz="2700" b="1">
                <a:solidFill>
                  <a:srgbClr val="101D31"/>
                </a:solidFill>
                <a:latin typeface="DejaVu Sans"/>
                <a:ea typeface="DejaVu Sans"/>
                <a:cs typeface="DejaVu Sans"/>
              </a:defRPr>
            </a:lvl4pPr>
            <a:lvl5pPr algn="l">
              <a:defRPr sz="2700" b="1">
                <a:solidFill>
                  <a:srgbClr val="101D31"/>
                </a:solidFill>
                <a:latin typeface="DejaVu Sans"/>
                <a:ea typeface="DejaVu Sans"/>
                <a:cs typeface="DejaVu Sans"/>
              </a:defRPr>
            </a:lvl5pPr>
            <a:lvl6pPr algn="l">
              <a:defRPr sz="2700" b="1">
                <a:solidFill>
                  <a:srgbClr val="101D31"/>
                </a:solidFill>
                <a:latin typeface="DejaVu Sans"/>
                <a:ea typeface="DejaVu Sans"/>
                <a:cs typeface="DejaVu Sans"/>
              </a:defRPr>
            </a:lvl6pPr>
            <a:lvl7pPr algn="l">
              <a:defRPr sz="2700" b="1">
                <a:solidFill>
                  <a:srgbClr val="101D31"/>
                </a:solidFill>
                <a:latin typeface="DejaVu Sans"/>
                <a:ea typeface="DejaVu Sans"/>
                <a:cs typeface="DejaVu Sans"/>
              </a:defRPr>
            </a:lvl7pPr>
            <a:lvl8pPr algn="l">
              <a:defRPr sz="2700" b="1">
                <a:solidFill>
                  <a:srgbClr val="101D31"/>
                </a:solidFill>
                <a:latin typeface="DejaVu Sans"/>
                <a:ea typeface="DejaVu Sans"/>
                <a:cs typeface="DejaVu Sans"/>
              </a:defRPr>
            </a:lvl8pPr>
            <a:lvl9pPr algn="l">
              <a:defRPr sz="2700" b="1">
                <a:solidFill>
                  <a:srgbClr val="101D31"/>
                </a:solidFill>
                <a:latin typeface="DejaVu Sans"/>
                <a:ea typeface="DejaVu Sans"/>
                <a:cs typeface="DejaVu Sans"/>
              </a:defRPr>
            </a:lvl9pPr>
          </a:lstStyle>
          <a:p xmlns:a="http://schemas.openxmlformats.org/drawingml/2006/main">
            <a:pPr algn="l">
              <a:defRPr sz="2700" b="1">
                <a:solidFill>
                  <a:srgbClr val="101D31"/>
                </a:solidFill>
                <a:latin typeface="DejaVu Sans"/>
                <a:ea typeface="DejaVu Sans"/>
                <a:cs typeface="DejaVu Sans"/>
              </a:defRPr>
            </a:pPr>
            <a:r>
              <a:rPr sz="2700" b="1">
                <a:solidFill>
                  <a:srgbClr val="101D31"/>
                </a:solidFill>
                <a:latin typeface="DejaVu Sans"/>
                <a:ea typeface="DejaVu Sans"/>
                <a:cs typeface="DejaVu Sans"/>
              </a:rPr>
              <a:t>Πώς βοηθά το διαφορικό σήμα στον θόρυβο;</a:t>
            </a:r>
          </a:p>
        </p:txBody>
      </p:sp>
      <p:sp>
        <p:nvSpPr>
          <p:cNvPr id="3" name="s16-title-rule">
            <a:extLst xmlns:a="http://schemas.openxmlformats.org/drawingml/2006/main">
              <a:ext uri="{FF2B5EF4-FFF2-40B4-BE49-F238E27FC236}">
                <a16:creationId xmlns:a16="http://schemas.microsoft.com/office/drawing/2014/main" id="{86B591D0-1187-4B2D-9285-311F3AABC947}"/>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6-subtitle">
            <a:extLst xmlns:a="http://schemas.openxmlformats.org/drawingml/2006/main">
              <a:ext uri="{FF2B5EF4-FFF2-40B4-BE49-F238E27FC236}">
                <a16:creationId xmlns:a16="http://schemas.microsoft.com/office/drawing/2014/main" id="{130BA257-925C-46AE-9385-974068C5EFEC}"/>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A"/>
                </a:solidFill>
                <a:latin typeface="DejaVu Sans"/>
                <a:ea typeface="DejaVu Sans"/>
                <a:cs typeface="DejaVu Sans"/>
              </a:defRPr>
            </a:defPPr>
            <a:lvl1pPr algn="l">
              <a:defRPr sz="1425" b="0">
                <a:solidFill>
                  <a:srgbClr val="53657A"/>
                </a:solidFill>
                <a:latin typeface="DejaVu Sans"/>
                <a:ea typeface="DejaVu Sans"/>
                <a:cs typeface="DejaVu Sans"/>
              </a:defRPr>
            </a:lvl1pPr>
            <a:lvl2pPr algn="l">
              <a:defRPr sz="1425" b="0">
                <a:solidFill>
                  <a:srgbClr val="53657A"/>
                </a:solidFill>
                <a:latin typeface="DejaVu Sans"/>
                <a:ea typeface="DejaVu Sans"/>
                <a:cs typeface="DejaVu Sans"/>
              </a:defRPr>
            </a:lvl2pPr>
            <a:lvl3pPr algn="l">
              <a:defRPr sz="1425" b="0">
                <a:solidFill>
                  <a:srgbClr val="53657A"/>
                </a:solidFill>
                <a:latin typeface="DejaVu Sans"/>
                <a:ea typeface="DejaVu Sans"/>
                <a:cs typeface="DejaVu Sans"/>
              </a:defRPr>
            </a:lvl3pPr>
            <a:lvl4pPr algn="l">
              <a:defRPr sz="1425" b="0">
                <a:solidFill>
                  <a:srgbClr val="53657A"/>
                </a:solidFill>
                <a:latin typeface="DejaVu Sans"/>
                <a:ea typeface="DejaVu Sans"/>
                <a:cs typeface="DejaVu Sans"/>
              </a:defRPr>
            </a:lvl4pPr>
            <a:lvl5pPr algn="l">
              <a:defRPr sz="1425" b="0">
                <a:solidFill>
                  <a:srgbClr val="53657A"/>
                </a:solidFill>
                <a:latin typeface="DejaVu Sans"/>
                <a:ea typeface="DejaVu Sans"/>
                <a:cs typeface="DejaVu Sans"/>
              </a:defRPr>
            </a:lvl5pPr>
            <a:lvl6pPr algn="l">
              <a:defRPr sz="1425" b="0">
                <a:solidFill>
                  <a:srgbClr val="53657A"/>
                </a:solidFill>
                <a:latin typeface="DejaVu Sans"/>
                <a:ea typeface="DejaVu Sans"/>
                <a:cs typeface="DejaVu Sans"/>
              </a:defRPr>
            </a:lvl6pPr>
            <a:lvl7pPr algn="l">
              <a:defRPr sz="1425" b="0">
                <a:solidFill>
                  <a:srgbClr val="53657A"/>
                </a:solidFill>
                <a:latin typeface="DejaVu Sans"/>
                <a:ea typeface="DejaVu Sans"/>
                <a:cs typeface="DejaVu Sans"/>
              </a:defRPr>
            </a:lvl7pPr>
            <a:lvl8pPr algn="l">
              <a:defRPr sz="1425" b="0">
                <a:solidFill>
                  <a:srgbClr val="53657A"/>
                </a:solidFill>
                <a:latin typeface="DejaVu Sans"/>
                <a:ea typeface="DejaVu Sans"/>
                <a:cs typeface="DejaVu Sans"/>
              </a:defRPr>
            </a:lvl8pPr>
            <a:lvl9pPr algn="l">
              <a:defRPr sz="1425" b="0">
                <a:solidFill>
                  <a:srgbClr val="53657A"/>
                </a:solidFill>
                <a:latin typeface="DejaVu Sans"/>
                <a:ea typeface="DejaVu Sans"/>
                <a:cs typeface="DejaVu Sans"/>
              </a:defRPr>
            </a:lvl9pPr>
          </a:lstStyle>
          <a:p xmlns:a="http://schemas.openxmlformats.org/drawingml/2006/main">
            <a:pPr algn="l">
              <a:defRPr sz="1425" b="0">
                <a:solidFill>
                  <a:srgbClr val="53657A"/>
                </a:solidFill>
                <a:latin typeface="DejaVu Sans"/>
                <a:ea typeface="DejaVu Sans"/>
                <a:cs typeface="DejaVu Sans"/>
              </a:defRPr>
            </a:pPr>
            <a:r>
              <a:rPr sz="1425" b="0">
                <a:solidFill>
                  <a:srgbClr val="53657A"/>
                </a:solidFill>
                <a:latin typeface="DejaVu Sans"/>
                <a:ea typeface="DejaVu Sans"/>
                <a:cs typeface="DejaVu Sans"/>
              </a:rPr>
              <a:t>Μια παρόμοια παρεμβολή μπορεί να εμφανιστεί και στα δύο καλώδια ταυτόχρονα.</a:t>
            </a:r>
          </a:p>
        </p:txBody>
      </p:sp>
      <p:sp>
        <p:nvSpPr>
          <p:cNvPr id="5" name="s16-chart-card">
            <a:extLst xmlns:a="http://schemas.openxmlformats.org/drawingml/2006/main">
              <a:ext uri="{FF2B5EF4-FFF2-40B4-BE49-F238E27FC236}">
                <a16:creationId xmlns:a16="http://schemas.microsoft.com/office/drawing/2014/main" id="{08FFA342-3DA3-43EB-A5A1-C3872159DDBA}"/>
              </a:ext>
            </a:extLst>
          </p:cNvPr>
          <p:cNvSpPr>
            <a:spLocks xmlns:a="http://schemas.openxmlformats.org/drawingml/2006/main" noGrp="1"/>
          </p:cNvSpPr>
          <p:nvPr/>
        </p:nvSpPr>
        <p:spPr>
          <a:xfrm xmlns:a="http://schemas.openxmlformats.org/drawingml/2006/main">
            <a:off x="609600" y="2209800"/>
            <a:ext cx="7239000" cy="3276600"/>
          </a:xfrm>
          <a:prstGeom xmlns:a="http://schemas.openxmlformats.org/drawingml/2006/main" prst="roundRect">
            <a:avLst>
              <a:gd name="adj" fmla="val 2326"/>
            </a:avLst>
          </a:prstGeom>
          <a:solidFill xmlns:a="http://schemas.openxmlformats.org/drawingml/2006/main">
            <a:srgbClr val="071426"/>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2E260E01-D025-4F43-AE4C-6D13581E0AB4}"/>
              </a:ext>
            </a:extLst>
          </p:cNvPr>
          <p:cNvPicPr>
            <a:picLocks xmlns:a="http://schemas.openxmlformats.org/drawingml/2006/main" noChangeAspect="1"/>
          </p:cNvPicPr>
          <p:nvPr/>
        </p:nvPicPr>
        <p:blipFill>
          <a:blip xmlns:r="http://schemas.openxmlformats.org/officeDocument/2006/relationships" xmlns:a="http://schemas.openxmlformats.org/drawingml/2006/main" r:embed="Re01d8b2b91c14c83"/>
          <a:stretch xmlns:a="http://schemas.openxmlformats.org/drawingml/2006/main"/>
        </p:blipFill>
        <p:spPr>
          <a:xfrm xmlns:a="http://schemas.openxmlformats.org/drawingml/2006/main">
            <a:off x="1218757" y="2390775"/>
            <a:ext cx="6020686" cy="2876550"/>
          </a:xfrm>
          <a:prstGeom xmlns:a="http://schemas.openxmlformats.org/drawingml/2006/main" prst="rect">
            <a:avLst/>
          </a:prstGeom>
        </p:spPr>
      </p:pic>
      <p:sp>
        <p:nvSpPr>
          <p:cNvPr id="7" name="s16-explain-card">
            <a:extLst xmlns:a="http://schemas.openxmlformats.org/drawingml/2006/main">
              <a:ext uri="{FF2B5EF4-FFF2-40B4-BE49-F238E27FC236}">
                <a16:creationId xmlns:a16="http://schemas.microsoft.com/office/drawing/2014/main" id="{62FACB3A-6659-44ED-B764-E1F315730BBE}"/>
              </a:ext>
            </a:extLst>
          </p:cNvPr>
          <p:cNvSpPr>
            <a:spLocks xmlns:a="http://schemas.openxmlformats.org/drawingml/2006/main" noGrp="1"/>
          </p:cNvSpPr>
          <p:nvPr/>
        </p:nvSpPr>
        <p:spPr>
          <a:xfrm xmlns:a="http://schemas.openxmlformats.org/drawingml/2006/main">
            <a:off x="8096250" y="2209800"/>
            <a:ext cx="348615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14288">
            <a:solidFill>
              <a:srgbClr val="D6E2ED"/>
            </a:solidFill>
            <a:prstDash val="solid"/>
          </a:ln>
        </p:spPr>
      </p:sp>
      <p:sp>
        <p:nvSpPr>
          <p:cNvPr id="8" name="s16-explain-heading">
            <a:extLst xmlns:a="http://schemas.openxmlformats.org/drawingml/2006/main">
              <a:ext uri="{FF2B5EF4-FFF2-40B4-BE49-F238E27FC236}">
                <a16:creationId xmlns:a16="http://schemas.microsoft.com/office/drawing/2014/main" id="{53CF6AF2-1974-4D2B-B01C-53785761DDE7}"/>
              </a:ext>
            </a:extLst>
          </p:cNvPr>
          <p:cNvSpPr>
            <a:spLocks xmlns:a="http://schemas.openxmlformats.org/drawingml/2006/main" noGrp="1"/>
          </p:cNvSpPr>
          <p:nvPr/>
        </p:nvSpPr>
        <p:spPr>
          <a:xfrm xmlns:a="http://schemas.openxmlformats.org/drawingml/2006/main">
            <a:off x="8362950" y="24384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53657A"/>
                </a:solidFill>
                <a:latin typeface="DejaVu Sans"/>
                <a:ea typeface="DejaVu Sans"/>
                <a:cs typeface="DejaVu Sans"/>
              </a:defRPr>
            </a:defPPr>
            <a:lvl1pPr algn="l">
              <a:defRPr sz="1200" b="1">
                <a:solidFill>
                  <a:srgbClr val="53657A"/>
                </a:solidFill>
                <a:latin typeface="DejaVu Sans"/>
                <a:ea typeface="DejaVu Sans"/>
                <a:cs typeface="DejaVu Sans"/>
              </a:defRPr>
            </a:lvl1pPr>
            <a:lvl2pPr algn="l">
              <a:defRPr sz="1200" b="1">
                <a:solidFill>
                  <a:srgbClr val="53657A"/>
                </a:solidFill>
                <a:latin typeface="DejaVu Sans"/>
                <a:ea typeface="DejaVu Sans"/>
                <a:cs typeface="DejaVu Sans"/>
              </a:defRPr>
            </a:lvl2pPr>
            <a:lvl3pPr algn="l">
              <a:defRPr sz="1200" b="1">
                <a:solidFill>
                  <a:srgbClr val="53657A"/>
                </a:solidFill>
                <a:latin typeface="DejaVu Sans"/>
                <a:ea typeface="DejaVu Sans"/>
                <a:cs typeface="DejaVu Sans"/>
              </a:defRPr>
            </a:lvl3pPr>
            <a:lvl4pPr algn="l">
              <a:defRPr sz="1200" b="1">
                <a:solidFill>
                  <a:srgbClr val="53657A"/>
                </a:solidFill>
                <a:latin typeface="DejaVu Sans"/>
                <a:ea typeface="DejaVu Sans"/>
                <a:cs typeface="DejaVu Sans"/>
              </a:defRPr>
            </a:lvl4pPr>
            <a:lvl5pPr algn="l">
              <a:defRPr sz="1200" b="1">
                <a:solidFill>
                  <a:srgbClr val="53657A"/>
                </a:solidFill>
                <a:latin typeface="DejaVu Sans"/>
                <a:ea typeface="DejaVu Sans"/>
                <a:cs typeface="DejaVu Sans"/>
              </a:defRPr>
            </a:lvl5pPr>
            <a:lvl6pPr algn="l">
              <a:defRPr sz="1200" b="1">
                <a:solidFill>
                  <a:srgbClr val="53657A"/>
                </a:solidFill>
                <a:latin typeface="DejaVu Sans"/>
                <a:ea typeface="DejaVu Sans"/>
                <a:cs typeface="DejaVu Sans"/>
              </a:defRPr>
            </a:lvl6pPr>
            <a:lvl7pPr algn="l">
              <a:defRPr sz="1200" b="1">
                <a:solidFill>
                  <a:srgbClr val="53657A"/>
                </a:solidFill>
                <a:latin typeface="DejaVu Sans"/>
                <a:ea typeface="DejaVu Sans"/>
                <a:cs typeface="DejaVu Sans"/>
              </a:defRPr>
            </a:lvl7pPr>
            <a:lvl8pPr algn="l">
              <a:defRPr sz="1200" b="1">
                <a:solidFill>
                  <a:srgbClr val="53657A"/>
                </a:solidFill>
                <a:latin typeface="DejaVu Sans"/>
                <a:ea typeface="DejaVu Sans"/>
                <a:cs typeface="DejaVu Sans"/>
              </a:defRPr>
            </a:lvl8pPr>
            <a:lvl9pPr algn="l">
              <a:defRPr sz="1200" b="1">
                <a:solidFill>
                  <a:srgbClr val="53657A"/>
                </a:solidFill>
                <a:latin typeface="DejaVu Sans"/>
                <a:ea typeface="DejaVu Sans"/>
                <a:cs typeface="DejaVu Sans"/>
              </a:defRPr>
            </a:lvl9pPr>
          </a:lstStyle>
          <a:p xmlns:a="http://schemas.openxmlformats.org/drawingml/2006/main">
            <a:pPr algn="l">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ΤΙ ΣΥΜΒΑΙΝΕΙ;</a:t>
            </a:r>
          </a:p>
        </p:txBody>
      </p:sp>
      <p:sp>
        <p:nvSpPr>
          <p:cNvPr id="9" name="s16-step1">
            <a:extLst xmlns:a="http://schemas.openxmlformats.org/drawingml/2006/main">
              <a:ext uri="{FF2B5EF4-FFF2-40B4-BE49-F238E27FC236}">
                <a16:creationId xmlns:a16="http://schemas.microsoft.com/office/drawing/2014/main" id="{F361CD26-617B-4AE7-B24D-3224622EE1B4}"/>
              </a:ext>
            </a:extLst>
          </p:cNvPr>
          <p:cNvSpPr>
            <a:spLocks xmlns:a="http://schemas.openxmlformats.org/drawingml/2006/main" noGrp="1"/>
          </p:cNvSpPr>
          <p:nvPr/>
        </p:nvSpPr>
        <p:spPr>
          <a:xfrm xmlns:a="http://schemas.openxmlformats.org/drawingml/2006/main">
            <a:off x="8362950" y="2924175"/>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1  Ο ίδιος θόρυβος επηρεάζει και τις δύο γραμμές.</a:t>
            </a:r>
          </a:p>
        </p:txBody>
      </p:sp>
      <p:sp>
        <p:nvSpPr>
          <p:cNvPr id="10" name="s16-step2">
            <a:extLst xmlns:a="http://schemas.openxmlformats.org/drawingml/2006/main">
              <a:ext uri="{FF2B5EF4-FFF2-40B4-BE49-F238E27FC236}">
                <a16:creationId xmlns:a16="http://schemas.microsoft.com/office/drawing/2014/main" id="{09D236A5-3A83-4CA7-B087-6567A7942A72}"/>
              </a:ext>
            </a:extLst>
          </p:cNvPr>
          <p:cNvSpPr>
            <a:spLocks xmlns:a="http://schemas.openxmlformats.org/drawingml/2006/main" noGrp="1"/>
          </p:cNvSpPr>
          <p:nvPr/>
        </p:nvSpPr>
        <p:spPr>
          <a:xfrm xmlns:a="http://schemas.openxmlformats.org/drawingml/2006/main">
            <a:off x="8362950" y="363855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2  Ο δέκτης συγκρίνει CAN-H με CAN-L.</a:t>
            </a:r>
          </a:p>
        </p:txBody>
      </p:sp>
      <p:sp>
        <p:nvSpPr>
          <p:cNvPr id="11" name="s16-step3">
            <a:extLst xmlns:a="http://schemas.openxmlformats.org/drawingml/2006/main">
              <a:ext uri="{FF2B5EF4-FFF2-40B4-BE49-F238E27FC236}">
                <a16:creationId xmlns:a16="http://schemas.microsoft.com/office/drawing/2014/main" id="{A5E1A438-5FF8-439C-940A-0C16ED39FC10}"/>
              </a:ext>
            </a:extLst>
          </p:cNvPr>
          <p:cNvSpPr>
            <a:spLocks xmlns:a="http://schemas.openxmlformats.org/drawingml/2006/main" noGrp="1"/>
          </p:cNvSpPr>
          <p:nvPr/>
        </p:nvSpPr>
        <p:spPr>
          <a:xfrm xmlns:a="http://schemas.openxmlformats.org/drawingml/2006/main">
            <a:off x="8362950" y="43243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1D31"/>
                </a:solidFill>
                <a:latin typeface="DejaVu Sans"/>
                <a:ea typeface="DejaVu Sans"/>
                <a:cs typeface="DejaVu Sans"/>
              </a:defRPr>
            </a:defPPr>
            <a:lvl1pPr algn="l">
              <a:defRPr sz="1200" b="1">
                <a:solidFill>
                  <a:srgbClr val="101D31"/>
                </a:solidFill>
                <a:latin typeface="DejaVu Sans"/>
                <a:ea typeface="DejaVu Sans"/>
                <a:cs typeface="DejaVu Sans"/>
              </a:defRPr>
            </a:lvl1pPr>
            <a:lvl2pPr algn="l">
              <a:defRPr sz="1200" b="1">
                <a:solidFill>
                  <a:srgbClr val="101D31"/>
                </a:solidFill>
                <a:latin typeface="DejaVu Sans"/>
                <a:ea typeface="DejaVu Sans"/>
                <a:cs typeface="DejaVu Sans"/>
              </a:defRPr>
            </a:lvl2pPr>
            <a:lvl3pPr algn="l">
              <a:defRPr sz="1200" b="1">
                <a:solidFill>
                  <a:srgbClr val="101D31"/>
                </a:solidFill>
                <a:latin typeface="DejaVu Sans"/>
                <a:ea typeface="DejaVu Sans"/>
                <a:cs typeface="DejaVu Sans"/>
              </a:defRPr>
            </a:lvl3pPr>
            <a:lvl4pPr algn="l">
              <a:defRPr sz="1200" b="1">
                <a:solidFill>
                  <a:srgbClr val="101D31"/>
                </a:solidFill>
                <a:latin typeface="DejaVu Sans"/>
                <a:ea typeface="DejaVu Sans"/>
                <a:cs typeface="DejaVu Sans"/>
              </a:defRPr>
            </a:lvl4pPr>
            <a:lvl5pPr algn="l">
              <a:defRPr sz="1200" b="1">
                <a:solidFill>
                  <a:srgbClr val="101D31"/>
                </a:solidFill>
                <a:latin typeface="DejaVu Sans"/>
                <a:ea typeface="DejaVu Sans"/>
                <a:cs typeface="DejaVu Sans"/>
              </a:defRPr>
            </a:lvl5pPr>
            <a:lvl6pPr algn="l">
              <a:defRPr sz="1200" b="1">
                <a:solidFill>
                  <a:srgbClr val="101D31"/>
                </a:solidFill>
                <a:latin typeface="DejaVu Sans"/>
                <a:ea typeface="DejaVu Sans"/>
                <a:cs typeface="DejaVu Sans"/>
              </a:defRPr>
            </a:lvl6pPr>
            <a:lvl7pPr algn="l">
              <a:defRPr sz="1200" b="1">
                <a:solidFill>
                  <a:srgbClr val="101D31"/>
                </a:solidFill>
                <a:latin typeface="DejaVu Sans"/>
                <a:ea typeface="DejaVu Sans"/>
                <a:cs typeface="DejaVu Sans"/>
              </a:defRPr>
            </a:lvl7pPr>
            <a:lvl8pPr algn="l">
              <a:defRPr sz="1200" b="1">
                <a:solidFill>
                  <a:srgbClr val="101D31"/>
                </a:solidFill>
                <a:latin typeface="DejaVu Sans"/>
                <a:ea typeface="DejaVu Sans"/>
                <a:cs typeface="DejaVu Sans"/>
              </a:defRPr>
            </a:lvl8pPr>
            <a:lvl9pPr algn="l">
              <a:defRPr sz="1200" b="1">
                <a:solidFill>
                  <a:srgbClr val="101D31"/>
                </a:solidFill>
                <a:latin typeface="DejaVu Sans"/>
                <a:ea typeface="DejaVu Sans"/>
                <a:cs typeface="DejaVu Sans"/>
              </a:defRPr>
            </a:lvl9pPr>
          </a:lstStyle>
          <a:p xmlns:a="http://schemas.openxmlformats.org/drawingml/2006/main">
            <a:pPr algn="l">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3  Το κοινό μέρος του θορύβου μειώνεται στη διαφορά.</a:t>
            </a:r>
          </a:p>
        </p:txBody>
      </p:sp>
      <p:sp>
        <p:nvSpPr>
          <p:cNvPr id="12" name="s16-caveat">
            <a:extLst xmlns:a="http://schemas.openxmlformats.org/drawingml/2006/main">
              <a:ext uri="{FF2B5EF4-FFF2-40B4-BE49-F238E27FC236}">
                <a16:creationId xmlns:a16="http://schemas.microsoft.com/office/drawing/2014/main" id="{4B06F986-E258-4795-AD66-34A9630C198F}"/>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oundRect">
            <a:avLst>
              <a:gd name="adj" fmla="val 16667"/>
            </a:avLst>
          </a:prstGeom>
          <a:solidFill xmlns:a="http://schemas.openxmlformats.org/drawingml/2006/main">
            <a:srgbClr val="E4F7FA"/>
          </a:solidFill>
          <a:ln xmlns:a="http://schemas.openxmlformats.org/drawingml/2006/main" w="9525">
            <a:solidFill>
              <a:srgbClr val="C5E8ED"/>
            </a:solidFill>
            <a:prstDash val="solid"/>
          </a:ln>
        </p:spPr>
      </p:sp>
      <p:sp>
        <p:nvSpPr>
          <p:cNvPr id="13" name="s16-caveat-text">
            <a:extLst xmlns:a="http://schemas.openxmlformats.org/drawingml/2006/main">
              <a:ext uri="{FF2B5EF4-FFF2-40B4-BE49-F238E27FC236}">
                <a16:creationId xmlns:a16="http://schemas.microsoft.com/office/drawing/2014/main" id="{C35145A4-10D2-4112-8589-AAA7B74B6EC6}"/>
              </a:ext>
            </a:extLst>
          </p:cNvPr>
          <p:cNvSpPr>
            <a:spLocks xmlns:a="http://schemas.openxmlformats.org/drawingml/2006/main" noGrp="1"/>
          </p:cNvSpPr>
          <p:nvPr/>
        </p:nvSpPr>
        <p:spPr>
          <a:xfrm xmlns:a="http://schemas.openxmlformats.org/drawingml/2006/main">
            <a:off x="800100" y="5781675"/>
            <a:ext cx="10591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Η απόρριψη δεν είναι απεριόριστη: εξαρτάται από το μέγεθος και τη συχνότητα του θορύβου και από το κύκλωμα.</a:t>
            </a:r>
          </a:p>
        </p:txBody>
      </p:sp>
      <p:sp>
        <p:nvSpPr>
          <p:cNvPr id="14" name="s16-footer">
            <a:extLst xmlns:a="http://schemas.openxmlformats.org/drawingml/2006/main">
              <a:ext uri="{FF2B5EF4-FFF2-40B4-BE49-F238E27FC236}">
                <a16:creationId xmlns:a16="http://schemas.microsoft.com/office/drawing/2014/main" id="{DF42FDA7-C9E8-4830-B7F8-13274A7A1EBD}"/>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15" name="s16-page-number">
            <a:extLst xmlns:a="http://schemas.openxmlformats.org/drawingml/2006/main">
              <a:ext uri="{FF2B5EF4-FFF2-40B4-BE49-F238E27FC236}">
                <a16:creationId xmlns:a16="http://schemas.microsoft.com/office/drawing/2014/main" id="{534F857B-8F41-4B9A-9D01-4CC61341DF51}"/>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16</a:t>
            </a:r>
          </a:p>
        </p:txBody>
      </p:sp>
    </p:spTree>
    <p:extLst>
      <p:ext uri="{BB962C8B-B14F-4D97-AF65-F5344CB8AC3E}">
        <p14:creationId xmlns:p14="http://schemas.microsoft.com/office/powerpoint/2010/main" val="1927224669"/>
      </p:ext>
    </p:extLst>
  </p:cSld>
</p:sld>
</file>

<file path=ppt/slides/slide17.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0" name="s17-kicker">
            <a:extLst xmlns:a="http://schemas.openxmlformats.org/drawingml/2006/main">
              <a:ext uri="{FF2B5EF4-FFF2-40B4-BE49-F238E27FC236}">
                <a16:creationId xmlns:a16="http://schemas.microsoft.com/office/drawing/2014/main" id="{14291B40-CEB3-4C7E-A710-7E66272F0880}"/>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7-title">
            <a:extLst xmlns:a="http://schemas.openxmlformats.org/drawingml/2006/main">
              <a:ext uri="{FF2B5EF4-FFF2-40B4-BE49-F238E27FC236}">
                <a16:creationId xmlns:a16="http://schemas.microsoft.com/office/drawing/2014/main" id="{C14379EC-CE28-4664-A509-ACC71DD8B795}"/>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101D31"/>
                </a:solidFill>
                <a:latin typeface="DejaVu Sans"/>
                <a:ea typeface="DejaVu Sans"/>
                <a:cs typeface="DejaVu Sans"/>
              </a:defRPr>
            </a:defPPr>
            <a:lvl1pPr algn="l">
              <a:defRPr sz="2700" b="1">
                <a:solidFill>
                  <a:srgbClr val="101D31"/>
                </a:solidFill>
                <a:latin typeface="DejaVu Sans"/>
                <a:ea typeface="DejaVu Sans"/>
                <a:cs typeface="DejaVu Sans"/>
              </a:defRPr>
            </a:lvl1pPr>
            <a:lvl2pPr algn="l">
              <a:defRPr sz="2700" b="1">
                <a:solidFill>
                  <a:srgbClr val="101D31"/>
                </a:solidFill>
                <a:latin typeface="DejaVu Sans"/>
                <a:ea typeface="DejaVu Sans"/>
                <a:cs typeface="DejaVu Sans"/>
              </a:defRPr>
            </a:lvl2pPr>
            <a:lvl3pPr algn="l">
              <a:defRPr sz="2700" b="1">
                <a:solidFill>
                  <a:srgbClr val="101D31"/>
                </a:solidFill>
                <a:latin typeface="DejaVu Sans"/>
                <a:ea typeface="DejaVu Sans"/>
                <a:cs typeface="DejaVu Sans"/>
              </a:defRPr>
            </a:lvl3pPr>
            <a:lvl4pPr algn="l">
              <a:defRPr sz="2700" b="1">
                <a:solidFill>
                  <a:srgbClr val="101D31"/>
                </a:solidFill>
                <a:latin typeface="DejaVu Sans"/>
                <a:ea typeface="DejaVu Sans"/>
                <a:cs typeface="DejaVu Sans"/>
              </a:defRPr>
            </a:lvl4pPr>
            <a:lvl5pPr algn="l">
              <a:defRPr sz="2700" b="1">
                <a:solidFill>
                  <a:srgbClr val="101D31"/>
                </a:solidFill>
                <a:latin typeface="DejaVu Sans"/>
                <a:ea typeface="DejaVu Sans"/>
                <a:cs typeface="DejaVu Sans"/>
              </a:defRPr>
            </a:lvl5pPr>
            <a:lvl6pPr algn="l">
              <a:defRPr sz="2700" b="1">
                <a:solidFill>
                  <a:srgbClr val="101D31"/>
                </a:solidFill>
                <a:latin typeface="DejaVu Sans"/>
                <a:ea typeface="DejaVu Sans"/>
                <a:cs typeface="DejaVu Sans"/>
              </a:defRPr>
            </a:lvl6pPr>
            <a:lvl7pPr algn="l">
              <a:defRPr sz="2700" b="1">
                <a:solidFill>
                  <a:srgbClr val="101D31"/>
                </a:solidFill>
                <a:latin typeface="DejaVu Sans"/>
                <a:ea typeface="DejaVu Sans"/>
                <a:cs typeface="DejaVu Sans"/>
              </a:defRPr>
            </a:lvl7pPr>
            <a:lvl8pPr algn="l">
              <a:defRPr sz="2700" b="1">
                <a:solidFill>
                  <a:srgbClr val="101D31"/>
                </a:solidFill>
                <a:latin typeface="DejaVu Sans"/>
                <a:ea typeface="DejaVu Sans"/>
                <a:cs typeface="DejaVu Sans"/>
              </a:defRPr>
            </a:lvl8pPr>
            <a:lvl9pPr algn="l">
              <a:defRPr sz="2700" b="1">
                <a:solidFill>
                  <a:srgbClr val="101D31"/>
                </a:solidFill>
                <a:latin typeface="DejaVu Sans"/>
                <a:ea typeface="DejaVu Sans"/>
                <a:cs typeface="DejaVu Sans"/>
              </a:defRPr>
            </a:lvl9pPr>
          </a:lstStyle>
          <a:p xmlns:a="http://schemas.openxmlformats.org/drawingml/2006/main">
            <a:pPr algn="l">
              <a:defRPr sz="2700" b="1">
                <a:solidFill>
                  <a:srgbClr val="101D31"/>
                </a:solidFill>
                <a:latin typeface="DejaVu Sans"/>
                <a:ea typeface="DejaVu Sans"/>
                <a:cs typeface="DejaVu Sans"/>
              </a:defRPr>
            </a:pPr>
            <a:r>
              <a:rPr sz="2700" b="1">
                <a:solidFill>
                  <a:srgbClr val="101D31"/>
                </a:solidFill>
                <a:latin typeface="DejaVu Sans"/>
                <a:ea typeface="DejaVu Sans"/>
                <a:cs typeface="DejaVu Sans"/>
              </a:rPr>
              <a:t>Τρεις συνηθισμένες βλάβες στην καλωδίωση CAN</a:t>
            </a:r>
          </a:p>
        </p:txBody>
      </p:sp>
      <p:sp>
        <p:nvSpPr>
          <p:cNvPr id="3" name="s17-title-rule">
            <a:extLst xmlns:a="http://schemas.openxmlformats.org/drawingml/2006/main">
              <a:ext uri="{FF2B5EF4-FFF2-40B4-BE49-F238E27FC236}">
                <a16:creationId xmlns:a16="http://schemas.microsoft.com/office/drawing/2014/main" id="{1B16840F-9D51-4E49-9D91-5C8567AEB5E3}"/>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7-subtitle">
            <a:extLst xmlns:a="http://schemas.openxmlformats.org/drawingml/2006/main">
              <a:ext uri="{FF2B5EF4-FFF2-40B4-BE49-F238E27FC236}">
                <a16:creationId xmlns:a16="http://schemas.microsoft.com/office/drawing/2014/main" id="{F81F0F64-7F4D-4ED1-A783-15D589784CE4}"/>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Μια βλάβη μπορεί να επηρεάσει την επικοινωνία ή να τη διακόψει — ανάλογα με το όχημα και το σημείο της.</a:t>
            </a:r>
          </a:p>
        </p:txBody>
      </p:sp>
      <p:sp>
        <p:nvSpPr>
          <p:cNvPr id="5" name="s17-card-0">
            <a:extLst xmlns:a="http://schemas.openxmlformats.org/drawingml/2006/main">
              <a:ext uri="{FF2B5EF4-FFF2-40B4-BE49-F238E27FC236}">
                <a16:creationId xmlns:a16="http://schemas.microsoft.com/office/drawing/2014/main" id="{2ABF4EF5-5B95-445A-8979-2E55ADB89F56}"/>
              </a:ext>
            </a:extLst>
          </p:cNvPr>
          <p:cNvSpPr>
            <a:spLocks xmlns:a="http://schemas.openxmlformats.org/drawingml/2006/main" noGrp="1"/>
          </p:cNvSpPr>
          <p:nvPr/>
        </p:nvSpPr>
        <p:spPr>
          <a:xfrm xmlns:a="http://schemas.openxmlformats.org/drawingml/2006/main">
            <a:off x="609600" y="2209800"/>
            <a:ext cx="32766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4288">
            <a:solidFill>
              <a:srgbClr val="D6E2ED"/>
            </a:solidFill>
            <a:prstDash val="solid"/>
          </a:ln>
        </p:spPr>
      </p:sp>
      <p:sp>
        <p:nvSpPr>
          <p:cNvPr id="6" name="s17-card-title-0">
            <a:extLst xmlns:a="http://schemas.openxmlformats.org/drawingml/2006/main">
              <a:ext uri="{FF2B5EF4-FFF2-40B4-BE49-F238E27FC236}">
                <a16:creationId xmlns:a16="http://schemas.microsoft.com/office/drawing/2014/main" id="{0D2726CB-3A14-4B69-9C0D-BC55039504C3}"/>
              </a:ext>
            </a:extLst>
          </p:cNvPr>
          <p:cNvSpPr>
            <a:spLocks xmlns:a="http://schemas.openxmlformats.org/drawingml/2006/main" noGrp="1"/>
          </p:cNvSpPr>
          <p:nvPr/>
        </p:nvSpPr>
        <p:spPr>
          <a:xfrm xmlns:a="http://schemas.openxmlformats.org/drawingml/2006/main">
            <a:off x="819150" y="23907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E87936"/>
                </a:solidFill>
                <a:latin typeface="DejaVu Sans"/>
                <a:ea typeface="DejaVu Sans"/>
                <a:cs typeface="DejaVu Sans"/>
              </a:defRPr>
            </a:defPPr>
            <a:lvl1pPr algn="ctr">
              <a:defRPr sz="1125" b="1">
                <a:solidFill>
                  <a:srgbClr val="E87936"/>
                </a:solidFill>
                <a:latin typeface="DejaVu Sans"/>
                <a:ea typeface="DejaVu Sans"/>
                <a:cs typeface="DejaVu Sans"/>
              </a:defRPr>
            </a:lvl1pPr>
            <a:lvl2pPr algn="ctr">
              <a:defRPr sz="1125" b="1">
                <a:solidFill>
                  <a:srgbClr val="E87936"/>
                </a:solidFill>
                <a:latin typeface="DejaVu Sans"/>
                <a:ea typeface="DejaVu Sans"/>
                <a:cs typeface="DejaVu Sans"/>
              </a:defRPr>
            </a:lvl2pPr>
            <a:lvl3pPr algn="ctr">
              <a:defRPr sz="1125" b="1">
                <a:solidFill>
                  <a:srgbClr val="E87936"/>
                </a:solidFill>
                <a:latin typeface="DejaVu Sans"/>
                <a:ea typeface="DejaVu Sans"/>
                <a:cs typeface="DejaVu Sans"/>
              </a:defRPr>
            </a:lvl3pPr>
            <a:lvl4pPr algn="ctr">
              <a:defRPr sz="1125" b="1">
                <a:solidFill>
                  <a:srgbClr val="E87936"/>
                </a:solidFill>
                <a:latin typeface="DejaVu Sans"/>
                <a:ea typeface="DejaVu Sans"/>
                <a:cs typeface="DejaVu Sans"/>
              </a:defRPr>
            </a:lvl4pPr>
            <a:lvl5pPr algn="ctr">
              <a:defRPr sz="1125" b="1">
                <a:solidFill>
                  <a:srgbClr val="E87936"/>
                </a:solidFill>
                <a:latin typeface="DejaVu Sans"/>
                <a:ea typeface="DejaVu Sans"/>
                <a:cs typeface="DejaVu Sans"/>
              </a:defRPr>
            </a:lvl5pPr>
            <a:lvl6pPr algn="ctr">
              <a:defRPr sz="1125" b="1">
                <a:solidFill>
                  <a:srgbClr val="E87936"/>
                </a:solidFill>
                <a:latin typeface="DejaVu Sans"/>
                <a:ea typeface="DejaVu Sans"/>
                <a:cs typeface="DejaVu Sans"/>
              </a:defRPr>
            </a:lvl6pPr>
            <a:lvl7pPr algn="ctr">
              <a:defRPr sz="1125" b="1">
                <a:solidFill>
                  <a:srgbClr val="E87936"/>
                </a:solidFill>
                <a:latin typeface="DejaVu Sans"/>
                <a:ea typeface="DejaVu Sans"/>
                <a:cs typeface="DejaVu Sans"/>
              </a:defRPr>
            </a:lvl7pPr>
            <a:lvl8pPr algn="ctr">
              <a:defRPr sz="1125" b="1">
                <a:solidFill>
                  <a:srgbClr val="E87936"/>
                </a:solidFill>
                <a:latin typeface="DejaVu Sans"/>
                <a:ea typeface="DejaVu Sans"/>
                <a:cs typeface="DejaVu Sans"/>
              </a:defRPr>
            </a:lvl8pPr>
            <a:lvl9pPr algn="ctr">
              <a:defRPr sz="1125" b="1">
                <a:solidFill>
                  <a:srgbClr val="E87936"/>
                </a:solidFill>
                <a:latin typeface="DejaVu Sans"/>
                <a:ea typeface="DejaVu Sans"/>
                <a:cs typeface="DejaVu Sans"/>
              </a:defRPr>
            </a:lvl9pPr>
          </a:lstStyle>
          <a:p xmlns:a="http://schemas.openxmlformats.org/drawingml/2006/main">
            <a:pPr algn="ctr">
              <a:defRPr sz="1125" b="1">
                <a:solidFill>
                  <a:srgbClr val="E87936"/>
                </a:solidFill>
                <a:latin typeface="DejaVu Sans"/>
                <a:ea typeface="DejaVu Sans"/>
                <a:cs typeface="DejaVu Sans"/>
              </a:defRPr>
            </a:pPr>
            <a:r>
              <a:rPr sz="1125" b="1">
                <a:solidFill>
                  <a:srgbClr val="E87936"/>
                </a:solidFill>
                <a:latin typeface="DejaVu Sans"/>
                <a:ea typeface="DejaVu Sans"/>
                <a:cs typeface="DejaVu Sans"/>
              </a:rPr>
              <a:t>ΔΙΑΚΟΠΗ ΑΓΩΓΟΥ</a:t>
            </a:r>
          </a:p>
        </p:txBody>
      </p:sp>
      <p:sp>
        <p:nvSpPr>
          <p:cNvPr id="7" name="s17-h-line-left-0">
            <a:extLst xmlns:a="http://schemas.openxmlformats.org/drawingml/2006/main">
              <a:ext uri="{FF2B5EF4-FFF2-40B4-BE49-F238E27FC236}">
                <a16:creationId xmlns:a16="http://schemas.microsoft.com/office/drawing/2014/main" id="{6A6BF91F-FF26-4D22-8CFA-CC66193D63BF}"/>
              </a:ext>
            </a:extLst>
          </p:cNvPr>
          <p:cNvSpPr>
            <a:spLocks xmlns:a="http://schemas.openxmlformats.org/drawingml/2006/main" noGrp="1"/>
          </p:cNvSpPr>
          <p:nvPr/>
        </p:nvSpPr>
        <p:spPr>
          <a:xfrm xmlns:a="http://schemas.openxmlformats.org/drawingml/2006/main">
            <a:off x="952500" y="3286125"/>
            <a:ext cx="11430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8" name="s17-l-line-0">
            <a:extLst xmlns:a="http://schemas.openxmlformats.org/drawingml/2006/main">
              <a:ext uri="{FF2B5EF4-FFF2-40B4-BE49-F238E27FC236}">
                <a16:creationId xmlns:a16="http://schemas.microsoft.com/office/drawing/2014/main" id="{267CED9B-50EA-4C0B-ACF7-FB0F1BD4D778}"/>
              </a:ext>
            </a:extLst>
          </p:cNvPr>
          <p:cNvSpPr>
            <a:spLocks xmlns:a="http://schemas.openxmlformats.org/drawingml/2006/main" noGrp="1"/>
          </p:cNvSpPr>
          <p:nvPr/>
        </p:nvSpPr>
        <p:spPr>
          <a:xfrm xmlns:a="http://schemas.openxmlformats.org/drawingml/2006/main">
            <a:off x="952500" y="3724275"/>
            <a:ext cx="259080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9" name="s17-h-line-right-0">
            <a:extLst xmlns:a="http://schemas.openxmlformats.org/drawingml/2006/main">
              <a:ext uri="{FF2B5EF4-FFF2-40B4-BE49-F238E27FC236}">
                <a16:creationId xmlns:a16="http://schemas.microsoft.com/office/drawing/2014/main" id="{15BEA16F-E7E0-4895-ABA7-1CAAA47EC705}"/>
              </a:ext>
            </a:extLst>
          </p:cNvPr>
          <p:cNvSpPr>
            <a:spLocks xmlns:a="http://schemas.openxmlformats.org/drawingml/2006/main" noGrp="1"/>
          </p:cNvSpPr>
          <p:nvPr/>
        </p:nvSpPr>
        <p:spPr>
          <a:xfrm xmlns:a="http://schemas.openxmlformats.org/drawingml/2006/main">
            <a:off x="2419350" y="3286125"/>
            <a:ext cx="11239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0" name="s17-break-mark-0">
            <a:extLst xmlns:a="http://schemas.openxmlformats.org/drawingml/2006/main">
              <a:ext uri="{FF2B5EF4-FFF2-40B4-BE49-F238E27FC236}">
                <a16:creationId xmlns:a16="http://schemas.microsoft.com/office/drawing/2014/main" id="{024D0BCA-07C7-4C0D-B7B5-44C1909375AE}"/>
              </a:ext>
            </a:extLst>
          </p:cNvPr>
          <p:cNvSpPr>
            <a:spLocks xmlns:a="http://schemas.openxmlformats.org/drawingml/2006/main" noGrp="1"/>
          </p:cNvSpPr>
          <p:nvPr/>
        </p:nvSpPr>
        <p:spPr>
          <a:xfrm xmlns:a="http://schemas.openxmlformats.org/drawingml/2006/main">
            <a:off x="2209800" y="3190875"/>
            <a:ext cx="28575" cy="247650"/>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11" name="s17-break-mark2-0">
            <a:extLst xmlns:a="http://schemas.openxmlformats.org/drawingml/2006/main">
              <a:ext uri="{FF2B5EF4-FFF2-40B4-BE49-F238E27FC236}">
                <a16:creationId xmlns:a16="http://schemas.microsoft.com/office/drawing/2014/main" id="{72AE0835-5D33-4F32-B788-000229A39CA2}"/>
              </a:ext>
            </a:extLst>
          </p:cNvPr>
          <p:cNvSpPr>
            <a:spLocks xmlns:a="http://schemas.openxmlformats.org/drawingml/2006/main" noGrp="1"/>
          </p:cNvSpPr>
          <p:nvPr/>
        </p:nvSpPr>
        <p:spPr>
          <a:xfrm xmlns:a="http://schemas.openxmlformats.org/drawingml/2006/main">
            <a:off x="2305050" y="3190875"/>
            <a:ext cx="28575" cy="247650"/>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12" name="s17-canh-0">
            <a:extLst xmlns:a="http://schemas.openxmlformats.org/drawingml/2006/main">
              <a:ext uri="{FF2B5EF4-FFF2-40B4-BE49-F238E27FC236}">
                <a16:creationId xmlns:a16="http://schemas.microsoft.com/office/drawing/2014/main" id="{B10EE58E-B123-4E26-ADD7-0C7F8042DA5D}"/>
              </a:ext>
            </a:extLst>
          </p:cNvPr>
          <p:cNvSpPr>
            <a:spLocks xmlns:a="http://schemas.openxmlformats.org/drawingml/2006/main" noGrp="1"/>
          </p:cNvSpPr>
          <p:nvPr/>
        </p:nvSpPr>
        <p:spPr>
          <a:xfrm xmlns:a="http://schemas.openxmlformats.org/drawingml/2006/main">
            <a:off x="952500" y="305752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10BFD9"/>
                </a:solidFill>
                <a:latin typeface="DejaVu Sans"/>
                <a:ea typeface="DejaVu Sans"/>
                <a:cs typeface="DejaVu Sans"/>
              </a:defRPr>
            </a:defPPr>
            <a:lvl1pPr algn="l">
              <a:defRPr sz="825" b="1">
                <a:solidFill>
                  <a:srgbClr val="10BFD9"/>
                </a:solidFill>
                <a:latin typeface="DejaVu Sans"/>
                <a:ea typeface="DejaVu Sans"/>
                <a:cs typeface="DejaVu Sans"/>
              </a:defRPr>
            </a:lvl1pPr>
            <a:lvl2pPr algn="l">
              <a:defRPr sz="825" b="1">
                <a:solidFill>
                  <a:srgbClr val="10BFD9"/>
                </a:solidFill>
                <a:latin typeface="DejaVu Sans"/>
                <a:ea typeface="DejaVu Sans"/>
                <a:cs typeface="DejaVu Sans"/>
              </a:defRPr>
            </a:lvl2pPr>
            <a:lvl3pPr algn="l">
              <a:defRPr sz="825" b="1">
                <a:solidFill>
                  <a:srgbClr val="10BFD9"/>
                </a:solidFill>
                <a:latin typeface="DejaVu Sans"/>
                <a:ea typeface="DejaVu Sans"/>
                <a:cs typeface="DejaVu Sans"/>
              </a:defRPr>
            </a:lvl3pPr>
            <a:lvl4pPr algn="l">
              <a:defRPr sz="825" b="1">
                <a:solidFill>
                  <a:srgbClr val="10BFD9"/>
                </a:solidFill>
                <a:latin typeface="DejaVu Sans"/>
                <a:ea typeface="DejaVu Sans"/>
                <a:cs typeface="DejaVu Sans"/>
              </a:defRPr>
            </a:lvl4pPr>
            <a:lvl5pPr algn="l">
              <a:defRPr sz="825" b="1">
                <a:solidFill>
                  <a:srgbClr val="10BFD9"/>
                </a:solidFill>
                <a:latin typeface="DejaVu Sans"/>
                <a:ea typeface="DejaVu Sans"/>
                <a:cs typeface="DejaVu Sans"/>
              </a:defRPr>
            </a:lvl5pPr>
            <a:lvl6pPr algn="l">
              <a:defRPr sz="825" b="1">
                <a:solidFill>
                  <a:srgbClr val="10BFD9"/>
                </a:solidFill>
                <a:latin typeface="DejaVu Sans"/>
                <a:ea typeface="DejaVu Sans"/>
                <a:cs typeface="DejaVu Sans"/>
              </a:defRPr>
            </a:lvl6pPr>
            <a:lvl7pPr algn="l">
              <a:defRPr sz="825" b="1">
                <a:solidFill>
                  <a:srgbClr val="10BFD9"/>
                </a:solidFill>
                <a:latin typeface="DejaVu Sans"/>
                <a:ea typeface="DejaVu Sans"/>
                <a:cs typeface="DejaVu Sans"/>
              </a:defRPr>
            </a:lvl7pPr>
            <a:lvl8pPr algn="l">
              <a:defRPr sz="825" b="1">
                <a:solidFill>
                  <a:srgbClr val="10BFD9"/>
                </a:solidFill>
                <a:latin typeface="DejaVu Sans"/>
                <a:ea typeface="DejaVu Sans"/>
                <a:cs typeface="DejaVu Sans"/>
              </a:defRPr>
            </a:lvl8pPr>
            <a:lvl9pPr algn="l">
              <a:defRPr sz="825" b="1">
                <a:solidFill>
                  <a:srgbClr val="10BFD9"/>
                </a:solidFill>
                <a:latin typeface="DejaVu Sans"/>
                <a:ea typeface="DejaVu Sans"/>
                <a:cs typeface="DejaVu Sans"/>
              </a:defRPr>
            </a:lvl9pPr>
          </a:lstStyle>
          <a:p xmlns:a="http://schemas.openxmlformats.org/drawingml/2006/main">
            <a:pPr algn="l">
              <a:defRPr sz="825" b="1">
                <a:solidFill>
                  <a:srgbClr val="10BFD9"/>
                </a:solidFill>
                <a:latin typeface="DejaVu Sans"/>
                <a:ea typeface="DejaVu Sans"/>
                <a:cs typeface="DejaVu Sans"/>
              </a:defRPr>
            </a:pPr>
            <a:r>
              <a:rPr sz="825" b="1">
                <a:solidFill>
                  <a:srgbClr val="10BFD9"/>
                </a:solidFill>
                <a:latin typeface="DejaVu Sans"/>
                <a:ea typeface="DejaVu Sans"/>
                <a:cs typeface="DejaVu Sans"/>
              </a:rPr>
              <a:t>CAN-H</a:t>
            </a:r>
          </a:p>
        </p:txBody>
      </p:sp>
      <p:sp>
        <p:nvSpPr>
          <p:cNvPr id="13" name="s17-canl-0">
            <a:extLst xmlns:a="http://schemas.openxmlformats.org/drawingml/2006/main">
              <a:ext uri="{FF2B5EF4-FFF2-40B4-BE49-F238E27FC236}">
                <a16:creationId xmlns:a16="http://schemas.microsoft.com/office/drawing/2014/main" id="{4BEB9685-6493-48CE-B618-BE36084F9781}"/>
              </a:ext>
            </a:extLst>
          </p:cNvPr>
          <p:cNvSpPr>
            <a:spLocks xmlns:a="http://schemas.openxmlformats.org/drawingml/2006/main" noGrp="1"/>
          </p:cNvSpPr>
          <p:nvPr/>
        </p:nvSpPr>
        <p:spPr>
          <a:xfrm xmlns:a="http://schemas.openxmlformats.org/drawingml/2006/main">
            <a:off x="952500" y="37909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7500"/>
                </a:solidFill>
                <a:latin typeface="DejaVu Sans"/>
                <a:ea typeface="DejaVu Sans"/>
                <a:cs typeface="DejaVu Sans"/>
              </a:defRPr>
            </a:defPPr>
            <a:lvl1pPr algn="l">
              <a:defRPr sz="825" b="1">
                <a:solidFill>
                  <a:srgbClr val="A87500"/>
                </a:solidFill>
                <a:latin typeface="DejaVu Sans"/>
                <a:ea typeface="DejaVu Sans"/>
                <a:cs typeface="DejaVu Sans"/>
              </a:defRPr>
            </a:lvl1pPr>
            <a:lvl2pPr algn="l">
              <a:defRPr sz="825" b="1">
                <a:solidFill>
                  <a:srgbClr val="A87500"/>
                </a:solidFill>
                <a:latin typeface="DejaVu Sans"/>
                <a:ea typeface="DejaVu Sans"/>
                <a:cs typeface="DejaVu Sans"/>
              </a:defRPr>
            </a:lvl2pPr>
            <a:lvl3pPr algn="l">
              <a:defRPr sz="825" b="1">
                <a:solidFill>
                  <a:srgbClr val="A87500"/>
                </a:solidFill>
                <a:latin typeface="DejaVu Sans"/>
                <a:ea typeface="DejaVu Sans"/>
                <a:cs typeface="DejaVu Sans"/>
              </a:defRPr>
            </a:lvl3pPr>
            <a:lvl4pPr algn="l">
              <a:defRPr sz="825" b="1">
                <a:solidFill>
                  <a:srgbClr val="A87500"/>
                </a:solidFill>
                <a:latin typeface="DejaVu Sans"/>
                <a:ea typeface="DejaVu Sans"/>
                <a:cs typeface="DejaVu Sans"/>
              </a:defRPr>
            </a:lvl4pPr>
            <a:lvl5pPr algn="l">
              <a:defRPr sz="825" b="1">
                <a:solidFill>
                  <a:srgbClr val="A87500"/>
                </a:solidFill>
                <a:latin typeface="DejaVu Sans"/>
                <a:ea typeface="DejaVu Sans"/>
                <a:cs typeface="DejaVu Sans"/>
              </a:defRPr>
            </a:lvl5pPr>
            <a:lvl6pPr algn="l">
              <a:defRPr sz="825" b="1">
                <a:solidFill>
                  <a:srgbClr val="A87500"/>
                </a:solidFill>
                <a:latin typeface="DejaVu Sans"/>
                <a:ea typeface="DejaVu Sans"/>
                <a:cs typeface="DejaVu Sans"/>
              </a:defRPr>
            </a:lvl6pPr>
            <a:lvl7pPr algn="l">
              <a:defRPr sz="825" b="1">
                <a:solidFill>
                  <a:srgbClr val="A87500"/>
                </a:solidFill>
                <a:latin typeface="DejaVu Sans"/>
                <a:ea typeface="DejaVu Sans"/>
                <a:cs typeface="DejaVu Sans"/>
              </a:defRPr>
            </a:lvl7pPr>
            <a:lvl8pPr algn="l">
              <a:defRPr sz="825" b="1">
                <a:solidFill>
                  <a:srgbClr val="A87500"/>
                </a:solidFill>
                <a:latin typeface="DejaVu Sans"/>
                <a:ea typeface="DejaVu Sans"/>
                <a:cs typeface="DejaVu Sans"/>
              </a:defRPr>
            </a:lvl8pPr>
            <a:lvl9pPr algn="l">
              <a:defRPr sz="825" b="1">
                <a:solidFill>
                  <a:srgbClr val="A87500"/>
                </a:solidFill>
                <a:latin typeface="DejaVu Sans"/>
                <a:ea typeface="DejaVu Sans"/>
                <a:cs typeface="DejaVu Sans"/>
              </a:defRPr>
            </a:lvl9pPr>
          </a:lstStyle>
          <a:p xmlns:a="http://schemas.openxmlformats.org/drawingml/2006/main">
            <a:pPr algn="l">
              <a:defRPr sz="825" b="1">
                <a:solidFill>
                  <a:srgbClr val="A87500"/>
                </a:solidFill>
                <a:latin typeface="DejaVu Sans"/>
                <a:ea typeface="DejaVu Sans"/>
                <a:cs typeface="DejaVu Sans"/>
              </a:defRPr>
            </a:pPr>
            <a:r>
              <a:rPr sz="825" b="1">
                <a:solidFill>
                  <a:srgbClr val="A87500"/>
                </a:solidFill>
                <a:latin typeface="DejaVu Sans"/>
                <a:ea typeface="DejaVu Sans"/>
                <a:cs typeface="DejaVu Sans"/>
              </a:rPr>
              <a:t>CAN-L</a:t>
            </a:r>
          </a:p>
        </p:txBody>
      </p:sp>
      <p:sp>
        <p:nvSpPr>
          <p:cNvPr id="14" name="s17-card-body-0">
            <a:extLst xmlns:a="http://schemas.openxmlformats.org/drawingml/2006/main">
              <a:ext uri="{FF2B5EF4-FFF2-40B4-BE49-F238E27FC236}">
                <a16:creationId xmlns:a16="http://schemas.microsoft.com/office/drawing/2014/main" id="{C705EA04-A4E3-40ED-8392-145202423E6A}"/>
              </a:ext>
            </a:extLst>
          </p:cNvPr>
          <p:cNvSpPr>
            <a:spLocks xmlns:a="http://schemas.openxmlformats.org/drawingml/2006/main" noGrp="1"/>
          </p:cNvSpPr>
          <p:nvPr/>
        </p:nvSpPr>
        <p:spPr>
          <a:xfrm xmlns:a="http://schemas.openxmlformats.org/drawingml/2006/main">
            <a:off x="838200" y="4429125"/>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Ένα από τα δύο καλώδια έχει κοπεί ή έχει χαλαρή σύνδεση.</a:t>
            </a:r>
          </a:p>
        </p:txBody>
      </p:sp>
      <p:sp>
        <p:nvSpPr>
          <p:cNvPr id="15" name="s17-card-1">
            <a:extLst xmlns:a="http://schemas.openxmlformats.org/drawingml/2006/main">
              <a:ext uri="{FF2B5EF4-FFF2-40B4-BE49-F238E27FC236}">
                <a16:creationId xmlns:a16="http://schemas.microsoft.com/office/drawing/2014/main" id="{22015FE6-DD2E-4321-A713-3A06B876F330}"/>
              </a:ext>
            </a:extLst>
          </p:cNvPr>
          <p:cNvSpPr>
            <a:spLocks xmlns:a="http://schemas.openxmlformats.org/drawingml/2006/main" noGrp="1"/>
          </p:cNvSpPr>
          <p:nvPr/>
        </p:nvSpPr>
        <p:spPr>
          <a:xfrm xmlns:a="http://schemas.openxmlformats.org/drawingml/2006/main">
            <a:off x="4343400" y="2209800"/>
            <a:ext cx="32766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4288">
            <a:solidFill>
              <a:srgbClr val="D6E2ED"/>
            </a:solidFill>
            <a:prstDash val="solid"/>
          </a:ln>
        </p:spPr>
      </p:sp>
      <p:sp>
        <p:nvSpPr>
          <p:cNvPr id="16" name="s17-card-title-1">
            <a:extLst xmlns:a="http://schemas.openxmlformats.org/drawingml/2006/main">
              <a:ext uri="{FF2B5EF4-FFF2-40B4-BE49-F238E27FC236}">
                <a16:creationId xmlns:a16="http://schemas.microsoft.com/office/drawing/2014/main" id="{33123523-EEB0-4C94-A710-9043A51ADC0C}"/>
              </a:ext>
            </a:extLst>
          </p:cNvPr>
          <p:cNvSpPr>
            <a:spLocks xmlns:a="http://schemas.openxmlformats.org/drawingml/2006/main" noGrp="1"/>
          </p:cNvSpPr>
          <p:nvPr/>
        </p:nvSpPr>
        <p:spPr>
          <a:xfrm xmlns:a="http://schemas.openxmlformats.org/drawingml/2006/main">
            <a:off x="4552950" y="23907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D9534F"/>
                </a:solidFill>
                <a:latin typeface="DejaVu Sans"/>
                <a:ea typeface="DejaVu Sans"/>
                <a:cs typeface="DejaVu Sans"/>
              </a:defRPr>
            </a:defPPr>
            <a:lvl1pPr algn="ctr">
              <a:defRPr sz="1125" b="1">
                <a:solidFill>
                  <a:srgbClr val="D9534F"/>
                </a:solidFill>
                <a:latin typeface="DejaVu Sans"/>
                <a:ea typeface="DejaVu Sans"/>
                <a:cs typeface="DejaVu Sans"/>
              </a:defRPr>
            </a:lvl1pPr>
            <a:lvl2pPr algn="ctr">
              <a:defRPr sz="1125" b="1">
                <a:solidFill>
                  <a:srgbClr val="D9534F"/>
                </a:solidFill>
                <a:latin typeface="DejaVu Sans"/>
                <a:ea typeface="DejaVu Sans"/>
                <a:cs typeface="DejaVu Sans"/>
              </a:defRPr>
            </a:lvl2pPr>
            <a:lvl3pPr algn="ctr">
              <a:defRPr sz="1125" b="1">
                <a:solidFill>
                  <a:srgbClr val="D9534F"/>
                </a:solidFill>
                <a:latin typeface="DejaVu Sans"/>
                <a:ea typeface="DejaVu Sans"/>
                <a:cs typeface="DejaVu Sans"/>
              </a:defRPr>
            </a:lvl3pPr>
            <a:lvl4pPr algn="ctr">
              <a:defRPr sz="1125" b="1">
                <a:solidFill>
                  <a:srgbClr val="D9534F"/>
                </a:solidFill>
                <a:latin typeface="DejaVu Sans"/>
                <a:ea typeface="DejaVu Sans"/>
                <a:cs typeface="DejaVu Sans"/>
              </a:defRPr>
            </a:lvl4pPr>
            <a:lvl5pPr algn="ctr">
              <a:defRPr sz="1125" b="1">
                <a:solidFill>
                  <a:srgbClr val="D9534F"/>
                </a:solidFill>
                <a:latin typeface="DejaVu Sans"/>
                <a:ea typeface="DejaVu Sans"/>
                <a:cs typeface="DejaVu Sans"/>
              </a:defRPr>
            </a:lvl5pPr>
            <a:lvl6pPr algn="ctr">
              <a:defRPr sz="1125" b="1">
                <a:solidFill>
                  <a:srgbClr val="D9534F"/>
                </a:solidFill>
                <a:latin typeface="DejaVu Sans"/>
                <a:ea typeface="DejaVu Sans"/>
                <a:cs typeface="DejaVu Sans"/>
              </a:defRPr>
            </a:lvl6pPr>
            <a:lvl7pPr algn="ctr">
              <a:defRPr sz="1125" b="1">
                <a:solidFill>
                  <a:srgbClr val="D9534F"/>
                </a:solidFill>
                <a:latin typeface="DejaVu Sans"/>
                <a:ea typeface="DejaVu Sans"/>
                <a:cs typeface="DejaVu Sans"/>
              </a:defRPr>
            </a:lvl7pPr>
            <a:lvl8pPr algn="ctr">
              <a:defRPr sz="1125" b="1">
                <a:solidFill>
                  <a:srgbClr val="D9534F"/>
                </a:solidFill>
                <a:latin typeface="DejaVu Sans"/>
                <a:ea typeface="DejaVu Sans"/>
                <a:cs typeface="DejaVu Sans"/>
              </a:defRPr>
            </a:lvl8pPr>
            <a:lvl9pPr algn="ctr">
              <a:defRPr sz="1125" b="1">
                <a:solidFill>
                  <a:srgbClr val="D9534F"/>
                </a:solidFill>
                <a:latin typeface="DejaVu Sans"/>
                <a:ea typeface="DejaVu Sans"/>
                <a:cs typeface="DejaVu Sans"/>
              </a:defRPr>
            </a:lvl9pPr>
          </a:lstStyle>
          <a:p xmlns:a="http://schemas.openxmlformats.org/drawingml/2006/main">
            <a:pPr algn="ctr">
              <a:defRPr sz="1125" b="1">
                <a:solidFill>
                  <a:srgbClr val="D9534F"/>
                </a:solidFill>
                <a:latin typeface="DejaVu Sans"/>
                <a:ea typeface="DejaVu Sans"/>
                <a:cs typeface="DejaVu Sans"/>
              </a:defRPr>
            </a:pPr>
            <a:r>
              <a:rPr sz="1125" b="1">
                <a:solidFill>
                  <a:srgbClr val="D9534F"/>
                </a:solidFill>
                <a:latin typeface="DejaVu Sans"/>
                <a:ea typeface="DejaVu Sans"/>
                <a:cs typeface="DejaVu Sans"/>
              </a:rPr>
              <a:t>CAN-H ΜΕ CAN-L</a:t>
            </a:r>
          </a:p>
        </p:txBody>
      </p:sp>
      <p:sp>
        <p:nvSpPr>
          <p:cNvPr id="17" name="s17-h-line-left-1">
            <a:extLst xmlns:a="http://schemas.openxmlformats.org/drawingml/2006/main">
              <a:ext uri="{FF2B5EF4-FFF2-40B4-BE49-F238E27FC236}">
                <a16:creationId xmlns:a16="http://schemas.microsoft.com/office/drawing/2014/main" id="{6032799F-044B-46E7-A040-55BD8E0BC114}"/>
              </a:ext>
            </a:extLst>
          </p:cNvPr>
          <p:cNvSpPr>
            <a:spLocks xmlns:a="http://schemas.openxmlformats.org/drawingml/2006/main" noGrp="1"/>
          </p:cNvSpPr>
          <p:nvPr/>
        </p:nvSpPr>
        <p:spPr>
          <a:xfrm xmlns:a="http://schemas.openxmlformats.org/drawingml/2006/main">
            <a:off x="4686300" y="3286125"/>
            <a:ext cx="25908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8" name="s17-l-line-1">
            <a:extLst xmlns:a="http://schemas.openxmlformats.org/drawingml/2006/main">
              <a:ext uri="{FF2B5EF4-FFF2-40B4-BE49-F238E27FC236}">
                <a16:creationId xmlns:a16="http://schemas.microsoft.com/office/drawing/2014/main" id="{C2B7CFD0-B655-4D87-8CEF-AEEA963052EA}"/>
              </a:ext>
            </a:extLst>
          </p:cNvPr>
          <p:cNvSpPr>
            <a:spLocks xmlns:a="http://schemas.openxmlformats.org/drawingml/2006/main" noGrp="1"/>
          </p:cNvSpPr>
          <p:nvPr/>
        </p:nvSpPr>
        <p:spPr>
          <a:xfrm xmlns:a="http://schemas.openxmlformats.org/drawingml/2006/main">
            <a:off x="4686300" y="3724275"/>
            <a:ext cx="259080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9" name="s17-short-bridge-1">
            <a:extLst xmlns:a="http://schemas.openxmlformats.org/drawingml/2006/main">
              <a:ext uri="{FF2B5EF4-FFF2-40B4-BE49-F238E27FC236}">
                <a16:creationId xmlns:a16="http://schemas.microsoft.com/office/drawing/2014/main" id="{2206420F-E760-49E8-A8AF-ECAFF9B18722}"/>
              </a:ext>
            </a:extLst>
          </p:cNvPr>
          <p:cNvSpPr>
            <a:spLocks xmlns:a="http://schemas.openxmlformats.org/drawingml/2006/main" noGrp="1"/>
          </p:cNvSpPr>
          <p:nvPr/>
        </p:nvSpPr>
        <p:spPr>
          <a:xfrm xmlns:a="http://schemas.openxmlformats.org/drawingml/2006/main">
            <a:off x="5953125" y="3333750"/>
            <a:ext cx="47625" cy="409575"/>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20" name="s17-short-dot-1">
            <a:extLst xmlns:a="http://schemas.openxmlformats.org/drawingml/2006/main">
              <a:ext uri="{FF2B5EF4-FFF2-40B4-BE49-F238E27FC236}">
                <a16:creationId xmlns:a16="http://schemas.microsoft.com/office/drawing/2014/main" id="{300E5D37-8463-44EA-AB65-1A080278A9D0}"/>
              </a:ext>
            </a:extLst>
          </p:cNvPr>
          <p:cNvSpPr>
            <a:spLocks xmlns:a="http://schemas.openxmlformats.org/drawingml/2006/main" noGrp="1"/>
          </p:cNvSpPr>
          <p:nvPr/>
        </p:nvSpPr>
        <p:spPr>
          <a:xfrm xmlns:a="http://schemas.openxmlformats.org/drawingml/2006/main">
            <a:off x="5895975" y="3486150"/>
            <a:ext cx="161925" cy="161925"/>
          </a:xfrm>
          <a:prstGeom xmlns:a="http://schemas.openxmlformats.org/drawingml/2006/main" prst="ellipse">
            <a:avLst/>
          </a:prstGeom>
          <a:solidFill xmlns:a="http://schemas.openxmlformats.org/drawingml/2006/main">
            <a:srgbClr val="D9534F"/>
          </a:solidFill>
          <a:ln xmlns:a="http://schemas.openxmlformats.org/drawingml/2006/main" w="0">
            <a:noFill/>
            <a:prstDash val="solid"/>
          </a:ln>
        </p:spPr>
      </p:sp>
      <p:sp>
        <p:nvSpPr>
          <p:cNvPr id="21" name="s17-canh-1">
            <a:extLst xmlns:a="http://schemas.openxmlformats.org/drawingml/2006/main">
              <a:ext uri="{FF2B5EF4-FFF2-40B4-BE49-F238E27FC236}">
                <a16:creationId xmlns:a16="http://schemas.microsoft.com/office/drawing/2014/main" id="{9413B4AB-B770-42E9-AC18-D2B16EE7A9AA}"/>
              </a:ext>
            </a:extLst>
          </p:cNvPr>
          <p:cNvSpPr>
            <a:spLocks xmlns:a="http://schemas.openxmlformats.org/drawingml/2006/main" noGrp="1"/>
          </p:cNvSpPr>
          <p:nvPr/>
        </p:nvSpPr>
        <p:spPr>
          <a:xfrm xmlns:a="http://schemas.openxmlformats.org/drawingml/2006/main">
            <a:off x="4686300" y="305752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10BFD9"/>
                </a:solidFill>
                <a:latin typeface="DejaVu Sans"/>
                <a:ea typeface="DejaVu Sans"/>
                <a:cs typeface="DejaVu Sans"/>
              </a:defRPr>
            </a:defPPr>
            <a:lvl1pPr algn="l">
              <a:defRPr sz="825" b="1">
                <a:solidFill>
                  <a:srgbClr val="10BFD9"/>
                </a:solidFill>
                <a:latin typeface="DejaVu Sans"/>
                <a:ea typeface="DejaVu Sans"/>
                <a:cs typeface="DejaVu Sans"/>
              </a:defRPr>
            </a:lvl1pPr>
            <a:lvl2pPr algn="l">
              <a:defRPr sz="825" b="1">
                <a:solidFill>
                  <a:srgbClr val="10BFD9"/>
                </a:solidFill>
                <a:latin typeface="DejaVu Sans"/>
                <a:ea typeface="DejaVu Sans"/>
                <a:cs typeface="DejaVu Sans"/>
              </a:defRPr>
            </a:lvl2pPr>
            <a:lvl3pPr algn="l">
              <a:defRPr sz="825" b="1">
                <a:solidFill>
                  <a:srgbClr val="10BFD9"/>
                </a:solidFill>
                <a:latin typeface="DejaVu Sans"/>
                <a:ea typeface="DejaVu Sans"/>
                <a:cs typeface="DejaVu Sans"/>
              </a:defRPr>
            </a:lvl3pPr>
            <a:lvl4pPr algn="l">
              <a:defRPr sz="825" b="1">
                <a:solidFill>
                  <a:srgbClr val="10BFD9"/>
                </a:solidFill>
                <a:latin typeface="DejaVu Sans"/>
                <a:ea typeface="DejaVu Sans"/>
                <a:cs typeface="DejaVu Sans"/>
              </a:defRPr>
            </a:lvl4pPr>
            <a:lvl5pPr algn="l">
              <a:defRPr sz="825" b="1">
                <a:solidFill>
                  <a:srgbClr val="10BFD9"/>
                </a:solidFill>
                <a:latin typeface="DejaVu Sans"/>
                <a:ea typeface="DejaVu Sans"/>
                <a:cs typeface="DejaVu Sans"/>
              </a:defRPr>
            </a:lvl5pPr>
            <a:lvl6pPr algn="l">
              <a:defRPr sz="825" b="1">
                <a:solidFill>
                  <a:srgbClr val="10BFD9"/>
                </a:solidFill>
                <a:latin typeface="DejaVu Sans"/>
                <a:ea typeface="DejaVu Sans"/>
                <a:cs typeface="DejaVu Sans"/>
              </a:defRPr>
            </a:lvl6pPr>
            <a:lvl7pPr algn="l">
              <a:defRPr sz="825" b="1">
                <a:solidFill>
                  <a:srgbClr val="10BFD9"/>
                </a:solidFill>
                <a:latin typeface="DejaVu Sans"/>
                <a:ea typeface="DejaVu Sans"/>
                <a:cs typeface="DejaVu Sans"/>
              </a:defRPr>
            </a:lvl7pPr>
            <a:lvl8pPr algn="l">
              <a:defRPr sz="825" b="1">
                <a:solidFill>
                  <a:srgbClr val="10BFD9"/>
                </a:solidFill>
                <a:latin typeface="DejaVu Sans"/>
                <a:ea typeface="DejaVu Sans"/>
                <a:cs typeface="DejaVu Sans"/>
              </a:defRPr>
            </a:lvl8pPr>
            <a:lvl9pPr algn="l">
              <a:defRPr sz="825" b="1">
                <a:solidFill>
                  <a:srgbClr val="10BFD9"/>
                </a:solidFill>
                <a:latin typeface="DejaVu Sans"/>
                <a:ea typeface="DejaVu Sans"/>
                <a:cs typeface="DejaVu Sans"/>
              </a:defRPr>
            </a:lvl9pPr>
          </a:lstStyle>
          <a:p xmlns:a="http://schemas.openxmlformats.org/drawingml/2006/main">
            <a:pPr algn="l">
              <a:defRPr sz="825" b="1">
                <a:solidFill>
                  <a:srgbClr val="10BFD9"/>
                </a:solidFill>
                <a:latin typeface="DejaVu Sans"/>
                <a:ea typeface="DejaVu Sans"/>
                <a:cs typeface="DejaVu Sans"/>
              </a:defRPr>
            </a:pPr>
            <a:r>
              <a:rPr sz="825" b="1">
                <a:solidFill>
                  <a:srgbClr val="10BFD9"/>
                </a:solidFill>
                <a:latin typeface="DejaVu Sans"/>
                <a:ea typeface="DejaVu Sans"/>
                <a:cs typeface="DejaVu Sans"/>
              </a:rPr>
              <a:t>CAN-H</a:t>
            </a:r>
          </a:p>
        </p:txBody>
      </p:sp>
      <p:sp>
        <p:nvSpPr>
          <p:cNvPr id="22" name="s17-canl-1">
            <a:extLst xmlns:a="http://schemas.openxmlformats.org/drawingml/2006/main">
              <a:ext uri="{FF2B5EF4-FFF2-40B4-BE49-F238E27FC236}">
                <a16:creationId xmlns:a16="http://schemas.microsoft.com/office/drawing/2014/main" id="{1E3FFF1F-0465-4CB0-ADB5-04B82E6EAE8A}"/>
              </a:ext>
            </a:extLst>
          </p:cNvPr>
          <p:cNvSpPr>
            <a:spLocks xmlns:a="http://schemas.openxmlformats.org/drawingml/2006/main" noGrp="1"/>
          </p:cNvSpPr>
          <p:nvPr/>
        </p:nvSpPr>
        <p:spPr>
          <a:xfrm xmlns:a="http://schemas.openxmlformats.org/drawingml/2006/main">
            <a:off x="4686300" y="37909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7500"/>
                </a:solidFill>
                <a:latin typeface="DejaVu Sans"/>
                <a:ea typeface="DejaVu Sans"/>
                <a:cs typeface="DejaVu Sans"/>
              </a:defRPr>
            </a:defPPr>
            <a:lvl1pPr algn="l">
              <a:defRPr sz="825" b="1">
                <a:solidFill>
                  <a:srgbClr val="A87500"/>
                </a:solidFill>
                <a:latin typeface="DejaVu Sans"/>
                <a:ea typeface="DejaVu Sans"/>
                <a:cs typeface="DejaVu Sans"/>
              </a:defRPr>
            </a:lvl1pPr>
            <a:lvl2pPr algn="l">
              <a:defRPr sz="825" b="1">
                <a:solidFill>
                  <a:srgbClr val="A87500"/>
                </a:solidFill>
                <a:latin typeface="DejaVu Sans"/>
                <a:ea typeface="DejaVu Sans"/>
                <a:cs typeface="DejaVu Sans"/>
              </a:defRPr>
            </a:lvl2pPr>
            <a:lvl3pPr algn="l">
              <a:defRPr sz="825" b="1">
                <a:solidFill>
                  <a:srgbClr val="A87500"/>
                </a:solidFill>
                <a:latin typeface="DejaVu Sans"/>
                <a:ea typeface="DejaVu Sans"/>
                <a:cs typeface="DejaVu Sans"/>
              </a:defRPr>
            </a:lvl3pPr>
            <a:lvl4pPr algn="l">
              <a:defRPr sz="825" b="1">
                <a:solidFill>
                  <a:srgbClr val="A87500"/>
                </a:solidFill>
                <a:latin typeface="DejaVu Sans"/>
                <a:ea typeface="DejaVu Sans"/>
                <a:cs typeface="DejaVu Sans"/>
              </a:defRPr>
            </a:lvl4pPr>
            <a:lvl5pPr algn="l">
              <a:defRPr sz="825" b="1">
                <a:solidFill>
                  <a:srgbClr val="A87500"/>
                </a:solidFill>
                <a:latin typeface="DejaVu Sans"/>
                <a:ea typeface="DejaVu Sans"/>
                <a:cs typeface="DejaVu Sans"/>
              </a:defRPr>
            </a:lvl5pPr>
            <a:lvl6pPr algn="l">
              <a:defRPr sz="825" b="1">
                <a:solidFill>
                  <a:srgbClr val="A87500"/>
                </a:solidFill>
                <a:latin typeface="DejaVu Sans"/>
                <a:ea typeface="DejaVu Sans"/>
                <a:cs typeface="DejaVu Sans"/>
              </a:defRPr>
            </a:lvl6pPr>
            <a:lvl7pPr algn="l">
              <a:defRPr sz="825" b="1">
                <a:solidFill>
                  <a:srgbClr val="A87500"/>
                </a:solidFill>
                <a:latin typeface="DejaVu Sans"/>
                <a:ea typeface="DejaVu Sans"/>
                <a:cs typeface="DejaVu Sans"/>
              </a:defRPr>
            </a:lvl7pPr>
            <a:lvl8pPr algn="l">
              <a:defRPr sz="825" b="1">
                <a:solidFill>
                  <a:srgbClr val="A87500"/>
                </a:solidFill>
                <a:latin typeface="DejaVu Sans"/>
                <a:ea typeface="DejaVu Sans"/>
                <a:cs typeface="DejaVu Sans"/>
              </a:defRPr>
            </a:lvl8pPr>
            <a:lvl9pPr algn="l">
              <a:defRPr sz="825" b="1">
                <a:solidFill>
                  <a:srgbClr val="A87500"/>
                </a:solidFill>
                <a:latin typeface="DejaVu Sans"/>
                <a:ea typeface="DejaVu Sans"/>
                <a:cs typeface="DejaVu Sans"/>
              </a:defRPr>
            </a:lvl9pPr>
          </a:lstStyle>
          <a:p xmlns:a="http://schemas.openxmlformats.org/drawingml/2006/main">
            <a:pPr algn="l">
              <a:defRPr sz="825" b="1">
                <a:solidFill>
                  <a:srgbClr val="A87500"/>
                </a:solidFill>
                <a:latin typeface="DejaVu Sans"/>
                <a:ea typeface="DejaVu Sans"/>
                <a:cs typeface="DejaVu Sans"/>
              </a:defRPr>
            </a:pPr>
            <a:r>
              <a:rPr sz="825" b="1">
                <a:solidFill>
                  <a:srgbClr val="A87500"/>
                </a:solidFill>
                <a:latin typeface="DejaVu Sans"/>
                <a:ea typeface="DejaVu Sans"/>
                <a:cs typeface="DejaVu Sans"/>
              </a:rPr>
              <a:t>CAN-L</a:t>
            </a:r>
          </a:p>
        </p:txBody>
      </p:sp>
      <p:sp>
        <p:nvSpPr>
          <p:cNvPr id="23" name="s17-card-body-1">
            <a:extLst xmlns:a="http://schemas.openxmlformats.org/drawingml/2006/main">
              <a:ext uri="{FF2B5EF4-FFF2-40B4-BE49-F238E27FC236}">
                <a16:creationId xmlns:a16="http://schemas.microsoft.com/office/drawing/2014/main" id="{DA93EFF3-B2C4-4AE9-B1F7-2EF165464577}"/>
              </a:ext>
            </a:extLst>
          </p:cNvPr>
          <p:cNvSpPr>
            <a:spLocks xmlns:a="http://schemas.openxmlformats.org/drawingml/2006/main" noGrp="1"/>
          </p:cNvSpPr>
          <p:nvPr/>
        </p:nvSpPr>
        <p:spPr>
          <a:xfrm xmlns:a="http://schemas.openxmlformats.org/drawingml/2006/main">
            <a:off x="4572000" y="4429125"/>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Οι δύο γραμμές ακουμπούν μεταξύ τους.</a:t>
            </a:r>
          </a:p>
        </p:txBody>
      </p:sp>
      <p:sp>
        <p:nvSpPr>
          <p:cNvPr id="24" name="s17-card-2">
            <a:extLst xmlns:a="http://schemas.openxmlformats.org/drawingml/2006/main">
              <a:ext uri="{FF2B5EF4-FFF2-40B4-BE49-F238E27FC236}">
                <a16:creationId xmlns:a16="http://schemas.microsoft.com/office/drawing/2014/main" id="{675B1B1C-1D41-4A80-8C5A-AB2E9396047E}"/>
              </a:ext>
            </a:extLst>
          </p:cNvPr>
          <p:cNvSpPr>
            <a:spLocks xmlns:a="http://schemas.openxmlformats.org/drawingml/2006/main" noGrp="1"/>
          </p:cNvSpPr>
          <p:nvPr/>
        </p:nvSpPr>
        <p:spPr>
          <a:xfrm xmlns:a="http://schemas.openxmlformats.org/drawingml/2006/main">
            <a:off x="8077200" y="2209800"/>
            <a:ext cx="327660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4288">
            <a:solidFill>
              <a:srgbClr val="D6E2ED"/>
            </a:solidFill>
            <a:prstDash val="solid"/>
          </a:ln>
        </p:spPr>
      </p:sp>
      <p:sp>
        <p:nvSpPr>
          <p:cNvPr id="25" name="s17-card-title-2">
            <a:extLst xmlns:a="http://schemas.openxmlformats.org/drawingml/2006/main">
              <a:ext uri="{FF2B5EF4-FFF2-40B4-BE49-F238E27FC236}">
                <a16:creationId xmlns:a16="http://schemas.microsoft.com/office/drawing/2014/main" id="{5A1B1BC5-AB43-4865-9E21-7B84CAB1CB7C}"/>
              </a:ext>
            </a:extLst>
          </p:cNvPr>
          <p:cNvSpPr>
            <a:spLocks xmlns:a="http://schemas.openxmlformats.org/drawingml/2006/main" noGrp="1"/>
          </p:cNvSpPr>
          <p:nvPr/>
        </p:nvSpPr>
        <p:spPr>
          <a:xfrm xmlns:a="http://schemas.openxmlformats.org/drawingml/2006/main">
            <a:off x="8286750" y="239077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8C5CA8"/>
                </a:solidFill>
                <a:latin typeface="DejaVu Sans"/>
                <a:ea typeface="DejaVu Sans"/>
                <a:cs typeface="DejaVu Sans"/>
              </a:defRPr>
            </a:defPPr>
            <a:lvl1pPr algn="ctr">
              <a:defRPr sz="1125" b="1">
                <a:solidFill>
                  <a:srgbClr val="8C5CA8"/>
                </a:solidFill>
                <a:latin typeface="DejaVu Sans"/>
                <a:ea typeface="DejaVu Sans"/>
                <a:cs typeface="DejaVu Sans"/>
              </a:defRPr>
            </a:lvl1pPr>
            <a:lvl2pPr algn="ctr">
              <a:defRPr sz="1125" b="1">
                <a:solidFill>
                  <a:srgbClr val="8C5CA8"/>
                </a:solidFill>
                <a:latin typeface="DejaVu Sans"/>
                <a:ea typeface="DejaVu Sans"/>
                <a:cs typeface="DejaVu Sans"/>
              </a:defRPr>
            </a:lvl2pPr>
            <a:lvl3pPr algn="ctr">
              <a:defRPr sz="1125" b="1">
                <a:solidFill>
                  <a:srgbClr val="8C5CA8"/>
                </a:solidFill>
                <a:latin typeface="DejaVu Sans"/>
                <a:ea typeface="DejaVu Sans"/>
                <a:cs typeface="DejaVu Sans"/>
              </a:defRPr>
            </a:lvl3pPr>
            <a:lvl4pPr algn="ctr">
              <a:defRPr sz="1125" b="1">
                <a:solidFill>
                  <a:srgbClr val="8C5CA8"/>
                </a:solidFill>
                <a:latin typeface="DejaVu Sans"/>
                <a:ea typeface="DejaVu Sans"/>
                <a:cs typeface="DejaVu Sans"/>
              </a:defRPr>
            </a:lvl4pPr>
            <a:lvl5pPr algn="ctr">
              <a:defRPr sz="1125" b="1">
                <a:solidFill>
                  <a:srgbClr val="8C5CA8"/>
                </a:solidFill>
                <a:latin typeface="DejaVu Sans"/>
                <a:ea typeface="DejaVu Sans"/>
                <a:cs typeface="DejaVu Sans"/>
              </a:defRPr>
            </a:lvl5pPr>
            <a:lvl6pPr algn="ctr">
              <a:defRPr sz="1125" b="1">
                <a:solidFill>
                  <a:srgbClr val="8C5CA8"/>
                </a:solidFill>
                <a:latin typeface="DejaVu Sans"/>
                <a:ea typeface="DejaVu Sans"/>
                <a:cs typeface="DejaVu Sans"/>
              </a:defRPr>
            </a:lvl6pPr>
            <a:lvl7pPr algn="ctr">
              <a:defRPr sz="1125" b="1">
                <a:solidFill>
                  <a:srgbClr val="8C5CA8"/>
                </a:solidFill>
                <a:latin typeface="DejaVu Sans"/>
                <a:ea typeface="DejaVu Sans"/>
                <a:cs typeface="DejaVu Sans"/>
              </a:defRPr>
            </a:lvl7pPr>
            <a:lvl8pPr algn="ctr">
              <a:defRPr sz="1125" b="1">
                <a:solidFill>
                  <a:srgbClr val="8C5CA8"/>
                </a:solidFill>
                <a:latin typeface="DejaVu Sans"/>
                <a:ea typeface="DejaVu Sans"/>
                <a:cs typeface="DejaVu Sans"/>
              </a:defRPr>
            </a:lvl8pPr>
            <a:lvl9pPr algn="ctr">
              <a:defRPr sz="1125" b="1">
                <a:solidFill>
                  <a:srgbClr val="8C5CA8"/>
                </a:solidFill>
                <a:latin typeface="DejaVu Sans"/>
                <a:ea typeface="DejaVu Sans"/>
                <a:cs typeface="DejaVu Sans"/>
              </a:defRPr>
            </a:lvl9pPr>
          </a:lstStyle>
          <a:p xmlns:a="http://schemas.openxmlformats.org/drawingml/2006/main">
            <a:pPr algn="ctr">
              <a:defRPr sz="1125" b="1">
                <a:solidFill>
                  <a:srgbClr val="8C5CA8"/>
                </a:solidFill>
                <a:latin typeface="DejaVu Sans"/>
                <a:ea typeface="DejaVu Sans"/>
                <a:cs typeface="DejaVu Sans"/>
              </a:defRPr>
            </a:pPr>
            <a:r>
              <a:rPr sz="1125" b="1">
                <a:solidFill>
                  <a:srgbClr val="8C5CA8"/>
                </a:solidFill>
                <a:latin typeface="DejaVu Sans"/>
                <a:ea typeface="DejaVu Sans"/>
                <a:cs typeface="DejaVu Sans"/>
              </a:rPr>
              <a:t>ΕΠΑΦΗ ΜΕ ΑΜΑΞΩΜΑ Ή ΤΡΟΦΟΔΟΣΙΑ</a:t>
            </a:r>
          </a:p>
        </p:txBody>
      </p:sp>
      <p:sp>
        <p:nvSpPr>
          <p:cNvPr id="26" name="s17-h-line-left-2">
            <a:extLst xmlns:a="http://schemas.openxmlformats.org/drawingml/2006/main">
              <a:ext uri="{FF2B5EF4-FFF2-40B4-BE49-F238E27FC236}">
                <a16:creationId xmlns:a16="http://schemas.microsoft.com/office/drawing/2014/main" id="{7A3B8567-49E1-4BA5-B082-1F8E5E8EDC1F}"/>
              </a:ext>
            </a:extLst>
          </p:cNvPr>
          <p:cNvSpPr>
            <a:spLocks xmlns:a="http://schemas.openxmlformats.org/drawingml/2006/main" noGrp="1"/>
          </p:cNvSpPr>
          <p:nvPr/>
        </p:nvSpPr>
        <p:spPr>
          <a:xfrm xmlns:a="http://schemas.openxmlformats.org/drawingml/2006/main">
            <a:off x="8420100" y="3286125"/>
            <a:ext cx="25908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7" name="s17-l-line-2">
            <a:extLst xmlns:a="http://schemas.openxmlformats.org/drawingml/2006/main">
              <a:ext uri="{FF2B5EF4-FFF2-40B4-BE49-F238E27FC236}">
                <a16:creationId xmlns:a16="http://schemas.microsoft.com/office/drawing/2014/main" id="{D7AAC216-7CBA-486F-9E57-CA74F0036BE7}"/>
              </a:ext>
            </a:extLst>
          </p:cNvPr>
          <p:cNvSpPr>
            <a:spLocks xmlns:a="http://schemas.openxmlformats.org/drawingml/2006/main" noGrp="1"/>
          </p:cNvSpPr>
          <p:nvPr/>
        </p:nvSpPr>
        <p:spPr>
          <a:xfrm xmlns:a="http://schemas.openxmlformats.org/drawingml/2006/main">
            <a:off x="8420100" y="3724275"/>
            <a:ext cx="259080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8" name="s17-short-to-body-2">
            <a:extLst xmlns:a="http://schemas.openxmlformats.org/drawingml/2006/main">
              <a:ext uri="{FF2B5EF4-FFF2-40B4-BE49-F238E27FC236}">
                <a16:creationId xmlns:a16="http://schemas.microsoft.com/office/drawing/2014/main" id="{309F7B91-0182-4952-9493-155E85A33F23}"/>
              </a:ext>
            </a:extLst>
          </p:cNvPr>
          <p:cNvSpPr>
            <a:spLocks xmlns:a="http://schemas.openxmlformats.org/drawingml/2006/main" noGrp="1"/>
          </p:cNvSpPr>
          <p:nvPr/>
        </p:nvSpPr>
        <p:spPr>
          <a:xfrm xmlns:a="http://schemas.openxmlformats.org/drawingml/2006/main">
            <a:off x="9696450" y="3333750"/>
            <a:ext cx="38100" cy="742950"/>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29" name="s17-ground-line-2">
            <a:extLst xmlns:a="http://schemas.openxmlformats.org/drawingml/2006/main">
              <a:ext uri="{FF2B5EF4-FFF2-40B4-BE49-F238E27FC236}">
                <a16:creationId xmlns:a16="http://schemas.microsoft.com/office/drawing/2014/main" id="{35AC6801-23B7-4971-BFFC-92CF98BFAD24}"/>
              </a:ext>
            </a:extLst>
          </p:cNvPr>
          <p:cNvSpPr>
            <a:spLocks xmlns:a="http://schemas.openxmlformats.org/drawingml/2006/main" noGrp="1"/>
          </p:cNvSpPr>
          <p:nvPr/>
        </p:nvSpPr>
        <p:spPr>
          <a:xfrm xmlns:a="http://schemas.openxmlformats.org/drawingml/2006/main">
            <a:off x="9439275" y="4067175"/>
            <a:ext cx="552450" cy="38100"/>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30" name="s17-ground-line2-2">
            <a:extLst xmlns:a="http://schemas.openxmlformats.org/drawingml/2006/main">
              <a:ext uri="{FF2B5EF4-FFF2-40B4-BE49-F238E27FC236}">
                <a16:creationId xmlns:a16="http://schemas.microsoft.com/office/drawing/2014/main" id="{E143E587-8E91-4591-87BB-C3BC21E4D128}"/>
              </a:ext>
            </a:extLst>
          </p:cNvPr>
          <p:cNvSpPr>
            <a:spLocks xmlns:a="http://schemas.openxmlformats.org/drawingml/2006/main" noGrp="1"/>
          </p:cNvSpPr>
          <p:nvPr/>
        </p:nvSpPr>
        <p:spPr>
          <a:xfrm xmlns:a="http://schemas.openxmlformats.org/drawingml/2006/main">
            <a:off x="9515475" y="4143375"/>
            <a:ext cx="400050" cy="28575"/>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31" name="s17-ground-line3-2">
            <a:extLst xmlns:a="http://schemas.openxmlformats.org/drawingml/2006/main">
              <a:ext uri="{FF2B5EF4-FFF2-40B4-BE49-F238E27FC236}">
                <a16:creationId xmlns:a16="http://schemas.microsoft.com/office/drawing/2014/main" id="{9F5BD798-FCDD-4D03-B49F-80E989B6BD6E}"/>
              </a:ext>
            </a:extLst>
          </p:cNvPr>
          <p:cNvSpPr>
            <a:spLocks xmlns:a="http://schemas.openxmlformats.org/drawingml/2006/main" noGrp="1"/>
          </p:cNvSpPr>
          <p:nvPr/>
        </p:nvSpPr>
        <p:spPr>
          <a:xfrm xmlns:a="http://schemas.openxmlformats.org/drawingml/2006/main">
            <a:off x="9601200" y="4210050"/>
            <a:ext cx="228600" cy="28575"/>
          </a:xfrm>
          <a:prstGeom xmlns:a="http://schemas.openxmlformats.org/drawingml/2006/main" prst="rect">
            <a:avLst/>
          </a:prstGeom>
          <a:solidFill xmlns:a="http://schemas.openxmlformats.org/drawingml/2006/main">
            <a:srgbClr val="D9534F"/>
          </a:solidFill>
          <a:ln xmlns:a="http://schemas.openxmlformats.org/drawingml/2006/main" w="0">
            <a:noFill/>
            <a:prstDash val="solid"/>
          </a:ln>
        </p:spPr>
      </p:sp>
      <p:sp>
        <p:nvSpPr>
          <p:cNvPr id="32" name="s17-canh-2">
            <a:extLst xmlns:a="http://schemas.openxmlformats.org/drawingml/2006/main">
              <a:ext uri="{FF2B5EF4-FFF2-40B4-BE49-F238E27FC236}">
                <a16:creationId xmlns:a16="http://schemas.microsoft.com/office/drawing/2014/main" id="{89A81A68-9F81-417C-8F16-697EF3EDDD0B}"/>
              </a:ext>
            </a:extLst>
          </p:cNvPr>
          <p:cNvSpPr>
            <a:spLocks xmlns:a="http://schemas.openxmlformats.org/drawingml/2006/main" noGrp="1"/>
          </p:cNvSpPr>
          <p:nvPr/>
        </p:nvSpPr>
        <p:spPr>
          <a:xfrm xmlns:a="http://schemas.openxmlformats.org/drawingml/2006/main">
            <a:off x="8420100" y="3057525"/>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10BFD9"/>
                </a:solidFill>
                <a:latin typeface="DejaVu Sans"/>
                <a:ea typeface="DejaVu Sans"/>
                <a:cs typeface="DejaVu Sans"/>
              </a:defRPr>
            </a:defPPr>
            <a:lvl1pPr algn="l">
              <a:defRPr sz="825" b="1">
                <a:solidFill>
                  <a:srgbClr val="10BFD9"/>
                </a:solidFill>
                <a:latin typeface="DejaVu Sans"/>
                <a:ea typeface="DejaVu Sans"/>
                <a:cs typeface="DejaVu Sans"/>
              </a:defRPr>
            </a:lvl1pPr>
            <a:lvl2pPr algn="l">
              <a:defRPr sz="825" b="1">
                <a:solidFill>
                  <a:srgbClr val="10BFD9"/>
                </a:solidFill>
                <a:latin typeface="DejaVu Sans"/>
                <a:ea typeface="DejaVu Sans"/>
                <a:cs typeface="DejaVu Sans"/>
              </a:defRPr>
            </a:lvl2pPr>
            <a:lvl3pPr algn="l">
              <a:defRPr sz="825" b="1">
                <a:solidFill>
                  <a:srgbClr val="10BFD9"/>
                </a:solidFill>
                <a:latin typeface="DejaVu Sans"/>
                <a:ea typeface="DejaVu Sans"/>
                <a:cs typeface="DejaVu Sans"/>
              </a:defRPr>
            </a:lvl3pPr>
            <a:lvl4pPr algn="l">
              <a:defRPr sz="825" b="1">
                <a:solidFill>
                  <a:srgbClr val="10BFD9"/>
                </a:solidFill>
                <a:latin typeface="DejaVu Sans"/>
                <a:ea typeface="DejaVu Sans"/>
                <a:cs typeface="DejaVu Sans"/>
              </a:defRPr>
            </a:lvl4pPr>
            <a:lvl5pPr algn="l">
              <a:defRPr sz="825" b="1">
                <a:solidFill>
                  <a:srgbClr val="10BFD9"/>
                </a:solidFill>
                <a:latin typeface="DejaVu Sans"/>
                <a:ea typeface="DejaVu Sans"/>
                <a:cs typeface="DejaVu Sans"/>
              </a:defRPr>
            </a:lvl5pPr>
            <a:lvl6pPr algn="l">
              <a:defRPr sz="825" b="1">
                <a:solidFill>
                  <a:srgbClr val="10BFD9"/>
                </a:solidFill>
                <a:latin typeface="DejaVu Sans"/>
                <a:ea typeface="DejaVu Sans"/>
                <a:cs typeface="DejaVu Sans"/>
              </a:defRPr>
            </a:lvl6pPr>
            <a:lvl7pPr algn="l">
              <a:defRPr sz="825" b="1">
                <a:solidFill>
                  <a:srgbClr val="10BFD9"/>
                </a:solidFill>
                <a:latin typeface="DejaVu Sans"/>
                <a:ea typeface="DejaVu Sans"/>
                <a:cs typeface="DejaVu Sans"/>
              </a:defRPr>
            </a:lvl7pPr>
            <a:lvl8pPr algn="l">
              <a:defRPr sz="825" b="1">
                <a:solidFill>
                  <a:srgbClr val="10BFD9"/>
                </a:solidFill>
                <a:latin typeface="DejaVu Sans"/>
                <a:ea typeface="DejaVu Sans"/>
                <a:cs typeface="DejaVu Sans"/>
              </a:defRPr>
            </a:lvl8pPr>
            <a:lvl9pPr algn="l">
              <a:defRPr sz="825" b="1">
                <a:solidFill>
                  <a:srgbClr val="10BFD9"/>
                </a:solidFill>
                <a:latin typeface="DejaVu Sans"/>
                <a:ea typeface="DejaVu Sans"/>
                <a:cs typeface="DejaVu Sans"/>
              </a:defRPr>
            </a:lvl9pPr>
          </a:lstStyle>
          <a:p xmlns:a="http://schemas.openxmlformats.org/drawingml/2006/main">
            <a:pPr algn="l">
              <a:defRPr sz="825" b="1">
                <a:solidFill>
                  <a:srgbClr val="10BFD9"/>
                </a:solidFill>
                <a:latin typeface="DejaVu Sans"/>
                <a:ea typeface="DejaVu Sans"/>
                <a:cs typeface="DejaVu Sans"/>
              </a:defRPr>
            </a:pPr>
            <a:r>
              <a:rPr sz="825" b="1">
                <a:solidFill>
                  <a:srgbClr val="10BFD9"/>
                </a:solidFill>
                <a:latin typeface="DejaVu Sans"/>
                <a:ea typeface="DejaVu Sans"/>
                <a:cs typeface="DejaVu Sans"/>
              </a:rPr>
              <a:t>CAN-H</a:t>
            </a:r>
          </a:p>
        </p:txBody>
      </p:sp>
      <p:sp>
        <p:nvSpPr>
          <p:cNvPr id="33" name="s17-canl-2">
            <a:extLst xmlns:a="http://schemas.openxmlformats.org/drawingml/2006/main">
              <a:ext uri="{FF2B5EF4-FFF2-40B4-BE49-F238E27FC236}">
                <a16:creationId xmlns:a16="http://schemas.microsoft.com/office/drawing/2014/main" id="{897EE4A6-E480-48A3-8FF1-B7E4330ED9CC}"/>
              </a:ext>
            </a:extLst>
          </p:cNvPr>
          <p:cNvSpPr>
            <a:spLocks xmlns:a="http://schemas.openxmlformats.org/drawingml/2006/main" noGrp="1"/>
          </p:cNvSpPr>
          <p:nvPr/>
        </p:nvSpPr>
        <p:spPr>
          <a:xfrm xmlns:a="http://schemas.openxmlformats.org/drawingml/2006/main">
            <a:off x="8420100" y="3790950"/>
            <a:ext cx="87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a:solidFill>
                  <a:srgbClr val="A87500"/>
                </a:solidFill>
                <a:latin typeface="DejaVu Sans"/>
                <a:ea typeface="DejaVu Sans"/>
                <a:cs typeface="DejaVu Sans"/>
              </a:defRPr>
            </a:defPPr>
            <a:lvl1pPr algn="l">
              <a:defRPr sz="825" b="1">
                <a:solidFill>
                  <a:srgbClr val="A87500"/>
                </a:solidFill>
                <a:latin typeface="DejaVu Sans"/>
                <a:ea typeface="DejaVu Sans"/>
                <a:cs typeface="DejaVu Sans"/>
              </a:defRPr>
            </a:lvl1pPr>
            <a:lvl2pPr algn="l">
              <a:defRPr sz="825" b="1">
                <a:solidFill>
                  <a:srgbClr val="A87500"/>
                </a:solidFill>
                <a:latin typeface="DejaVu Sans"/>
                <a:ea typeface="DejaVu Sans"/>
                <a:cs typeface="DejaVu Sans"/>
              </a:defRPr>
            </a:lvl2pPr>
            <a:lvl3pPr algn="l">
              <a:defRPr sz="825" b="1">
                <a:solidFill>
                  <a:srgbClr val="A87500"/>
                </a:solidFill>
                <a:latin typeface="DejaVu Sans"/>
                <a:ea typeface="DejaVu Sans"/>
                <a:cs typeface="DejaVu Sans"/>
              </a:defRPr>
            </a:lvl3pPr>
            <a:lvl4pPr algn="l">
              <a:defRPr sz="825" b="1">
                <a:solidFill>
                  <a:srgbClr val="A87500"/>
                </a:solidFill>
                <a:latin typeface="DejaVu Sans"/>
                <a:ea typeface="DejaVu Sans"/>
                <a:cs typeface="DejaVu Sans"/>
              </a:defRPr>
            </a:lvl4pPr>
            <a:lvl5pPr algn="l">
              <a:defRPr sz="825" b="1">
                <a:solidFill>
                  <a:srgbClr val="A87500"/>
                </a:solidFill>
                <a:latin typeface="DejaVu Sans"/>
                <a:ea typeface="DejaVu Sans"/>
                <a:cs typeface="DejaVu Sans"/>
              </a:defRPr>
            </a:lvl5pPr>
            <a:lvl6pPr algn="l">
              <a:defRPr sz="825" b="1">
                <a:solidFill>
                  <a:srgbClr val="A87500"/>
                </a:solidFill>
                <a:latin typeface="DejaVu Sans"/>
                <a:ea typeface="DejaVu Sans"/>
                <a:cs typeface="DejaVu Sans"/>
              </a:defRPr>
            </a:lvl6pPr>
            <a:lvl7pPr algn="l">
              <a:defRPr sz="825" b="1">
                <a:solidFill>
                  <a:srgbClr val="A87500"/>
                </a:solidFill>
                <a:latin typeface="DejaVu Sans"/>
                <a:ea typeface="DejaVu Sans"/>
                <a:cs typeface="DejaVu Sans"/>
              </a:defRPr>
            </a:lvl7pPr>
            <a:lvl8pPr algn="l">
              <a:defRPr sz="825" b="1">
                <a:solidFill>
                  <a:srgbClr val="A87500"/>
                </a:solidFill>
                <a:latin typeface="DejaVu Sans"/>
                <a:ea typeface="DejaVu Sans"/>
                <a:cs typeface="DejaVu Sans"/>
              </a:defRPr>
            </a:lvl8pPr>
            <a:lvl9pPr algn="l">
              <a:defRPr sz="825" b="1">
                <a:solidFill>
                  <a:srgbClr val="A87500"/>
                </a:solidFill>
                <a:latin typeface="DejaVu Sans"/>
                <a:ea typeface="DejaVu Sans"/>
                <a:cs typeface="DejaVu Sans"/>
              </a:defRPr>
            </a:lvl9pPr>
          </a:lstStyle>
          <a:p xmlns:a="http://schemas.openxmlformats.org/drawingml/2006/main">
            <a:pPr algn="l">
              <a:defRPr sz="825" b="1">
                <a:solidFill>
                  <a:srgbClr val="A87500"/>
                </a:solidFill>
                <a:latin typeface="DejaVu Sans"/>
                <a:ea typeface="DejaVu Sans"/>
                <a:cs typeface="DejaVu Sans"/>
              </a:defRPr>
            </a:pPr>
            <a:r>
              <a:rPr sz="825" b="1">
                <a:solidFill>
                  <a:srgbClr val="A87500"/>
                </a:solidFill>
                <a:latin typeface="DejaVu Sans"/>
                <a:ea typeface="DejaVu Sans"/>
                <a:cs typeface="DejaVu Sans"/>
              </a:rPr>
              <a:t>CAN-L</a:t>
            </a:r>
          </a:p>
        </p:txBody>
      </p:sp>
      <p:sp>
        <p:nvSpPr>
          <p:cNvPr id="34" name="s17-card-body-2">
            <a:extLst xmlns:a="http://schemas.openxmlformats.org/drawingml/2006/main">
              <a:ext uri="{FF2B5EF4-FFF2-40B4-BE49-F238E27FC236}">
                <a16:creationId xmlns:a16="http://schemas.microsoft.com/office/drawing/2014/main" id="{1AFFA996-AF97-4DD6-8361-42D3F22FEDC6}"/>
              </a:ext>
            </a:extLst>
          </p:cNvPr>
          <p:cNvSpPr>
            <a:spLocks xmlns:a="http://schemas.openxmlformats.org/drawingml/2006/main" noGrp="1"/>
          </p:cNvSpPr>
          <p:nvPr/>
        </p:nvSpPr>
        <p:spPr>
          <a:xfrm xmlns:a="http://schemas.openxmlformats.org/drawingml/2006/main">
            <a:off x="8305800" y="4429125"/>
            <a:ext cx="2819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Ένα καλώδιο ακουμπά σε γείωση ή σε γραμμή τροφοδοσίας.</a:t>
            </a:r>
          </a:p>
        </p:txBody>
      </p:sp>
      <p:sp>
        <p:nvSpPr>
          <p:cNvPr id="35" name="s17-takeaway">
            <a:extLst xmlns:a="http://schemas.openxmlformats.org/drawingml/2006/main">
              <a:ext uri="{FF2B5EF4-FFF2-40B4-BE49-F238E27FC236}">
                <a16:creationId xmlns:a16="http://schemas.microsoft.com/office/drawing/2014/main" id="{8B783856-C5E5-4B22-BFD3-2E7BF19FCD65}"/>
              </a:ext>
            </a:extLst>
          </p:cNvPr>
          <p:cNvSpPr>
            <a:spLocks xmlns:a="http://schemas.openxmlformats.org/drawingml/2006/main" noGrp="1"/>
          </p:cNvSpPr>
          <p:nvPr/>
        </p:nvSpPr>
        <p:spPr>
          <a:xfrm xmlns:a="http://schemas.openxmlformats.org/drawingml/2006/main">
            <a:off x="609600" y="5467350"/>
            <a:ext cx="10972800" cy="685800"/>
          </a:xfrm>
          <a:prstGeom xmlns:a="http://schemas.openxmlformats.org/drawingml/2006/main" prst="roundRect">
            <a:avLst>
              <a:gd name="adj" fmla="val 11111"/>
            </a:avLst>
          </a:prstGeom>
          <a:solidFill xmlns:a="http://schemas.openxmlformats.org/drawingml/2006/main">
            <a:srgbClr val="071426"/>
          </a:solidFill>
          <a:ln xmlns:a="http://schemas.openxmlformats.org/drawingml/2006/main" w="0">
            <a:noFill/>
            <a:prstDash val="solid"/>
          </a:ln>
        </p:spPr>
      </p:sp>
      <p:sp>
        <p:nvSpPr>
          <p:cNvPr id="36" name="s17-takeaway-text">
            <a:extLst xmlns:a="http://schemas.openxmlformats.org/drawingml/2006/main">
              <a:ext uri="{FF2B5EF4-FFF2-40B4-BE49-F238E27FC236}">
                <a16:creationId xmlns:a16="http://schemas.microsoft.com/office/drawing/2014/main" id="{20087277-AA4D-4324-BC3A-7AE16E2A49E0}"/>
              </a:ext>
            </a:extLst>
          </p:cNvPr>
          <p:cNvSpPr>
            <a:spLocks xmlns:a="http://schemas.openxmlformats.org/drawingml/2006/main" noGrp="1"/>
          </p:cNvSpPr>
          <p:nvPr/>
        </p:nvSpPr>
        <p:spPr>
          <a:xfrm xmlns:a="http://schemas.openxmlformats.org/drawingml/2006/main">
            <a:off x="838200" y="5543550"/>
            <a:ext cx="10515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FFF"/>
                </a:solidFill>
                <a:latin typeface="DejaVu Sans"/>
                <a:ea typeface="DejaVu Sans"/>
                <a:cs typeface="DejaVu Sans"/>
              </a:defRPr>
            </a:defPPr>
            <a:lvl1pPr algn="ctr">
              <a:defRPr sz="1200" b="1">
                <a:solidFill>
                  <a:srgbClr val="FFFFFF"/>
                </a:solidFill>
                <a:latin typeface="DejaVu Sans"/>
                <a:ea typeface="DejaVu Sans"/>
                <a:cs typeface="DejaVu Sans"/>
              </a:defRPr>
            </a:lvl1pPr>
            <a:lvl2pPr algn="ctr">
              <a:defRPr sz="1200" b="1">
                <a:solidFill>
                  <a:srgbClr val="FFFFFF"/>
                </a:solidFill>
                <a:latin typeface="DejaVu Sans"/>
                <a:ea typeface="DejaVu Sans"/>
                <a:cs typeface="DejaVu Sans"/>
              </a:defRPr>
            </a:lvl2pPr>
            <a:lvl3pPr algn="ctr">
              <a:defRPr sz="1200" b="1">
                <a:solidFill>
                  <a:srgbClr val="FFFFFF"/>
                </a:solidFill>
                <a:latin typeface="DejaVu Sans"/>
                <a:ea typeface="DejaVu Sans"/>
                <a:cs typeface="DejaVu Sans"/>
              </a:defRPr>
            </a:lvl3pPr>
            <a:lvl4pPr algn="ctr">
              <a:defRPr sz="1200" b="1">
                <a:solidFill>
                  <a:srgbClr val="FFFFFF"/>
                </a:solidFill>
                <a:latin typeface="DejaVu Sans"/>
                <a:ea typeface="DejaVu Sans"/>
                <a:cs typeface="DejaVu Sans"/>
              </a:defRPr>
            </a:lvl4pPr>
            <a:lvl5pPr algn="ctr">
              <a:defRPr sz="1200" b="1">
                <a:solidFill>
                  <a:srgbClr val="FFFFFF"/>
                </a:solidFill>
                <a:latin typeface="DejaVu Sans"/>
                <a:ea typeface="DejaVu Sans"/>
                <a:cs typeface="DejaVu Sans"/>
              </a:defRPr>
            </a:lvl5pPr>
            <a:lvl6pPr algn="ctr">
              <a:defRPr sz="1200" b="1">
                <a:solidFill>
                  <a:srgbClr val="FFFFFF"/>
                </a:solidFill>
                <a:latin typeface="DejaVu Sans"/>
                <a:ea typeface="DejaVu Sans"/>
                <a:cs typeface="DejaVu Sans"/>
              </a:defRPr>
            </a:lvl6pPr>
            <a:lvl7pPr algn="ctr">
              <a:defRPr sz="1200" b="1">
                <a:solidFill>
                  <a:srgbClr val="FFFFFF"/>
                </a:solidFill>
                <a:latin typeface="DejaVu Sans"/>
                <a:ea typeface="DejaVu Sans"/>
                <a:cs typeface="DejaVu Sans"/>
              </a:defRPr>
            </a:lvl7pPr>
            <a:lvl8pPr algn="ctr">
              <a:defRPr sz="1200" b="1">
                <a:solidFill>
                  <a:srgbClr val="FFFFFF"/>
                </a:solidFill>
                <a:latin typeface="DejaVu Sans"/>
                <a:ea typeface="DejaVu Sans"/>
                <a:cs typeface="DejaVu Sans"/>
              </a:defRPr>
            </a:lvl8pPr>
            <a:lvl9pPr algn="ctr">
              <a:defRPr sz="1200" b="1">
                <a:solidFill>
                  <a:srgbClr val="FFFFFF"/>
                </a:solidFill>
                <a:latin typeface="DejaVu Sans"/>
                <a:ea typeface="DejaVu Sans"/>
                <a:cs typeface="DejaVu Sans"/>
              </a:defRPr>
            </a:lvl9pPr>
          </a:lstStyle>
          <a:p xmlns:a="http://schemas.openxmlformats.org/drawingml/2006/main">
            <a:pPr algn="ctr">
              <a:defRPr sz="1200" b="1">
                <a:solidFill>
                  <a:srgbClr val="FFFFFF"/>
                </a:solidFill>
                <a:latin typeface="DejaVu Sans"/>
                <a:ea typeface="DejaVu Sans"/>
                <a:cs typeface="DejaVu Sans"/>
              </a:defRPr>
            </a:pPr>
            <a:r>
              <a:rPr sz="1200" b="1">
                <a:solidFill>
                  <a:srgbClr val="FFFFFF"/>
                </a:solidFill>
                <a:latin typeface="DejaVu Sans"/>
                <a:ea typeface="DejaVu Sans"/>
                <a:cs typeface="DejaVu Sans"/>
              </a:rPr>
              <a:t>Δεν αρκεί το σχήμα για διάγνωση. Ελέγχουμε κωδικούς, καλωδίωση και μετρήσεις σύμφωνα με το διάγραμμα.</a:t>
            </a:r>
          </a:p>
        </p:txBody>
      </p:sp>
      <p:sp>
        <p:nvSpPr>
          <p:cNvPr id="37" name="s17-note">
            <a:extLst xmlns:a="http://schemas.openxmlformats.org/drawingml/2006/main">
              <a:ext uri="{FF2B5EF4-FFF2-40B4-BE49-F238E27FC236}">
                <a16:creationId xmlns:a16="http://schemas.microsoft.com/office/drawing/2014/main" id="{969BB737-8E79-4A95-9B8E-C90E13A25BE2}"/>
              </a:ext>
            </a:extLst>
          </p:cNvPr>
          <p:cNvSpPr>
            <a:spLocks xmlns:a="http://schemas.openxmlformats.org/drawingml/2006/main" noGrp="1"/>
          </p:cNvSpPr>
          <p:nvPr/>
        </p:nvSpPr>
        <p:spPr>
          <a:xfrm xmlns:a="http://schemas.openxmlformats.org/drawingml/2006/main">
            <a:off x="609600" y="6238875"/>
            <a:ext cx="9715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Δεν εντοπίζουν όλα τα κυκλώματα/transceivers κάθε διακοπή ή βραχυκύκλωμα.</a:t>
            </a:r>
          </a:p>
        </p:txBody>
      </p:sp>
      <p:sp>
        <p:nvSpPr>
          <p:cNvPr id="38" name="s17-footer">
            <a:extLst xmlns:a="http://schemas.openxmlformats.org/drawingml/2006/main">
              <a:ext uri="{FF2B5EF4-FFF2-40B4-BE49-F238E27FC236}">
                <a16:creationId xmlns:a16="http://schemas.microsoft.com/office/drawing/2014/main" id="{DD58B7C0-C9BB-4479-8048-4A14DCAA10A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9" name="s17-page-number">
            <a:extLst xmlns:a="http://schemas.openxmlformats.org/drawingml/2006/main">
              <a:ext uri="{FF2B5EF4-FFF2-40B4-BE49-F238E27FC236}">
                <a16:creationId xmlns:a16="http://schemas.microsoft.com/office/drawing/2014/main" id="{A247337C-FAB4-4B30-9EF7-A6C16ED19599}"/>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17</a:t>
            </a:r>
          </a:p>
        </p:txBody>
      </p:sp>
    </p:spTree>
    <p:extLst>
      <p:ext uri="{BB962C8B-B14F-4D97-AF65-F5344CB8AC3E}">
        <p14:creationId xmlns:p14="http://schemas.microsoft.com/office/powerpoint/2010/main" val="623141258"/>
      </p:ext>
    </p:extLst>
  </p:cSld>
</p:sld>
</file>

<file path=ppt/slides/slide18.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6" name="s18-kicker">
            <a:extLst xmlns:a="http://schemas.openxmlformats.org/drawingml/2006/main">
              <a:ext uri="{FF2B5EF4-FFF2-40B4-BE49-F238E27FC236}">
                <a16:creationId xmlns:a16="http://schemas.microsoft.com/office/drawing/2014/main" id="{C2C078DF-A0C7-48E3-962D-EF249BF62082}"/>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18-title">
            <a:extLst xmlns:a="http://schemas.openxmlformats.org/drawingml/2006/main">
              <a:ext uri="{FF2B5EF4-FFF2-40B4-BE49-F238E27FC236}">
                <a16:creationId xmlns:a16="http://schemas.microsoft.com/office/drawing/2014/main" id="{9CE38704-8D65-47B0-A2C3-BF6ACA1A7226}"/>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101D31"/>
                </a:solidFill>
                <a:latin typeface="DejaVu Sans"/>
                <a:ea typeface="DejaVu Sans"/>
                <a:cs typeface="DejaVu Sans"/>
              </a:defRPr>
            </a:defPPr>
            <a:lvl1pPr algn="l">
              <a:defRPr sz="2700" b="1">
                <a:solidFill>
                  <a:srgbClr val="101D31"/>
                </a:solidFill>
                <a:latin typeface="DejaVu Sans"/>
                <a:ea typeface="DejaVu Sans"/>
                <a:cs typeface="DejaVu Sans"/>
              </a:defRPr>
            </a:lvl1pPr>
            <a:lvl2pPr algn="l">
              <a:defRPr sz="2700" b="1">
                <a:solidFill>
                  <a:srgbClr val="101D31"/>
                </a:solidFill>
                <a:latin typeface="DejaVu Sans"/>
                <a:ea typeface="DejaVu Sans"/>
                <a:cs typeface="DejaVu Sans"/>
              </a:defRPr>
            </a:lvl2pPr>
            <a:lvl3pPr algn="l">
              <a:defRPr sz="2700" b="1">
                <a:solidFill>
                  <a:srgbClr val="101D31"/>
                </a:solidFill>
                <a:latin typeface="DejaVu Sans"/>
                <a:ea typeface="DejaVu Sans"/>
                <a:cs typeface="DejaVu Sans"/>
              </a:defRPr>
            </a:lvl3pPr>
            <a:lvl4pPr algn="l">
              <a:defRPr sz="2700" b="1">
                <a:solidFill>
                  <a:srgbClr val="101D31"/>
                </a:solidFill>
                <a:latin typeface="DejaVu Sans"/>
                <a:ea typeface="DejaVu Sans"/>
                <a:cs typeface="DejaVu Sans"/>
              </a:defRPr>
            </a:lvl4pPr>
            <a:lvl5pPr algn="l">
              <a:defRPr sz="2700" b="1">
                <a:solidFill>
                  <a:srgbClr val="101D31"/>
                </a:solidFill>
                <a:latin typeface="DejaVu Sans"/>
                <a:ea typeface="DejaVu Sans"/>
                <a:cs typeface="DejaVu Sans"/>
              </a:defRPr>
            </a:lvl5pPr>
            <a:lvl6pPr algn="l">
              <a:defRPr sz="2700" b="1">
                <a:solidFill>
                  <a:srgbClr val="101D31"/>
                </a:solidFill>
                <a:latin typeface="DejaVu Sans"/>
                <a:ea typeface="DejaVu Sans"/>
                <a:cs typeface="DejaVu Sans"/>
              </a:defRPr>
            </a:lvl6pPr>
            <a:lvl7pPr algn="l">
              <a:defRPr sz="2700" b="1">
                <a:solidFill>
                  <a:srgbClr val="101D31"/>
                </a:solidFill>
                <a:latin typeface="DejaVu Sans"/>
                <a:ea typeface="DejaVu Sans"/>
                <a:cs typeface="DejaVu Sans"/>
              </a:defRPr>
            </a:lvl7pPr>
            <a:lvl8pPr algn="l">
              <a:defRPr sz="2700" b="1">
                <a:solidFill>
                  <a:srgbClr val="101D31"/>
                </a:solidFill>
                <a:latin typeface="DejaVu Sans"/>
                <a:ea typeface="DejaVu Sans"/>
                <a:cs typeface="DejaVu Sans"/>
              </a:defRPr>
            </a:lvl8pPr>
            <a:lvl9pPr algn="l">
              <a:defRPr sz="2700" b="1">
                <a:solidFill>
                  <a:srgbClr val="101D31"/>
                </a:solidFill>
                <a:latin typeface="DejaVu Sans"/>
                <a:ea typeface="DejaVu Sans"/>
                <a:cs typeface="DejaVu Sans"/>
              </a:defRPr>
            </a:lvl9pPr>
          </a:lstStyle>
          <a:p xmlns:a="http://schemas.openxmlformats.org/drawingml/2006/main">
            <a:pPr algn="l">
              <a:defRPr sz="2700" b="1">
                <a:solidFill>
                  <a:srgbClr val="101D31"/>
                </a:solidFill>
                <a:latin typeface="DejaVu Sans"/>
                <a:ea typeface="DejaVu Sans"/>
                <a:cs typeface="DejaVu Sans"/>
              </a:defRPr>
            </a:pPr>
            <a:r>
              <a:rPr sz="2700" b="1">
                <a:solidFill>
                  <a:srgbClr val="101D31"/>
                </a:solidFill>
                <a:latin typeface="DejaVu Sans"/>
                <a:ea typeface="DejaVu Sans"/>
                <a:cs typeface="DejaVu Sans"/>
              </a:rPr>
              <a:t>Ταχύτητα μετάδοσης και μήκος δικτύου CAN</a:t>
            </a:r>
          </a:p>
        </p:txBody>
      </p:sp>
      <p:sp>
        <p:nvSpPr>
          <p:cNvPr id="3" name="s18-title-rule">
            <a:extLst xmlns:a="http://schemas.openxmlformats.org/drawingml/2006/main">
              <a:ext uri="{FF2B5EF4-FFF2-40B4-BE49-F238E27FC236}">
                <a16:creationId xmlns:a16="http://schemas.microsoft.com/office/drawing/2014/main" id="{A6DEE9D3-DAFE-4E26-ACCF-8403DA87226D}"/>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18-subtitle">
            <a:extLst xmlns:a="http://schemas.openxmlformats.org/drawingml/2006/main">
              <a:ext uri="{FF2B5EF4-FFF2-40B4-BE49-F238E27FC236}">
                <a16:creationId xmlns:a16="http://schemas.microsoft.com/office/drawing/2014/main" id="{D8579089-93E2-4A5A-8F09-A360A06A3FD0}"/>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Όσο πιο γρήγορα στέλνονται τα bits, τόσο πιο πολύ μετρά ο χρόνος που χρειάζεται το σήμα για να ταξιδέψει.</a:t>
            </a:r>
          </a:p>
        </p:txBody>
      </p:sp>
      <p:sp>
        <p:nvSpPr>
          <p:cNvPr id="5" name="s18-slow-card">
            <a:extLst xmlns:a="http://schemas.openxmlformats.org/drawingml/2006/main">
              <a:ext uri="{FF2B5EF4-FFF2-40B4-BE49-F238E27FC236}">
                <a16:creationId xmlns:a16="http://schemas.microsoft.com/office/drawing/2014/main" id="{D4624D5F-63E0-4AE6-BE12-F205850704D7}"/>
              </a:ext>
            </a:extLst>
          </p:cNvPr>
          <p:cNvSpPr>
            <a:spLocks xmlns:a="http://schemas.openxmlformats.org/drawingml/2006/main" noGrp="1"/>
          </p:cNvSpPr>
          <p:nvPr/>
        </p:nvSpPr>
        <p:spPr>
          <a:xfrm xmlns:a="http://schemas.openxmlformats.org/drawingml/2006/main">
            <a:off x="609600" y="2209800"/>
            <a:ext cx="5219700" cy="300990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4288">
            <a:solidFill>
              <a:srgbClr val="D6E2ED"/>
            </a:solidFill>
            <a:prstDash val="solid"/>
          </a:ln>
        </p:spPr>
      </p:sp>
      <p:sp>
        <p:nvSpPr>
          <p:cNvPr id="6" name="s18-slow-heading">
            <a:extLst xmlns:a="http://schemas.openxmlformats.org/drawingml/2006/main">
              <a:ext uri="{FF2B5EF4-FFF2-40B4-BE49-F238E27FC236}">
                <a16:creationId xmlns:a16="http://schemas.microsoft.com/office/drawing/2014/main" id="{2BCACE61-E2EE-4398-8979-4A4D99DDB846}"/>
              </a:ext>
            </a:extLst>
          </p:cNvPr>
          <p:cNvSpPr>
            <a:spLocks xmlns:a="http://schemas.openxmlformats.org/drawingml/2006/main" noGrp="1"/>
          </p:cNvSpPr>
          <p:nvPr/>
        </p:nvSpPr>
        <p:spPr>
          <a:xfrm xmlns:a="http://schemas.openxmlformats.org/drawingml/2006/main">
            <a:off x="895350" y="2438400"/>
            <a:ext cx="464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2B77C"/>
                </a:solidFill>
                <a:latin typeface="DejaVu Sans"/>
                <a:ea typeface="DejaVu Sans"/>
                <a:cs typeface="DejaVu Sans"/>
              </a:defRPr>
            </a:defPPr>
            <a:lvl1pPr algn="ctr">
              <a:defRPr sz="1350" b="1">
                <a:solidFill>
                  <a:srgbClr val="22B77C"/>
                </a:solidFill>
                <a:latin typeface="DejaVu Sans"/>
                <a:ea typeface="DejaVu Sans"/>
                <a:cs typeface="DejaVu Sans"/>
              </a:defRPr>
            </a:lvl1pPr>
            <a:lvl2pPr algn="ctr">
              <a:defRPr sz="1350" b="1">
                <a:solidFill>
                  <a:srgbClr val="22B77C"/>
                </a:solidFill>
                <a:latin typeface="DejaVu Sans"/>
                <a:ea typeface="DejaVu Sans"/>
                <a:cs typeface="DejaVu Sans"/>
              </a:defRPr>
            </a:lvl2pPr>
            <a:lvl3pPr algn="ctr">
              <a:defRPr sz="1350" b="1">
                <a:solidFill>
                  <a:srgbClr val="22B77C"/>
                </a:solidFill>
                <a:latin typeface="DejaVu Sans"/>
                <a:ea typeface="DejaVu Sans"/>
                <a:cs typeface="DejaVu Sans"/>
              </a:defRPr>
            </a:lvl3pPr>
            <a:lvl4pPr algn="ctr">
              <a:defRPr sz="1350" b="1">
                <a:solidFill>
                  <a:srgbClr val="22B77C"/>
                </a:solidFill>
                <a:latin typeface="DejaVu Sans"/>
                <a:ea typeface="DejaVu Sans"/>
                <a:cs typeface="DejaVu Sans"/>
              </a:defRPr>
            </a:lvl4pPr>
            <a:lvl5pPr algn="ctr">
              <a:defRPr sz="1350" b="1">
                <a:solidFill>
                  <a:srgbClr val="22B77C"/>
                </a:solidFill>
                <a:latin typeface="DejaVu Sans"/>
                <a:ea typeface="DejaVu Sans"/>
                <a:cs typeface="DejaVu Sans"/>
              </a:defRPr>
            </a:lvl5pPr>
            <a:lvl6pPr algn="ctr">
              <a:defRPr sz="1350" b="1">
                <a:solidFill>
                  <a:srgbClr val="22B77C"/>
                </a:solidFill>
                <a:latin typeface="DejaVu Sans"/>
                <a:ea typeface="DejaVu Sans"/>
                <a:cs typeface="DejaVu Sans"/>
              </a:defRPr>
            </a:lvl6pPr>
            <a:lvl7pPr algn="ctr">
              <a:defRPr sz="1350" b="1">
                <a:solidFill>
                  <a:srgbClr val="22B77C"/>
                </a:solidFill>
                <a:latin typeface="DejaVu Sans"/>
                <a:ea typeface="DejaVu Sans"/>
                <a:cs typeface="DejaVu Sans"/>
              </a:defRPr>
            </a:lvl7pPr>
            <a:lvl8pPr algn="ctr">
              <a:defRPr sz="1350" b="1">
                <a:solidFill>
                  <a:srgbClr val="22B77C"/>
                </a:solidFill>
                <a:latin typeface="DejaVu Sans"/>
                <a:ea typeface="DejaVu Sans"/>
                <a:cs typeface="DejaVu Sans"/>
              </a:defRPr>
            </a:lvl8pPr>
            <a:lvl9pPr algn="ctr">
              <a:defRPr sz="1350" b="1">
                <a:solidFill>
                  <a:srgbClr val="22B77C"/>
                </a:solidFill>
                <a:latin typeface="DejaVu Sans"/>
                <a:ea typeface="DejaVu Sans"/>
                <a:cs typeface="DejaVu Sans"/>
              </a:defRPr>
            </a:lvl9pPr>
          </a:lstStyle>
          <a:p xmlns:a="http://schemas.openxmlformats.org/drawingml/2006/main">
            <a:pPr algn="ctr">
              <a:defRPr sz="1350" b="1">
                <a:solidFill>
                  <a:srgbClr val="22B77C"/>
                </a:solidFill>
                <a:latin typeface="DejaVu Sans"/>
                <a:ea typeface="DejaVu Sans"/>
                <a:cs typeface="DejaVu Sans"/>
              </a:defRPr>
            </a:pPr>
            <a:r>
              <a:rPr sz="1350" b="1">
                <a:solidFill>
                  <a:srgbClr val="22B77C"/>
                </a:solidFill>
                <a:latin typeface="DejaVu Sans"/>
                <a:ea typeface="DejaVu Sans"/>
                <a:cs typeface="DejaVu Sans"/>
              </a:rPr>
              <a:t>ΧΑΜΗΛΟΤΕΡΟΣ ΡΥΘΜΟΣ</a:t>
            </a:r>
          </a:p>
        </p:txBody>
      </p:sp>
      <p:sp>
        <p:nvSpPr>
          <p:cNvPr id="7" name="s18-slow-sub">
            <a:extLst xmlns:a="http://schemas.openxmlformats.org/drawingml/2006/main">
              <a:ext uri="{FF2B5EF4-FFF2-40B4-BE49-F238E27FC236}">
                <a16:creationId xmlns:a16="http://schemas.microsoft.com/office/drawing/2014/main" id="{6AC0711B-B8A9-4905-83EE-AF81FC9F15F6}"/>
              </a:ext>
            </a:extLst>
          </p:cNvPr>
          <p:cNvSpPr>
            <a:spLocks xmlns:a="http://schemas.openxmlformats.org/drawingml/2006/main" noGrp="1"/>
          </p:cNvSpPr>
          <p:nvPr/>
        </p:nvSpPr>
        <p:spPr>
          <a:xfrm xmlns:a="http://schemas.openxmlformats.org/drawingml/2006/main">
            <a:off x="895350" y="2781300"/>
            <a:ext cx="4648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101D31"/>
                </a:solidFill>
                <a:latin typeface="DejaVu Sans"/>
                <a:ea typeface="DejaVu Sans"/>
                <a:cs typeface="DejaVu Sans"/>
              </a:defRPr>
            </a:defPPr>
            <a:lvl1pPr algn="ctr">
              <a:defRPr sz="1200" b="0">
                <a:solidFill>
                  <a:srgbClr val="101D31"/>
                </a:solidFill>
                <a:latin typeface="DejaVu Sans"/>
                <a:ea typeface="DejaVu Sans"/>
                <a:cs typeface="DejaVu Sans"/>
              </a:defRPr>
            </a:lvl1pPr>
            <a:lvl2pPr algn="ctr">
              <a:defRPr sz="1200" b="0">
                <a:solidFill>
                  <a:srgbClr val="101D31"/>
                </a:solidFill>
                <a:latin typeface="DejaVu Sans"/>
                <a:ea typeface="DejaVu Sans"/>
                <a:cs typeface="DejaVu Sans"/>
              </a:defRPr>
            </a:lvl2pPr>
            <a:lvl3pPr algn="ctr">
              <a:defRPr sz="1200" b="0">
                <a:solidFill>
                  <a:srgbClr val="101D31"/>
                </a:solidFill>
                <a:latin typeface="DejaVu Sans"/>
                <a:ea typeface="DejaVu Sans"/>
                <a:cs typeface="DejaVu Sans"/>
              </a:defRPr>
            </a:lvl3pPr>
            <a:lvl4pPr algn="ctr">
              <a:defRPr sz="1200" b="0">
                <a:solidFill>
                  <a:srgbClr val="101D31"/>
                </a:solidFill>
                <a:latin typeface="DejaVu Sans"/>
                <a:ea typeface="DejaVu Sans"/>
                <a:cs typeface="DejaVu Sans"/>
              </a:defRPr>
            </a:lvl4pPr>
            <a:lvl5pPr algn="ctr">
              <a:defRPr sz="1200" b="0">
                <a:solidFill>
                  <a:srgbClr val="101D31"/>
                </a:solidFill>
                <a:latin typeface="DejaVu Sans"/>
                <a:ea typeface="DejaVu Sans"/>
                <a:cs typeface="DejaVu Sans"/>
              </a:defRPr>
            </a:lvl5pPr>
            <a:lvl6pPr algn="ctr">
              <a:defRPr sz="1200" b="0">
                <a:solidFill>
                  <a:srgbClr val="101D31"/>
                </a:solidFill>
                <a:latin typeface="DejaVu Sans"/>
                <a:ea typeface="DejaVu Sans"/>
                <a:cs typeface="DejaVu Sans"/>
              </a:defRPr>
            </a:lvl6pPr>
            <a:lvl7pPr algn="ctr">
              <a:defRPr sz="1200" b="0">
                <a:solidFill>
                  <a:srgbClr val="101D31"/>
                </a:solidFill>
                <a:latin typeface="DejaVu Sans"/>
                <a:ea typeface="DejaVu Sans"/>
                <a:cs typeface="DejaVu Sans"/>
              </a:defRPr>
            </a:lvl7pPr>
            <a:lvl8pPr algn="ctr">
              <a:defRPr sz="1200" b="0">
                <a:solidFill>
                  <a:srgbClr val="101D31"/>
                </a:solidFill>
                <a:latin typeface="DejaVu Sans"/>
                <a:ea typeface="DejaVu Sans"/>
                <a:cs typeface="DejaVu Sans"/>
              </a:defRPr>
            </a:lvl8pPr>
            <a:lvl9pPr algn="ctr">
              <a:defRPr sz="1200" b="0">
                <a:solidFill>
                  <a:srgbClr val="101D31"/>
                </a:solidFill>
                <a:latin typeface="DejaVu Sans"/>
                <a:ea typeface="DejaVu Sans"/>
                <a:cs typeface="DejaVu Sans"/>
              </a:defRPr>
            </a:lvl9pPr>
          </a:lstStyle>
          <a:p xmlns:a="http://schemas.openxmlformats.org/drawingml/2006/main">
            <a:pPr algn="ctr">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Συνήθως είναι πιο εύκολο να υποστηριχθεί μεγαλύτερο μήκος.</a:t>
            </a:r>
          </a:p>
        </p:txBody>
      </p:sp>
      <p:sp>
        <p:nvSpPr>
          <p:cNvPr id="8" name="s18-slow-bus">
            <a:extLst xmlns:a="http://schemas.openxmlformats.org/drawingml/2006/main">
              <a:ext uri="{FF2B5EF4-FFF2-40B4-BE49-F238E27FC236}">
                <a16:creationId xmlns:a16="http://schemas.microsoft.com/office/drawing/2014/main" id="{0E28F9A0-51F4-4D86-BC57-04CD64730C9A}"/>
              </a:ext>
            </a:extLst>
          </p:cNvPr>
          <p:cNvSpPr>
            <a:spLocks xmlns:a="http://schemas.openxmlformats.org/drawingml/2006/main" noGrp="1"/>
          </p:cNvSpPr>
          <p:nvPr/>
        </p:nvSpPr>
        <p:spPr>
          <a:xfrm xmlns:a="http://schemas.openxmlformats.org/drawingml/2006/main">
            <a:off x="1419225" y="3762375"/>
            <a:ext cx="3333750" cy="114300"/>
          </a:xfrm>
          <a:prstGeom xmlns:a="http://schemas.openxmlformats.org/drawingml/2006/main" prst="roundRect">
            <a:avLst>
              <a:gd name="adj" fmla="val 50000"/>
            </a:avLst>
          </a:prstGeom>
          <a:solidFill xmlns:a="http://schemas.openxmlformats.org/drawingml/2006/main">
            <a:srgbClr val="10BFD9"/>
          </a:solidFill>
          <a:ln xmlns:a="http://schemas.openxmlformats.org/drawingml/2006/main" w="0">
            <a:noFill/>
            <a:prstDash val="solid"/>
          </a:ln>
        </p:spPr>
      </p:sp>
      <p:sp>
        <p:nvSpPr>
          <p:cNvPr id="9" name="s18-slow-node-0">
            <a:extLst xmlns:a="http://schemas.openxmlformats.org/drawingml/2006/main">
              <a:ext uri="{FF2B5EF4-FFF2-40B4-BE49-F238E27FC236}">
                <a16:creationId xmlns:a16="http://schemas.microsoft.com/office/drawing/2014/main" id="{F86CF42E-8ED4-47F5-9F29-B1C673F8DB73}"/>
              </a:ext>
            </a:extLst>
          </p:cNvPr>
          <p:cNvSpPr>
            <a:spLocks xmlns:a="http://schemas.openxmlformats.org/drawingml/2006/main" noGrp="1"/>
          </p:cNvSpPr>
          <p:nvPr/>
        </p:nvSpPr>
        <p:spPr>
          <a:xfrm xmlns:a="http://schemas.openxmlformats.org/drawingml/2006/main">
            <a:off x="1295400" y="3476625"/>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0">
            <a:noFill/>
            <a:prstDash val="solid"/>
          </a:ln>
        </p:spPr>
      </p:sp>
      <p:sp>
        <p:nvSpPr>
          <p:cNvPr id="10" name="s18-slow-node-label-0">
            <a:extLst xmlns:a="http://schemas.openxmlformats.org/drawingml/2006/main">
              <a:ext uri="{FF2B5EF4-FFF2-40B4-BE49-F238E27FC236}">
                <a16:creationId xmlns:a16="http://schemas.microsoft.com/office/drawing/2014/main" id="{1B7F82B0-1D3E-4274-AAEA-519FF348BE72}"/>
              </a:ext>
            </a:extLst>
          </p:cNvPr>
          <p:cNvSpPr>
            <a:spLocks xmlns:a="http://schemas.openxmlformats.org/drawingml/2006/main" noGrp="1"/>
          </p:cNvSpPr>
          <p:nvPr/>
        </p:nvSpPr>
        <p:spPr>
          <a:xfrm xmlns:a="http://schemas.openxmlformats.org/drawingml/2006/main">
            <a:off x="1323975"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11" name="s18-slow-node-1">
            <a:extLst xmlns:a="http://schemas.openxmlformats.org/drawingml/2006/main">
              <a:ext uri="{FF2B5EF4-FFF2-40B4-BE49-F238E27FC236}">
                <a16:creationId xmlns:a16="http://schemas.microsoft.com/office/drawing/2014/main" id="{C59B0872-481D-463F-85A4-7ACA1D5F7C2F}"/>
              </a:ext>
            </a:extLst>
          </p:cNvPr>
          <p:cNvSpPr>
            <a:spLocks xmlns:a="http://schemas.openxmlformats.org/drawingml/2006/main" noGrp="1"/>
          </p:cNvSpPr>
          <p:nvPr/>
        </p:nvSpPr>
        <p:spPr>
          <a:xfrm xmlns:a="http://schemas.openxmlformats.org/drawingml/2006/main">
            <a:off x="2409825" y="3476625"/>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0">
            <a:noFill/>
            <a:prstDash val="solid"/>
          </a:ln>
        </p:spPr>
      </p:sp>
      <p:sp>
        <p:nvSpPr>
          <p:cNvPr id="12" name="s18-slow-node-label-1">
            <a:extLst xmlns:a="http://schemas.openxmlformats.org/drawingml/2006/main">
              <a:ext uri="{FF2B5EF4-FFF2-40B4-BE49-F238E27FC236}">
                <a16:creationId xmlns:a16="http://schemas.microsoft.com/office/drawing/2014/main" id="{6F31036B-6603-43B2-A949-12312E734754}"/>
              </a:ext>
            </a:extLst>
          </p:cNvPr>
          <p:cNvSpPr>
            <a:spLocks xmlns:a="http://schemas.openxmlformats.org/drawingml/2006/main" noGrp="1"/>
          </p:cNvSpPr>
          <p:nvPr/>
        </p:nvSpPr>
        <p:spPr>
          <a:xfrm xmlns:a="http://schemas.openxmlformats.org/drawingml/2006/main">
            <a:off x="2438400"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13" name="s18-slow-node-2">
            <a:extLst xmlns:a="http://schemas.openxmlformats.org/drawingml/2006/main">
              <a:ext uri="{FF2B5EF4-FFF2-40B4-BE49-F238E27FC236}">
                <a16:creationId xmlns:a16="http://schemas.microsoft.com/office/drawing/2014/main" id="{C06407B9-048D-4C32-8A07-AC7B1B91B7F2}"/>
              </a:ext>
            </a:extLst>
          </p:cNvPr>
          <p:cNvSpPr>
            <a:spLocks xmlns:a="http://schemas.openxmlformats.org/drawingml/2006/main" noGrp="1"/>
          </p:cNvSpPr>
          <p:nvPr/>
        </p:nvSpPr>
        <p:spPr>
          <a:xfrm xmlns:a="http://schemas.openxmlformats.org/drawingml/2006/main">
            <a:off x="3524250" y="3476625"/>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0">
            <a:noFill/>
            <a:prstDash val="solid"/>
          </a:ln>
        </p:spPr>
      </p:sp>
      <p:sp>
        <p:nvSpPr>
          <p:cNvPr id="14" name="s18-slow-node-label-2">
            <a:extLst xmlns:a="http://schemas.openxmlformats.org/drawingml/2006/main">
              <a:ext uri="{FF2B5EF4-FFF2-40B4-BE49-F238E27FC236}">
                <a16:creationId xmlns:a16="http://schemas.microsoft.com/office/drawing/2014/main" id="{4BA394F4-845C-4ED0-B1E8-D599CEEDDB4C}"/>
              </a:ext>
            </a:extLst>
          </p:cNvPr>
          <p:cNvSpPr>
            <a:spLocks xmlns:a="http://schemas.openxmlformats.org/drawingml/2006/main" noGrp="1"/>
          </p:cNvSpPr>
          <p:nvPr/>
        </p:nvSpPr>
        <p:spPr>
          <a:xfrm xmlns:a="http://schemas.openxmlformats.org/drawingml/2006/main">
            <a:off x="3552825"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15" name="s18-slow-node-3">
            <a:extLst xmlns:a="http://schemas.openxmlformats.org/drawingml/2006/main">
              <a:ext uri="{FF2B5EF4-FFF2-40B4-BE49-F238E27FC236}">
                <a16:creationId xmlns:a16="http://schemas.microsoft.com/office/drawing/2014/main" id="{D05F0FEE-D681-4182-80E6-77259FEF3791}"/>
              </a:ext>
            </a:extLst>
          </p:cNvPr>
          <p:cNvSpPr>
            <a:spLocks xmlns:a="http://schemas.openxmlformats.org/drawingml/2006/main" noGrp="1"/>
          </p:cNvSpPr>
          <p:nvPr/>
        </p:nvSpPr>
        <p:spPr>
          <a:xfrm xmlns:a="http://schemas.openxmlformats.org/drawingml/2006/main">
            <a:off x="4638675" y="3476625"/>
            <a:ext cx="514350" cy="323850"/>
          </a:xfrm>
          <a:prstGeom xmlns:a="http://schemas.openxmlformats.org/drawingml/2006/main" prst="roundRect">
            <a:avLst>
              <a:gd name="adj" fmla="val 23529"/>
            </a:avLst>
          </a:prstGeom>
          <a:solidFill xmlns:a="http://schemas.openxmlformats.org/drawingml/2006/main">
            <a:srgbClr val="071426"/>
          </a:solidFill>
          <a:ln xmlns:a="http://schemas.openxmlformats.org/drawingml/2006/main" w="0">
            <a:noFill/>
            <a:prstDash val="solid"/>
          </a:ln>
        </p:spPr>
      </p:sp>
      <p:sp>
        <p:nvSpPr>
          <p:cNvPr id="16" name="s18-slow-node-label-3">
            <a:extLst xmlns:a="http://schemas.openxmlformats.org/drawingml/2006/main">
              <a:ext uri="{FF2B5EF4-FFF2-40B4-BE49-F238E27FC236}">
                <a16:creationId xmlns:a16="http://schemas.microsoft.com/office/drawing/2014/main" id="{3B11D073-A305-415D-8347-DFE0337AEC26}"/>
              </a:ext>
            </a:extLst>
          </p:cNvPr>
          <p:cNvSpPr>
            <a:spLocks xmlns:a="http://schemas.openxmlformats.org/drawingml/2006/main" noGrp="1"/>
          </p:cNvSpPr>
          <p:nvPr/>
        </p:nvSpPr>
        <p:spPr>
          <a:xfrm xmlns:a="http://schemas.openxmlformats.org/drawingml/2006/main">
            <a:off x="4667250"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17" name="s18-slow-label">
            <a:extLst xmlns:a="http://schemas.openxmlformats.org/drawingml/2006/main">
              <a:ext uri="{FF2B5EF4-FFF2-40B4-BE49-F238E27FC236}">
                <a16:creationId xmlns:a16="http://schemas.microsoft.com/office/drawing/2014/main" id="{27FBC2B6-67A3-46CA-8688-2350FD25C435}"/>
              </a:ext>
            </a:extLst>
          </p:cNvPr>
          <p:cNvSpPr>
            <a:spLocks xmlns:a="http://schemas.openxmlformats.org/drawingml/2006/main" noGrp="1"/>
          </p:cNvSpPr>
          <p:nvPr/>
        </p:nvSpPr>
        <p:spPr>
          <a:xfrm xmlns:a="http://schemas.openxmlformats.org/drawingml/2006/main">
            <a:off x="1419225" y="404812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μεγαλύτερη γραμμή</a:t>
            </a:r>
          </a:p>
        </p:txBody>
      </p:sp>
      <p:sp>
        <p:nvSpPr>
          <p:cNvPr id="18" name="s18-fast-card">
            <a:extLst xmlns:a="http://schemas.openxmlformats.org/drawingml/2006/main">
              <a:ext uri="{FF2B5EF4-FFF2-40B4-BE49-F238E27FC236}">
                <a16:creationId xmlns:a16="http://schemas.microsoft.com/office/drawing/2014/main" id="{C24F2930-F1A2-450D-A166-41171DF57F14}"/>
              </a:ext>
            </a:extLst>
          </p:cNvPr>
          <p:cNvSpPr>
            <a:spLocks xmlns:a="http://schemas.openxmlformats.org/drawingml/2006/main" noGrp="1"/>
          </p:cNvSpPr>
          <p:nvPr/>
        </p:nvSpPr>
        <p:spPr>
          <a:xfrm xmlns:a="http://schemas.openxmlformats.org/drawingml/2006/main">
            <a:off x="6362700" y="2209800"/>
            <a:ext cx="5219700" cy="3009900"/>
          </a:xfrm>
          <a:prstGeom xmlns:a="http://schemas.openxmlformats.org/drawingml/2006/main" prst="roundRect">
            <a:avLst>
              <a:gd name="adj" fmla="val 2532"/>
            </a:avLst>
          </a:prstGeom>
          <a:solidFill xmlns:a="http://schemas.openxmlformats.org/drawingml/2006/main">
            <a:srgbClr val="071426"/>
          </a:solidFill>
          <a:ln xmlns:a="http://schemas.openxmlformats.org/drawingml/2006/main" w="0">
            <a:noFill/>
            <a:prstDash val="solid"/>
          </a:ln>
        </p:spPr>
      </p:sp>
      <p:sp>
        <p:nvSpPr>
          <p:cNvPr id="19" name="s18-fast-heading">
            <a:extLst xmlns:a="http://schemas.openxmlformats.org/drawingml/2006/main">
              <a:ext uri="{FF2B5EF4-FFF2-40B4-BE49-F238E27FC236}">
                <a16:creationId xmlns:a16="http://schemas.microsoft.com/office/drawing/2014/main" id="{E12835EA-9397-47E7-9637-5D476F3576E0}"/>
              </a:ext>
            </a:extLst>
          </p:cNvPr>
          <p:cNvSpPr>
            <a:spLocks xmlns:a="http://schemas.openxmlformats.org/drawingml/2006/main" noGrp="1"/>
          </p:cNvSpPr>
          <p:nvPr/>
        </p:nvSpPr>
        <p:spPr>
          <a:xfrm xmlns:a="http://schemas.openxmlformats.org/drawingml/2006/main">
            <a:off x="6648450" y="2438400"/>
            <a:ext cx="4648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7B500"/>
                </a:solidFill>
                <a:latin typeface="DejaVu Sans"/>
                <a:ea typeface="DejaVu Sans"/>
                <a:cs typeface="DejaVu Sans"/>
              </a:defRPr>
            </a:defPPr>
            <a:lvl1pPr algn="ctr">
              <a:defRPr sz="1350" b="1">
                <a:solidFill>
                  <a:srgbClr val="F7B500"/>
                </a:solidFill>
                <a:latin typeface="DejaVu Sans"/>
                <a:ea typeface="DejaVu Sans"/>
                <a:cs typeface="DejaVu Sans"/>
              </a:defRPr>
            </a:lvl1pPr>
            <a:lvl2pPr algn="ctr">
              <a:defRPr sz="1350" b="1">
                <a:solidFill>
                  <a:srgbClr val="F7B500"/>
                </a:solidFill>
                <a:latin typeface="DejaVu Sans"/>
                <a:ea typeface="DejaVu Sans"/>
                <a:cs typeface="DejaVu Sans"/>
              </a:defRPr>
            </a:lvl2pPr>
            <a:lvl3pPr algn="ctr">
              <a:defRPr sz="1350" b="1">
                <a:solidFill>
                  <a:srgbClr val="F7B500"/>
                </a:solidFill>
                <a:latin typeface="DejaVu Sans"/>
                <a:ea typeface="DejaVu Sans"/>
                <a:cs typeface="DejaVu Sans"/>
              </a:defRPr>
            </a:lvl3pPr>
            <a:lvl4pPr algn="ctr">
              <a:defRPr sz="1350" b="1">
                <a:solidFill>
                  <a:srgbClr val="F7B500"/>
                </a:solidFill>
                <a:latin typeface="DejaVu Sans"/>
                <a:ea typeface="DejaVu Sans"/>
                <a:cs typeface="DejaVu Sans"/>
              </a:defRPr>
            </a:lvl4pPr>
            <a:lvl5pPr algn="ctr">
              <a:defRPr sz="1350" b="1">
                <a:solidFill>
                  <a:srgbClr val="F7B500"/>
                </a:solidFill>
                <a:latin typeface="DejaVu Sans"/>
                <a:ea typeface="DejaVu Sans"/>
                <a:cs typeface="DejaVu Sans"/>
              </a:defRPr>
            </a:lvl5pPr>
            <a:lvl6pPr algn="ctr">
              <a:defRPr sz="1350" b="1">
                <a:solidFill>
                  <a:srgbClr val="F7B500"/>
                </a:solidFill>
                <a:latin typeface="DejaVu Sans"/>
                <a:ea typeface="DejaVu Sans"/>
                <a:cs typeface="DejaVu Sans"/>
              </a:defRPr>
            </a:lvl6pPr>
            <a:lvl7pPr algn="ctr">
              <a:defRPr sz="1350" b="1">
                <a:solidFill>
                  <a:srgbClr val="F7B500"/>
                </a:solidFill>
                <a:latin typeface="DejaVu Sans"/>
                <a:ea typeface="DejaVu Sans"/>
                <a:cs typeface="DejaVu Sans"/>
              </a:defRPr>
            </a:lvl7pPr>
            <a:lvl8pPr algn="ctr">
              <a:defRPr sz="1350" b="1">
                <a:solidFill>
                  <a:srgbClr val="F7B500"/>
                </a:solidFill>
                <a:latin typeface="DejaVu Sans"/>
                <a:ea typeface="DejaVu Sans"/>
                <a:cs typeface="DejaVu Sans"/>
              </a:defRPr>
            </a:lvl8pPr>
            <a:lvl9pPr algn="ctr">
              <a:defRPr sz="1350" b="1">
                <a:solidFill>
                  <a:srgbClr val="F7B500"/>
                </a:solidFill>
                <a:latin typeface="DejaVu Sans"/>
                <a:ea typeface="DejaVu Sans"/>
                <a:cs typeface="DejaVu Sans"/>
              </a:defRPr>
            </a:lvl9pPr>
          </a:lstStyle>
          <a:p xmlns:a="http://schemas.openxmlformats.org/drawingml/2006/main">
            <a:pPr algn="ctr">
              <a:defRPr sz="1350" b="1">
                <a:solidFill>
                  <a:srgbClr val="F7B500"/>
                </a:solidFill>
                <a:latin typeface="DejaVu Sans"/>
                <a:ea typeface="DejaVu Sans"/>
                <a:cs typeface="DejaVu Sans"/>
              </a:defRPr>
            </a:pPr>
            <a:r>
              <a:rPr sz="1350" b="1">
                <a:solidFill>
                  <a:srgbClr val="F7B500"/>
                </a:solidFill>
                <a:latin typeface="DejaVu Sans"/>
                <a:ea typeface="DejaVu Sans"/>
                <a:cs typeface="DejaVu Sans"/>
              </a:rPr>
              <a:t>ΥΨΗΛΟΤΕΡΟΣ ΡΥΘΜΟΣ</a:t>
            </a:r>
          </a:p>
        </p:txBody>
      </p:sp>
      <p:sp>
        <p:nvSpPr>
          <p:cNvPr id="20" name="s18-fast-sub">
            <a:extLst xmlns:a="http://schemas.openxmlformats.org/drawingml/2006/main">
              <a:ext uri="{FF2B5EF4-FFF2-40B4-BE49-F238E27FC236}">
                <a16:creationId xmlns:a16="http://schemas.microsoft.com/office/drawing/2014/main" id="{F8E55105-6F02-452D-B0A5-60EFAE0FA2E3}"/>
              </a:ext>
            </a:extLst>
          </p:cNvPr>
          <p:cNvSpPr>
            <a:spLocks xmlns:a="http://schemas.openxmlformats.org/drawingml/2006/main" noGrp="1"/>
          </p:cNvSpPr>
          <p:nvPr/>
        </p:nvSpPr>
        <p:spPr>
          <a:xfrm xmlns:a="http://schemas.openxmlformats.org/drawingml/2006/main">
            <a:off x="6648450" y="2781300"/>
            <a:ext cx="4648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FFFFFF"/>
                </a:solidFill>
                <a:latin typeface="DejaVu Sans"/>
                <a:ea typeface="DejaVu Sans"/>
                <a:cs typeface="DejaVu Sans"/>
              </a:defRPr>
            </a:defPPr>
            <a:lvl1pPr algn="ctr">
              <a:defRPr sz="1200" b="0">
                <a:solidFill>
                  <a:srgbClr val="FFFFFF"/>
                </a:solidFill>
                <a:latin typeface="DejaVu Sans"/>
                <a:ea typeface="DejaVu Sans"/>
                <a:cs typeface="DejaVu Sans"/>
              </a:defRPr>
            </a:lvl1pPr>
            <a:lvl2pPr algn="ctr">
              <a:defRPr sz="1200" b="0">
                <a:solidFill>
                  <a:srgbClr val="FFFFFF"/>
                </a:solidFill>
                <a:latin typeface="DejaVu Sans"/>
                <a:ea typeface="DejaVu Sans"/>
                <a:cs typeface="DejaVu Sans"/>
              </a:defRPr>
            </a:lvl2pPr>
            <a:lvl3pPr algn="ctr">
              <a:defRPr sz="1200" b="0">
                <a:solidFill>
                  <a:srgbClr val="FFFFFF"/>
                </a:solidFill>
                <a:latin typeface="DejaVu Sans"/>
                <a:ea typeface="DejaVu Sans"/>
                <a:cs typeface="DejaVu Sans"/>
              </a:defRPr>
            </a:lvl3pPr>
            <a:lvl4pPr algn="ctr">
              <a:defRPr sz="1200" b="0">
                <a:solidFill>
                  <a:srgbClr val="FFFFFF"/>
                </a:solidFill>
                <a:latin typeface="DejaVu Sans"/>
                <a:ea typeface="DejaVu Sans"/>
                <a:cs typeface="DejaVu Sans"/>
              </a:defRPr>
            </a:lvl4pPr>
            <a:lvl5pPr algn="ctr">
              <a:defRPr sz="1200" b="0">
                <a:solidFill>
                  <a:srgbClr val="FFFFFF"/>
                </a:solidFill>
                <a:latin typeface="DejaVu Sans"/>
                <a:ea typeface="DejaVu Sans"/>
                <a:cs typeface="DejaVu Sans"/>
              </a:defRPr>
            </a:lvl5pPr>
            <a:lvl6pPr algn="ctr">
              <a:defRPr sz="1200" b="0">
                <a:solidFill>
                  <a:srgbClr val="FFFFFF"/>
                </a:solidFill>
                <a:latin typeface="DejaVu Sans"/>
                <a:ea typeface="DejaVu Sans"/>
                <a:cs typeface="DejaVu Sans"/>
              </a:defRPr>
            </a:lvl6pPr>
            <a:lvl7pPr algn="ctr">
              <a:defRPr sz="1200" b="0">
                <a:solidFill>
                  <a:srgbClr val="FFFFFF"/>
                </a:solidFill>
                <a:latin typeface="DejaVu Sans"/>
                <a:ea typeface="DejaVu Sans"/>
                <a:cs typeface="DejaVu Sans"/>
              </a:defRPr>
            </a:lvl7pPr>
            <a:lvl8pPr algn="ctr">
              <a:defRPr sz="1200" b="0">
                <a:solidFill>
                  <a:srgbClr val="FFFFFF"/>
                </a:solidFill>
                <a:latin typeface="DejaVu Sans"/>
                <a:ea typeface="DejaVu Sans"/>
                <a:cs typeface="DejaVu Sans"/>
              </a:defRPr>
            </a:lvl8pPr>
            <a:lvl9pPr algn="ctr">
              <a:defRPr sz="1200" b="0">
                <a:solidFill>
                  <a:srgbClr val="FFFFFF"/>
                </a:solidFill>
                <a:latin typeface="DejaVu Sans"/>
                <a:ea typeface="DejaVu Sans"/>
                <a:cs typeface="DejaVu Sans"/>
              </a:defRPr>
            </a:lvl9pPr>
          </a:lstStyle>
          <a:p xmlns:a="http://schemas.openxmlformats.org/drawingml/2006/main">
            <a:pPr algn="ctr">
              <a:defRPr sz="1200" b="0">
                <a:solidFill>
                  <a:srgbClr val="FFFFFF"/>
                </a:solidFill>
                <a:latin typeface="DejaVu Sans"/>
                <a:ea typeface="DejaVu Sans"/>
                <a:cs typeface="DejaVu Sans"/>
              </a:defRPr>
            </a:pPr>
            <a:r>
              <a:rPr sz="1200" b="0">
                <a:solidFill>
                  <a:srgbClr val="FFFFFF"/>
                </a:solidFill>
                <a:latin typeface="DejaVu Sans"/>
                <a:ea typeface="DejaVu Sans"/>
                <a:cs typeface="DejaVu Sans"/>
              </a:rPr>
              <a:t>Χρειάζεται μεγαλύτερη προσοχή σε μήκος και καθυστερήσεις.</a:t>
            </a:r>
          </a:p>
        </p:txBody>
      </p:sp>
      <p:sp>
        <p:nvSpPr>
          <p:cNvPr id="21" name="s18-fast-bus">
            <a:extLst xmlns:a="http://schemas.openxmlformats.org/drawingml/2006/main">
              <a:ext uri="{FF2B5EF4-FFF2-40B4-BE49-F238E27FC236}">
                <a16:creationId xmlns:a16="http://schemas.microsoft.com/office/drawing/2014/main" id="{D5D53343-C864-40F2-A2C0-14259A4EEA41}"/>
              </a:ext>
            </a:extLst>
          </p:cNvPr>
          <p:cNvSpPr>
            <a:spLocks xmlns:a="http://schemas.openxmlformats.org/drawingml/2006/main" noGrp="1"/>
          </p:cNvSpPr>
          <p:nvPr/>
        </p:nvSpPr>
        <p:spPr>
          <a:xfrm xmlns:a="http://schemas.openxmlformats.org/drawingml/2006/main">
            <a:off x="7886700" y="3762375"/>
            <a:ext cx="2171700" cy="114300"/>
          </a:xfrm>
          <a:prstGeom xmlns:a="http://schemas.openxmlformats.org/drawingml/2006/main" prst="roundRect">
            <a:avLst>
              <a:gd name="adj" fmla="val 50000"/>
            </a:avLst>
          </a:prstGeom>
          <a:solidFill xmlns:a="http://schemas.openxmlformats.org/drawingml/2006/main">
            <a:srgbClr val="10BFD9"/>
          </a:solidFill>
          <a:ln xmlns:a="http://schemas.openxmlformats.org/drawingml/2006/main" w="0">
            <a:noFill/>
            <a:prstDash val="solid"/>
          </a:ln>
        </p:spPr>
      </p:sp>
      <p:sp>
        <p:nvSpPr>
          <p:cNvPr id="22" name="s18-fast-node-0">
            <a:extLst xmlns:a="http://schemas.openxmlformats.org/drawingml/2006/main">
              <a:ext uri="{FF2B5EF4-FFF2-40B4-BE49-F238E27FC236}">
                <a16:creationId xmlns:a16="http://schemas.microsoft.com/office/drawing/2014/main" id="{F0F5844C-EADB-40A7-BF34-7FFF4BEABE33}"/>
              </a:ext>
            </a:extLst>
          </p:cNvPr>
          <p:cNvSpPr>
            <a:spLocks xmlns:a="http://schemas.openxmlformats.org/drawingml/2006/main" noGrp="1"/>
          </p:cNvSpPr>
          <p:nvPr/>
        </p:nvSpPr>
        <p:spPr>
          <a:xfrm xmlns:a="http://schemas.openxmlformats.org/drawingml/2006/main">
            <a:off x="7762875" y="3476625"/>
            <a:ext cx="514350" cy="323850"/>
          </a:xfrm>
          <a:prstGeom xmlns:a="http://schemas.openxmlformats.org/drawingml/2006/main" prst="roundRect">
            <a:avLst>
              <a:gd name="adj" fmla="val 23529"/>
            </a:avLst>
          </a:prstGeom>
          <a:solidFill xmlns:a="http://schemas.openxmlformats.org/drawingml/2006/main">
            <a:srgbClr val="203850"/>
          </a:solidFill>
          <a:ln xmlns:a="http://schemas.openxmlformats.org/drawingml/2006/main" w="9525">
            <a:solidFill>
              <a:srgbClr val="476078"/>
            </a:solidFill>
            <a:prstDash val="solid"/>
          </a:ln>
        </p:spPr>
      </p:sp>
      <p:sp>
        <p:nvSpPr>
          <p:cNvPr id="23" name="s18-fast-node-label-0">
            <a:extLst xmlns:a="http://schemas.openxmlformats.org/drawingml/2006/main">
              <a:ext uri="{FF2B5EF4-FFF2-40B4-BE49-F238E27FC236}">
                <a16:creationId xmlns:a16="http://schemas.microsoft.com/office/drawing/2014/main" id="{74095900-9DE8-4BA5-9B7F-A0F7038E4B62}"/>
              </a:ext>
            </a:extLst>
          </p:cNvPr>
          <p:cNvSpPr>
            <a:spLocks xmlns:a="http://schemas.openxmlformats.org/drawingml/2006/main" noGrp="1"/>
          </p:cNvSpPr>
          <p:nvPr/>
        </p:nvSpPr>
        <p:spPr>
          <a:xfrm xmlns:a="http://schemas.openxmlformats.org/drawingml/2006/main">
            <a:off x="7791450"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24" name="s18-fast-node-1">
            <a:extLst xmlns:a="http://schemas.openxmlformats.org/drawingml/2006/main">
              <a:ext uri="{FF2B5EF4-FFF2-40B4-BE49-F238E27FC236}">
                <a16:creationId xmlns:a16="http://schemas.microsoft.com/office/drawing/2014/main" id="{D35BED11-C1EE-49C6-9043-92BB6CB42AD4}"/>
              </a:ext>
            </a:extLst>
          </p:cNvPr>
          <p:cNvSpPr>
            <a:spLocks xmlns:a="http://schemas.openxmlformats.org/drawingml/2006/main" noGrp="1"/>
          </p:cNvSpPr>
          <p:nvPr/>
        </p:nvSpPr>
        <p:spPr>
          <a:xfrm xmlns:a="http://schemas.openxmlformats.org/drawingml/2006/main">
            <a:off x="8401050" y="3476625"/>
            <a:ext cx="514350" cy="323850"/>
          </a:xfrm>
          <a:prstGeom xmlns:a="http://schemas.openxmlformats.org/drawingml/2006/main" prst="roundRect">
            <a:avLst>
              <a:gd name="adj" fmla="val 23529"/>
            </a:avLst>
          </a:prstGeom>
          <a:solidFill xmlns:a="http://schemas.openxmlformats.org/drawingml/2006/main">
            <a:srgbClr val="203850"/>
          </a:solidFill>
          <a:ln xmlns:a="http://schemas.openxmlformats.org/drawingml/2006/main" w="9525">
            <a:solidFill>
              <a:srgbClr val="476078"/>
            </a:solidFill>
            <a:prstDash val="solid"/>
          </a:ln>
        </p:spPr>
      </p:sp>
      <p:sp>
        <p:nvSpPr>
          <p:cNvPr id="25" name="s18-fast-node-label-1">
            <a:extLst xmlns:a="http://schemas.openxmlformats.org/drawingml/2006/main">
              <a:ext uri="{FF2B5EF4-FFF2-40B4-BE49-F238E27FC236}">
                <a16:creationId xmlns:a16="http://schemas.microsoft.com/office/drawing/2014/main" id="{E02E9057-4CC2-44C8-A1D1-2517F670C4E6}"/>
              </a:ext>
            </a:extLst>
          </p:cNvPr>
          <p:cNvSpPr>
            <a:spLocks xmlns:a="http://schemas.openxmlformats.org/drawingml/2006/main" noGrp="1"/>
          </p:cNvSpPr>
          <p:nvPr/>
        </p:nvSpPr>
        <p:spPr>
          <a:xfrm xmlns:a="http://schemas.openxmlformats.org/drawingml/2006/main">
            <a:off x="8429625"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26" name="s18-fast-node-2">
            <a:extLst xmlns:a="http://schemas.openxmlformats.org/drawingml/2006/main">
              <a:ext uri="{FF2B5EF4-FFF2-40B4-BE49-F238E27FC236}">
                <a16:creationId xmlns:a16="http://schemas.microsoft.com/office/drawing/2014/main" id="{D99F900C-FCC5-4732-9B98-3C8D917A0DA5}"/>
              </a:ext>
            </a:extLst>
          </p:cNvPr>
          <p:cNvSpPr>
            <a:spLocks xmlns:a="http://schemas.openxmlformats.org/drawingml/2006/main" noGrp="1"/>
          </p:cNvSpPr>
          <p:nvPr/>
        </p:nvSpPr>
        <p:spPr>
          <a:xfrm xmlns:a="http://schemas.openxmlformats.org/drawingml/2006/main">
            <a:off x="9039225" y="3476625"/>
            <a:ext cx="514350" cy="323850"/>
          </a:xfrm>
          <a:prstGeom xmlns:a="http://schemas.openxmlformats.org/drawingml/2006/main" prst="roundRect">
            <a:avLst>
              <a:gd name="adj" fmla="val 23529"/>
            </a:avLst>
          </a:prstGeom>
          <a:solidFill xmlns:a="http://schemas.openxmlformats.org/drawingml/2006/main">
            <a:srgbClr val="203850"/>
          </a:solidFill>
          <a:ln xmlns:a="http://schemas.openxmlformats.org/drawingml/2006/main" w="9525">
            <a:solidFill>
              <a:srgbClr val="476078"/>
            </a:solidFill>
            <a:prstDash val="solid"/>
          </a:ln>
        </p:spPr>
      </p:sp>
      <p:sp>
        <p:nvSpPr>
          <p:cNvPr id="27" name="s18-fast-node-label-2">
            <a:extLst xmlns:a="http://schemas.openxmlformats.org/drawingml/2006/main">
              <a:ext uri="{FF2B5EF4-FFF2-40B4-BE49-F238E27FC236}">
                <a16:creationId xmlns:a16="http://schemas.microsoft.com/office/drawing/2014/main" id="{A70D3060-7379-4F40-A8A6-EE7004EE882A}"/>
              </a:ext>
            </a:extLst>
          </p:cNvPr>
          <p:cNvSpPr>
            <a:spLocks xmlns:a="http://schemas.openxmlformats.org/drawingml/2006/main" noGrp="1"/>
          </p:cNvSpPr>
          <p:nvPr/>
        </p:nvSpPr>
        <p:spPr>
          <a:xfrm xmlns:a="http://schemas.openxmlformats.org/drawingml/2006/main">
            <a:off x="9067800"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28" name="s18-fast-node-3">
            <a:extLst xmlns:a="http://schemas.openxmlformats.org/drawingml/2006/main">
              <a:ext uri="{FF2B5EF4-FFF2-40B4-BE49-F238E27FC236}">
                <a16:creationId xmlns:a16="http://schemas.microsoft.com/office/drawing/2014/main" id="{7CF88B95-1769-479E-8D35-2867AF26B140}"/>
              </a:ext>
            </a:extLst>
          </p:cNvPr>
          <p:cNvSpPr>
            <a:spLocks xmlns:a="http://schemas.openxmlformats.org/drawingml/2006/main" noGrp="1"/>
          </p:cNvSpPr>
          <p:nvPr/>
        </p:nvSpPr>
        <p:spPr>
          <a:xfrm xmlns:a="http://schemas.openxmlformats.org/drawingml/2006/main">
            <a:off x="9667875" y="3476625"/>
            <a:ext cx="514350" cy="323850"/>
          </a:xfrm>
          <a:prstGeom xmlns:a="http://schemas.openxmlformats.org/drawingml/2006/main" prst="roundRect">
            <a:avLst>
              <a:gd name="adj" fmla="val 23529"/>
            </a:avLst>
          </a:prstGeom>
          <a:solidFill xmlns:a="http://schemas.openxmlformats.org/drawingml/2006/main">
            <a:srgbClr val="203850"/>
          </a:solidFill>
          <a:ln xmlns:a="http://schemas.openxmlformats.org/drawingml/2006/main" w="9525">
            <a:solidFill>
              <a:srgbClr val="476078"/>
            </a:solidFill>
            <a:prstDash val="solid"/>
          </a:ln>
        </p:spPr>
      </p:sp>
      <p:sp>
        <p:nvSpPr>
          <p:cNvPr id="29" name="s18-fast-node-label-3">
            <a:extLst xmlns:a="http://schemas.openxmlformats.org/drawingml/2006/main">
              <a:ext uri="{FF2B5EF4-FFF2-40B4-BE49-F238E27FC236}">
                <a16:creationId xmlns:a16="http://schemas.microsoft.com/office/drawing/2014/main" id="{3A3CC1C7-EDCC-411E-80BE-684B29070DF7}"/>
              </a:ext>
            </a:extLst>
          </p:cNvPr>
          <p:cNvSpPr>
            <a:spLocks xmlns:a="http://schemas.openxmlformats.org/drawingml/2006/main" noGrp="1"/>
          </p:cNvSpPr>
          <p:nvPr/>
        </p:nvSpPr>
        <p:spPr>
          <a:xfrm xmlns:a="http://schemas.openxmlformats.org/drawingml/2006/main">
            <a:off x="9696450" y="3514725"/>
            <a:ext cx="45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FFFFF"/>
                </a:solidFill>
                <a:latin typeface="DejaVu Sans"/>
                <a:ea typeface="DejaVu Sans"/>
                <a:cs typeface="DejaVu Sans"/>
              </a:defRPr>
            </a:defPPr>
            <a:lvl1pPr algn="ctr">
              <a:defRPr sz="900" b="1">
                <a:solidFill>
                  <a:srgbClr val="FFFFFF"/>
                </a:solidFill>
                <a:latin typeface="DejaVu Sans"/>
                <a:ea typeface="DejaVu Sans"/>
                <a:cs typeface="DejaVu Sans"/>
              </a:defRPr>
            </a:lvl1pPr>
            <a:lvl2pPr algn="ctr">
              <a:defRPr sz="900" b="1">
                <a:solidFill>
                  <a:srgbClr val="FFFFFF"/>
                </a:solidFill>
                <a:latin typeface="DejaVu Sans"/>
                <a:ea typeface="DejaVu Sans"/>
                <a:cs typeface="DejaVu Sans"/>
              </a:defRPr>
            </a:lvl2pPr>
            <a:lvl3pPr algn="ctr">
              <a:defRPr sz="900" b="1">
                <a:solidFill>
                  <a:srgbClr val="FFFFFF"/>
                </a:solidFill>
                <a:latin typeface="DejaVu Sans"/>
                <a:ea typeface="DejaVu Sans"/>
                <a:cs typeface="DejaVu Sans"/>
              </a:defRPr>
            </a:lvl3pPr>
            <a:lvl4pPr algn="ctr">
              <a:defRPr sz="900" b="1">
                <a:solidFill>
                  <a:srgbClr val="FFFFFF"/>
                </a:solidFill>
                <a:latin typeface="DejaVu Sans"/>
                <a:ea typeface="DejaVu Sans"/>
                <a:cs typeface="DejaVu Sans"/>
              </a:defRPr>
            </a:lvl4pPr>
            <a:lvl5pPr algn="ctr">
              <a:defRPr sz="900" b="1">
                <a:solidFill>
                  <a:srgbClr val="FFFFFF"/>
                </a:solidFill>
                <a:latin typeface="DejaVu Sans"/>
                <a:ea typeface="DejaVu Sans"/>
                <a:cs typeface="DejaVu Sans"/>
              </a:defRPr>
            </a:lvl5pPr>
            <a:lvl6pPr algn="ctr">
              <a:defRPr sz="900" b="1">
                <a:solidFill>
                  <a:srgbClr val="FFFFFF"/>
                </a:solidFill>
                <a:latin typeface="DejaVu Sans"/>
                <a:ea typeface="DejaVu Sans"/>
                <a:cs typeface="DejaVu Sans"/>
              </a:defRPr>
            </a:lvl6pPr>
            <a:lvl7pPr algn="ctr">
              <a:defRPr sz="900" b="1">
                <a:solidFill>
                  <a:srgbClr val="FFFFFF"/>
                </a:solidFill>
                <a:latin typeface="DejaVu Sans"/>
                <a:ea typeface="DejaVu Sans"/>
                <a:cs typeface="DejaVu Sans"/>
              </a:defRPr>
            </a:lvl7pPr>
            <a:lvl8pPr algn="ctr">
              <a:defRPr sz="900" b="1">
                <a:solidFill>
                  <a:srgbClr val="FFFFFF"/>
                </a:solidFill>
                <a:latin typeface="DejaVu Sans"/>
                <a:ea typeface="DejaVu Sans"/>
                <a:cs typeface="DejaVu Sans"/>
              </a:defRPr>
            </a:lvl8pPr>
            <a:lvl9pPr algn="ctr">
              <a:defRPr sz="900" b="1">
                <a:solidFill>
                  <a:srgbClr val="FFFFFF"/>
                </a:solidFill>
                <a:latin typeface="DejaVu Sans"/>
                <a:ea typeface="DejaVu Sans"/>
                <a:cs typeface="DejaVu Sans"/>
              </a:defRPr>
            </a:lvl9pPr>
          </a:lstStyle>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ECU</a:t>
            </a:r>
          </a:p>
        </p:txBody>
      </p:sp>
      <p:sp>
        <p:nvSpPr>
          <p:cNvPr id="30" name="s18-fast-label">
            <a:extLst xmlns:a="http://schemas.openxmlformats.org/drawingml/2006/main">
              <a:ext uri="{FF2B5EF4-FFF2-40B4-BE49-F238E27FC236}">
                <a16:creationId xmlns:a16="http://schemas.microsoft.com/office/drawing/2014/main" id="{55E8DA7C-4247-43C5-9CD3-B7C73E54FB6F}"/>
              </a:ext>
            </a:extLst>
          </p:cNvPr>
          <p:cNvSpPr>
            <a:spLocks xmlns:a="http://schemas.openxmlformats.org/drawingml/2006/main" noGrp="1"/>
          </p:cNvSpPr>
          <p:nvPr/>
        </p:nvSpPr>
        <p:spPr>
          <a:xfrm xmlns:a="http://schemas.openxmlformats.org/drawingml/2006/main">
            <a:off x="7505700" y="404812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D3DFEC"/>
                </a:solidFill>
                <a:latin typeface="DejaVu Sans"/>
                <a:ea typeface="DejaVu Sans"/>
                <a:cs typeface="DejaVu Sans"/>
              </a:defRPr>
            </a:defPPr>
            <a:lvl1pPr algn="ctr">
              <a:defRPr sz="1050" b="1">
                <a:solidFill>
                  <a:srgbClr val="D3DFEC"/>
                </a:solidFill>
                <a:latin typeface="DejaVu Sans"/>
                <a:ea typeface="DejaVu Sans"/>
                <a:cs typeface="DejaVu Sans"/>
              </a:defRPr>
            </a:lvl1pPr>
            <a:lvl2pPr algn="ctr">
              <a:defRPr sz="1050" b="1">
                <a:solidFill>
                  <a:srgbClr val="D3DFEC"/>
                </a:solidFill>
                <a:latin typeface="DejaVu Sans"/>
                <a:ea typeface="DejaVu Sans"/>
                <a:cs typeface="DejaVu Sans"/>
              </a:defRPr>
            </a:lvl2pPr>
            <a:lvl3pPr algn="ctr">
              <a:defRPr sz="1050" b="1">
                <a:solidFill>
                  <a:srgbClr val="D3DFEC"/>
                </a:solidFill>
                <a:latin typeface="DejaVu Sans"/>
                <a:ea typeface="DejaVu Sans"/>
                <a:cs typeface="DejaVu Sans"/>
              </a:defRPr>
            </a:lvl3pPr>
            <a:lvl4pPr algn="ctr">
              <a:defRPr sz="1050" b="1">
                <a:solidFill>
                  <a:srgbClr val="D3DFEC"/>
                </a:solidFill>
                <a:latin typeface="DejaVu Sans"/>
                <a:ea typeface="DejaVu Sans"/>
                <a:cs typeface="DejaVu Sans"/>
              </a:defRPr>
            </a:lvl4pPr>
            <a:lvl5pPr algn="ctr">
              <a:defRPr sz="1050" b="1">
                <a:solidFill>
                  <a:srgbClr val="D3DFEC"/>
                </a:solidFill>
                <a:latin typeface="DejaVu Sans"/>
                <a:ea typeface="DejaVu Sans"/>
                <a:cs typeface="DejaVu Sans"/>
              </a:defRPr>
            </a:lvl5pPr>
            <a:lvl6pPr algn="ctr">
              <a:defRPr sz="1050" b="1">
                <a:solidFill>
                  <a:srgbClr val="D3DFEC"/>
                </a:solidFill>
                <a:latin typeface="DejaVu Sans"/>
                <a:ea typeface="DejaVu Sans"/>
                <a:cs typeface="DejaVu Sans"/>
              </a:defRPr>
            </a:lvl6pPr>
            <a:lvl7pPr algn="ctr">
              <a:defRPr sz="1050" b="1">
                <a:solidFill>
                  <a:srgbClr val="D3DFEC"/>
                </a:solidFill>
                <a:latin typeface="DejaVu Sans"/>
                <a:ea typeface="DejaVu Sans"/>
                <a:cs typeface="DejaVu Sans"/>
              </a:defRPr>
            </a:lvl7pPr>
            <a:lvl8pPr algn="ctr">
              <a:defRPr sz="1050" b="1">
                <a:solidFill>
                  <a:srgbClr val="D3DFEC"/>
                </a:solidFill>
                <a:latin typeface="DejaVu Sans"/>
                <a:ea typeface="DejaVu Sans"/>
                <a:cs typeface="DejaVu Sans"/>
              </a:defRPr>
            </a:lvl8pPr>
            <a:lvl9pPr algn="ctr">
              <a:defRPr sz="1050" b="1">
                <a:solidFill>
                  <a:srgbClr val="D3DFEC"/>
                </a:solidFill>
                <a:latin typeface="DejaVu Sans"/>
                <a:ea typeface="DejaVu Sans"/>
                <a:cs typeface="DejaVu Sans"/>
              </a:defRPr>
            </a:lvl9pPr>
          </a:lstStyle>
          <a:p xmlns:a="http://schemas.openxmlformats.org/drawingml/2006/main">
            <a:pPr algn="ctr">
              <a:defRPr sz="1050" b="1">
                <a:solidFill>
                  <a:srgbClr val="D3DFEC"/>
                </a:solidFill>
                <a:latin typeface="DejaVu Sans"/>
                <a:ea typeface="DejaVu Sans"/>
                <a:cs typeface="DejaVu Sans"/>
              </a:defRPr>
            </a:pPr>
            <a:r>
              <a:rPr sz="1050" b="1">
                <a:solidFill>
                  <a:srgbClr val="D3DFEC"/>
                </a:solidFill>
                <a:latin typeface="DejaVu Sans"/>
                <a:ea typeface="DejaVu Sans"/>
                <a:cs typeface="DejaVu Sans"/>
              </a:rPr>
              <a:t>μικρότερο περιθώριο μήκους</a:t>
            </a:r>
          </a:p>
        </p:txBody>
      </p:sp>
      <p:sp>
        <p:nvSpPr>
          <p:cNvPr id="31" name="s18-takeaway">
            <a:extLst xmlns:a="http://schemas.openxmlformats.org/drawingml/2006/main">
              <a:ext uri="{FF2B5EF4-FFF2-40B4-BE49-F238E27FC236}">
                <a16:creationId xmlns:a16="http://schemas.microsoft.com/office/drawing/2014/main" id="{870807D8-F2D7-4D54-8A34-3F8FD5EA6F30}"/>
              </a:ext>
            </a:extLst>
          </p:cNvPr>
          <p:cNvSpPr>
            <a:spLocks xmlns:a="http://schemas.openxmlformats.org/drawingml/2006/main" noGrp="1"/>
          </p:cNvSpPr>
          <p:nvPr/>
        </p:nvSpPr>
        <p:spPr>
          <a:xfrm xmlns:a="http://schemas.openxmlformats.org/drawingml/2006/main">
            <a:off x="609600" y="5505450"/>
            <a:ext cx="10972800" cy="647700"/>
          </a:xfrm>
          <a:prstGeom xmlns:a="http://schemas.openxmlformats.org/drawingml/2006/main" prst="roundRect">
            <a:avLst>
              <a:gd name="adj" fmla="val 11765"/>
            </a:avLst>
          </a:prstGeom>
          <a:solidFill xmlns:a="http://schemas.openxmlformats.org/drawingml/2006/main">
            <a:srgbClr val="E4F7FA"/>
          </a:solidFill>
          <a:ln xmlns:a="http://schemas.openxmlformats.org/drawingml/2006/main" w="9525">
            <a:solidFill>
              <a:srgbClr val="C5E8ED"/>
            </a:solidFill>
            <a:prstDash val="solid"/>
          </a:ln>
        </p:spPr>
      </p:sp>
      <p:sp>
        <p:nvSpPr>
          <p:cNvPr id="32" name="s18-takeaway-text">
            <a:extLst xmlns:a="http://schemas.openxmlformats.org/drawingml/2006/main">
              <a:ext uri="{FF2B5EF4-FFF2-40B4-BE49-F238E27FC236}">
                <a16:creationId xmlns:a16="http://schemas.microsoft.com/office/drawing/2014/main" id="{129A74AF-8F40-4F74-9A26-A275AB9FE8C5}"/>
              </a:ext>
            </a:extLst>
          </p:cNvPr>
          <p:cNvSpPr>
            <a:spLocks xmlns:a="http://schemas.openxmlformats.org/drawingml/2006/main" noGrp="1"/>
          </p:cNvSpPr>
          <p:nvPr/>
        </p:nvSpPr>
        <p:spPr>
          <a:xfrm xmlns:a="http://schemas.openxmlformats.org/drawingml/2006/main">
            <a:off x="838200" y="5562600"/>
            <a:ext cx="10515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101D31"/>
                </a:solidFill>
                <a:latin typeface="DejaVu Sans"/>
                <a:ea typeface="DejaVu Sans"/>
                <a:cs typeface="DejaVu Sans"/>
              </a:defRPr>
            </a:defPPr>
            <a:lvl1pPr algn="ctr">
              <a:defRPr sz="1125" b="1">
                <a:solidFill>
                  <a:srgbClr val="101D31"/>
                </a:solidFill>
                <a:latin typeface="DejaVu Sans"/>
                <a:ea typeface="DejaVu Sans"/>
                <a:cs typeface="DejaVu Sans"/>
              </a:defRPr>
            </a:lvl1pPr>
            <a:lvl2pPr algn="ctr">
              <a:defRPr sz="1125" b="1">
                <a:solidFill>
                  <a:srgbClr val="101D31"/>
                </a:solidFill>
                <a:latin typeface="DejaVu Sans"/>
                <a:ea typeface="DejaVu Sans"/>
                <a:cs typeface="DejaVu Sans"/>
              </a:defRPr>
            </a:lvl2pPr>
            <a:lvl3pPr algn="ctr">
              <a:defRPr sz="1125" b="1">
                <a:solidFill>
                  <a:srgbClr val="101D31"/>
                </a:solidFill>
                <a:latin typeface="DejaVu Sans"/>
                <a:ea typeface="DejaVu Sans"/>
                <a:cs typeface="DejaVu Sans"/>
              </a:defRPr>
            </a:lvl3pPr>
            <a:lvl4pPr algn="ctr">
              <a:defRPr sz="1125" b="1">
                <a:solidFill>
                  <a:srgbClr val="101D31"/>
                </a:solidFill>
                <a:latin typeface="DejaVu Sans"/>
                <a:ea typeface="DejaVu Sans"/>
                <a:cs typeface="DejaVu Sans"/>
              </a:defRPr>
            </a:lvl4pPr>
            <a:lvl5pPr algn="ctr">
              <a:defRPr sz="1125" b="1">
                <a:solidFill>
                  <a:srgbClr val="101D31"/>
                </a:solidFill>
                <a:latin typeface="DejaVu Sans"/>
                <a:ea typeface="DejaVu Sans"/>
                <a:cs typeface="DejaVu Sans"/>
              </a:defRPr>
            </a:lvl5pPr>
            <a:lvl6pPr algn="ctr">
              <a:defRPr sz="1125" b="1">
                <a:solidFill>
                  <a:srgbClr val="101D31"/>
                </a:solidFill>
                <a:latin typeface="DejaVu Sans"/>
                <a:ea typeface="DejaVu Sans"/>
                <a:cs typeface="DejaVu Sans"/>
              </a:defRPr>
            </a:lvl6pPr>
            <a:lvl7pPr algn="ctr">
              <a:defRPr sz="1125" b="1">
                <a:solidFill>
                  <a:srgbClr val="101D31"/>
                </a:solidFill>
                <a:latin typeface="DejaVu Sans"/>
                <a:ea typeface="DejaVu Sans"/>
                <a:cs typeface="DejaVu Sans"/>
              </a:defRPr>
            </a:lvl7pPr>
            <a:lvl8pPr algn="ctr">
              <a:defRPr sz="1125" b="1">
                <a:solidFill>
                  <a:srgbClr val="101D31"/>
                </a:solidFill>
                <a:latin typeface="DejaVu Sans"/>
                <a:ea typeface="DejaVu Sans"/>
                <a:cs typeface="DejaVu Sans"/>
              </a:defRPr>
            </a:lvl8pPr>
            <a:lvl9pPr algn="ctr">
              <a:defRPr sz="1125" b="1">
                <a:solidFill>
                  <a:srgbClr val="101D31"/>
                </a:solidFill>
                <a:latin typeface="DejaVu Sans"/>
                <a:ea typeface="DejaVu Sans"/>
                <a:cs typeface="DejaVu Sans"/>
              </a:defRPr>
            </a:lvl9pPr>
          </a:lstStyle>
          <a:p xmlns:a="http://schemas.openxmlformats.org/drawingml/2006/main">
            <a:pPr algn="ctr">
              <a:defRPr sz="1125" b="1">
                <a:solidFill>
                  <a:srgbClr val="101D31"/>
                </a:solidFill>
                <a:latin typeface="DejaVu Sans"/>
                <a:ea typeface="DejaVu Sans"/>
                <a:cs typeface="DejaVu Sans"/>
              </a:defRPr>
            </a:pPr>
            <a:r>
              <a:rPr sz="1125" b="1">
                <a:solidFill>
                  <a:srgbClr val="101D31"/>
                </a:solidFill>
                <a:latin typeface="DejaVu Sans"/>
                <a:ea typeface="DejaVu Sans"/>
                <a:cs typeface="DejaVu Sans"/>
              </a:rPr>
              <a:t>Δεν υπάρχει ένα όριο που να ισχύει για όλα τα οχήματα. Μετρούν επίσης το καλώδιο, οι κλάδοι, οι κόμβοι και οι ρυθμίσεις του δικτύου.</a:t>
            </a:r>
          </a:p>
        </p:txBody>
      </p:sp>
      <p:sp>
        <p:nvSpPr>
          <p:cNvPr id="33" name="s18-note">
            <a:extLst xmlns:a="http://schemas.openxmlformats.org/drawingml/2006/main">
              <a:ext uri="{FF2B5EF4-FFF2-40B4-BE49-F238E27FC236}">
                <a16:creationId xmlns:a16="http://schemas.microsoft.com/office/drawing/2014/main" id="{B189C49C-7FDF-4E4D-A64C-3702E0D02335}"/>
              </a:ext>
            </a:extLst>
          </p:cNvPr>
          <p:cNvSpPr>
            <a:spLocks xmlns:a="http://schemas.openxmlformats.org/drawingml/2006/main" noGrp="1"/>
          </p:cNvSpPr>
          <p:nvPr/>
        </p:nvSpPr>
        <p:spPr>
          <a:xfrm xmlns:a="http://schemas.openxmlformats.org/drawingml/2006/main">
            <a:off x="609600" y="62388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Σχηματική τάση, όχι αριθμητικός κανόνας ή εγγυημένο μήκος.</a:t>
            </a:r>
          </a:p>
        </p:txBody>
      </p:sp>
      <p:sp>
        <p:nvSpPr>
          <p:cNvPr id="34" name="s18-footer">
            <a:extLst xmlns:a="http://schemas.openxmlformats.org/drawingml/2006/main">
              <a:ext uri="{FF2B5EF4-FFF2-40B4-BE49-F238E27FC236}">
                <a16:creationId xmlns:a16="http://schemas.microsoft.com/office/drawing/2014/main" id="{1598782A-8BB0-4694-8473-2BD7DA67464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5" name="s18-page-number">
            <a:extLst xmlns:a="http://schemas.openxmlformats.org/drawingml/2006/main">
              <a:ext uri="{FF2B5EF4-FFF2-40B4-BE49-F238E27FC236}">
                <a16:creationId xmlns:a16="http://schemas.microsoft.com/office/drawing/2014/main" id="{09C56D81-9518-4A2B-A42D-8D85475FD060}"/>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18</a:t>
            </a:r>
          </a:p>
        </p:txBody>
      </p:sp>
    </p:spTree>
    <p:extLst>
      <p:ext uri="{BB962C8B-B14F-4D97-AF65-F5344CB8AC3E}">
        <p14:creationId xmlns:p14="http://schemas.microsoft.com/office/powerpoint/2010/main" val="1818540662"/>
      </p:ext>
    </p:extLst>
  </p:cSld>
</p:sld>
</file>

<file path=ppt/slides/slide19.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46" name="s19-kicker">
            <a:extLst xmlns:a="http://schemas.openxmlformats.org/drawingml/2006/main">
              <a:ext uri="{FF2B5EF4-FFF2-40B4-BE49-F238E27FC236}">
                <a16:creationId xmlns:a16="http://schemas.microsoft.com/office/drawing/2014/main" id="{2E021A85-A2F3-49A2-9442-37FB26917E30}"/>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35D8F1"/>
                </a:solidFill>
                <a:latin typeface="DejaVu Sans"/>
                <a:ea typeface="DejaVu Sans"/>
                <a:cs typeface="DejaVu Sans"/>
              </a:defRPr>
            </a:defPPr>
            <a:lvl1pPr algn="l">
              <a:defRPr sz="1050" b="1">
                <a:solidFill>
                  <a:srgbClr val="35D8F1"/>
                </a:solidFill>
                <a:latin typeface="DejaVu Sans"/>
                <a:ea typeface="DejaVu Sans"/>
                <a:cs typeface="DejaVu Sans"/>
              </a:defRPr>
            </a:lvl1pPr>
            <a:lvl2pPr algn="l">
              <a:defRPr sz="1050" b="1">
                <a:solidFill>
                  <a:srgbClr val="35D8F1"/>
                </a:solidFill>
                <a:latin typeface="DejaVu Sans"/>
                <a:ea typeface="DejaVu Sans"/>
                <a:cs typeface="DejaVu Sans"/>
              </a:defRPr>
            </a:lvl2pPr>
            <a:lvl3pPr algn="l">
              <a:defRPr sz="1050" b="1">
                <a:solidFill>
                  <a:srgbClr val="35D8F1"/>
                </a:solidFill>
                <a:latin typeface="DejaVu Sans"/>
                <a:ea typeface="DejaVu Sans"/>
                <a:cs typeface="DejaVu Sans"/>
              </a:defRPr>
            </a:lvl3pPr>
            <a:lvl4pPr algn="l">
              <a:defRPr sz="1050" b="1">
                <a:solidFill>
                  <a:srgbClr val="35D8F1"/>
                </a:solidFill>
                <a:latin typeface="DejaVu Sans"/>
                <a:ea typeface="DejaVu Sans"/>
                <a:cs typeface="DejaVu Sans"/>
              </a:defRPr>
            </a:lvl4pPr>
            <a:lvl5pPr algn="l">
              <a:defRPr sz="1050" b="1">
                <a:solidFill>
                  <a:srgbClr val="35D8F1"/>
                </a:solidFill>
                <a:latin typeface="DejaVu Sans"/>
                <a:ea typeface="DejaVu Sans"/>
                <a:cs typeface="DejaVu Sans"/>
              </a:defRPr>
            </a:lvl5pPr>
            <a:lvl6pPr algn="l">
              <a:defRPr sz="1050" b="1">
                <a:solidFill>
                  <a:srgbClr val="35D8F1"/>
                </a:solidFill>
                <a:latin typeface="DejaVu Sans"/>
                <a:ea typeface="DejaVu Sans"/>
                <a:cs typeface="DejaVu Sans"/>
              </a:defRPr>
            </a:lvl6pPr>
            <a:lvl7pPr algn="l">
              <a:defRPr sz="1050" b="1">
                <a:solidFill>
                  <a:srgbClr val="35D8F1"/>
                </a:solidFill>
                <a:latin typeface="DejaVu Sans"/>
                <a:ea typeface="DejaVu Sans"/>
                <a:cs typeface="DejaVu Sans"/>
              </a:defRPr>
            </a:lvl7pPr>
            <a:lvl8pPr algn="l">
              <a:defRPr sz="1050" b="1">
                <a:solidFill>
                  <a:srgbClr val="35D8F1"/>
                </a:solidFill>
                <a:latin typeface="DejaVu Sans"/>
                <a:ea typeface="DejaVu Sans"/>
                <a:cs typeface="DejaVu Sans"/>
              </a:defRPr>
            </a:lvl8pPr>
            <a:lvl9pPr algn="l">
              <a:defRPr sz="1050" b="1">
                <a:solidFill>
                  <a:srgbClr val="35D8F1"/>
                </a:solidFill>
                <a:latin typeface="DejaVu Sans"/>
                <a:ea typeface="DejaVu Sans"/>
                <a:cs typeface="DejaVu Sans"/>
              </a:defRPr>
            </a:lvl9pPr>
          </a:lstStyle>
          <a:p xmlns:a="http://schemas.openxmlformats.org/drawingml/2006/main">
            <a:pPr algn="l">
              <a:defRPr sz="1050" b="1">
                <a:solidFill>
                  <a:srgbClr val="35D8F1"/>
                </a:solidFill>
                <a:latin typeface="DejaVu Sans"/>
                <a:ea typeface="DejaVu Sans"/>
                <a:cs typeface="DejaVu Sans"/>
              </a:defRPr>
            </a:pPr>
            <a:r>
              <a:rPr sz="1050" b="1">
                <a:solidFill>
                  <a:srgbClr val="35D8F1"/>
                </a:solidFill>
                <a:latin typeface="DejaVu Sans"/>
                <a:ea typeface="DejaVu Sans"/>
                <a:cs typeface="DejaVu Sans"/>
              </a:rPr>
              <a:t>ΘΕΩΡΙΑ  ·  ΜΑΘΗΜΑ 05</a:t>
            </a:r>
          </a:p>
        </p:txBody>
      </p:sp>
      <p:sp>
        <p:nvSpPr>
          <p:cNvPr id="2" name="s19-title">
            <a:extLst xmlns:a="http://schemas.openxmlformats.org/drawingml/2006/main">
              <a:ext uri="{FF2B5EF4-FFF2-40B4-BE49-F238E27FC236}">
                <a16:creationId xmlns:a16="http://schemas.microsoft.com/office/drawing/2014/main" id="{BB61D838-EFED-4E7C-8B0B-87FCF2A3FE5A}"/>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F4F8FC"/>
                </a:solidFill>
                <a:latin typeface="DejaVu Sans"/>
                <a:ea typeface="DejaVu Sans"/>
                <a:cs typeface="DejaVu Sans"/>
              </a:defRPr>
            </a:defPPr>
            <a:lvl1pPr algn="l">
              <a:defRPr sz="3000" b="1">
                <a:solidFill>
                  <a:srgbClr val="F4F8FC"/>
                </a:solidFill>
                <a:latin typeface="DejaVu Sans"/>
                <a:ea typeface="DejaVu Sans"/>
                <a:cs typeface="DejaVu Sans"/>
              </a:defRPr>
            </a:lvl1pPr>
            <a:lvl2pPr algn="l">
              <a:defRPr sz="3000" b="1">
                <a:solidFill>
                  <a:srgbClr val="F4F8FC"/>
                </a:solidFill>
                <a:latin typeface="DejaVu Sans"/>
                <a:ea typeface="DejaVu Sans"/>
                <a:cs typeface="DejaVu Sans"/>
              </a:defRPr>
            </a:lvl2pPr>
            <a:lvl3pPr algn="l">
              <a:defRPr sz="3000" b="1">
                <a:solidFill>
                  <a:srgbClr val="F4F8FC"/>
                </a:solidFill>
                <a:latin typeface="DejaVu Sans"/>
                <a:ea typeface="DejaVu Sans"/>
                <a:cs typeface="DejaVu Sans"/>
              </a:defRPr>
            </a:lvl3pPr>
            <a:lvl4pPr algn="l">
              <a:defRPr sz="3000" b="1">
                <a:solidFill>
                  <a:srgbClr val="F4F8FC"/>
                </a:solidFill>
                <a:latin typeface="DejaVu Sans"/>
                <a:ea typeface="DejaVu Sans"/>
                <a:cs typeface="DejaVu Sans"/>
              </a:defRPr>
            </a:lvl4pPr>
            <a:lvl5pPr algn="l">
              <a:defRPr sz="3000" b="1">
                <a:solidFill>
                  <a:srgbClr val="F4F8FC"/>
                </a:solidFill>
                <a:latin typeface="DejaVu Sans"/>
                <a:ea typeface="DejaVu Sans"/>
                <a:cs typeface="DejaVu Sans"/>
              </a:defRPr>
            </a:lvl5pPr>
            <a:lvl6pPr algn="l">
              <a:defRPr sz="3000" b="1">
                <a:solidFill>
                  <a:srgbClr val="F4F8FC"/>
                </a:solidFill>
                <a:latin typeface="DejaVu Sans"/>
                <a:ea typeface="DejaVu Sans"/>
                <a:cs typeface="DejaVu Sans"/>
              </a:defRPr>
            </a:lvl6pPr>
            <a:lvl7pPr algn="l">
              <a:defRPr sz="3000" b="1">
                <a:solidFill>
                  <a:srgbClr val="F4F8FC"/>
                </a:solidFill>
                <a:latin typeface="DejaVu Sans"/>
                <a:ea typeface="DejaVu Sans"/>
                <a:cs typeface="DejaVu Sans"/>
              </a:defRPr>
            </a:lvl7pPr>
            <a:lvl8pPr algn="l">
              <a:defRPr sz="3000" b="1">
                <a:solidFill>
                  <a:srgbClr val="F4F8FC"/>
                </a:solidFill>
                <a:latin typeface="DejaVu Sans"/>
                <a:ea typeface="DejaVu Sans"/>
                <a:cs typeface="DejaVu Sans"/>
              </a:defRPr>
            </a:lvl8pPr>
            <a:lvl9pPr algn="l">
              <a:defRPr sz="3000" b="1">
                <a:solidFill>
                  <a:srgbClr val="F4F8FC"/>
                </a:solidFill>
                <a:latin typeface="DejaVu Sans"/>
                <a:ea typeface="DejaVu Sans"/>
                <a:cs typeface="DejaVu Sans"/>
              </a:defRPr>
            </a:lvl9pPr>
          </a:lstStyle>
          <a:p xmlns:a="http://schemas.openxmlformats.org/drawingml/2006/main">
            <a:pPr algn="l">
              <a:defRPr sz="3000" b="1">
                <a:solidFill>
                  <a:srgbClr val="F4F8FC"/>
                </a:solidFill>
                <a:latin typeface="DejaVu Sans"/>
                <a:ea typeface="DejaVu Sans"/>
                <a:cs typeface="DejaVu Sans"/>
              </a:defRPr>
            </a:pPr>
            <a:r>
              <a:rPr sz="3000" b="1">
                <a:solidFill>
                  <a:srgbClr val="F4F8FC"/>
                </a:solidFill>
                <a:latin typeface="DejaVu Sans"/>
                <a:ea typeface="DejaVu Sans"/>
                <a:cs typeface="DejaVu Sans"/>
              </a:rPr>
              <a:t>Πόσο διαρκεί ένα bit;</a:t>
            </a:r>
          </a:p>
        </p:txBody>
      </p:sp>
      <p:sp>
        <p:nvSpPr>
          <p:cNvPr id="3" name="s19-title-rule">
            <a:extLst xmlns:a="http://schemas.openxmlformats.org/drawingml/2006/main">
              <a:ext uri="{FF2B5EF4-FFF2-40B4-BE49-F238E27FC236}">
                <a16:creationId xmlns:a16="http://schemas.microsoft.com/office/drawing/2014/main" id="{08AF112E-4590-4F14-B434-E8B30E534646}"/>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35D8F1"/>
          </a:solidFill>
          <a:ln xmlns:a="http://schemas.openxmlformats.org/drawingml/2006/main" w="0">
            <a:noFill/>
            <a:prstDash val="solid"/>
          </a:ln>
        </p:spPr>
      </p:sp>
      <p:sp>
        <p:nvSpPr>
          <p:cNvPr id="4" name="s19-subtitle">
            <a:extLst xmlns:a="http://schemas.openxmlformats.org/drawingml/2006/main">
              <a:ext uri="{FF2B5EF4-FFF2-40B4-BE49-F238E27FC236}">
                <a16:creationId xmlns:a16="http://schemas.microsoft.com/office/drawing/2014/main" id="{08D48331-83FD-4E94-AEDE-2B239C8E5C4F}"/>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AFC0D1"/>
                </a:solidFill>
                <a:latin typeface="DejaVu Sans"/>
                <a:ea typeface="DejaVu Sans"/>
                <a:cs typeface="DejaVu Sans"/>
              </a:defRPr>
            </a:defPPr>
            <a:lvl1pPr algn="l">
              <a:defRPr sz="1500" b="0">
                <a:solidFill>
                  <a:srgbClr val="AFC0D1"/>
                </a:solidFill>
                <a:latin typeface="DejaVu Sans"/>
                <a:ea typeface="DejaVu Sans"/>
                <a:cs typeface="DejaVu Sans"/>
              </a:defRPr>
            </a:lvl1pPr>
            <a:lvl2pPr algn="l">
              <a:defRPr sz="1500" b="0">
                <a:solidFill>
                  <a:srgbClr val="AFC0D1"/>
                </a:solidFill>
                <a:latin typeface="DejaVu Sans"/>
                <a:ea typeface="DejaVu Sans"/>
                <a:cs typeface="DejaVu Sans"/>
              </a:defRPr>
            </a:lvl2pPr>
            <a:lvl3pPr algn="l">
              <a:defRPr sz="1500" b="0">
                <a:solidFill>
                  <a:srgbClr val="AFC0D1"/>
                </a:solidFill>
                <a:latin typeface="DejaVu Sans"/>
                <a:ea typeface="DejaVu Sans"/>
                <a:cs typeface="DejaVu Sans"/>
              </a:defRPr>
            </a:lvl3pPr>
            <a:lvl4pPr algn="l">
              <a:defRPr sz="1500" b="0">
                <a:solidFill>
                  <a:srgbClr val="AFC0D1"/>
                </a:solidFill>
                <a:latin typeface="DejaVu Sans"/>
                <a:ea typeface="DejaVu Sans"/>
                <a:cs typeface="DejaVu Sans"/>
              </a:defRPr>
            </a:lvl4pPr>
            <a:lvl5pPr algn="l">
              <a:defRPr sz="1500" b="0">
                <a:solidFill>
                  <a:srgbClr val="AFC0D1"/>
                </a:solidFill>
                <a:latin typeface="DejaVu Sans"/>
                <a:ea typeface="DejaVu Sans"/>
                <a:cs typeface="DejaVu Sans"/>
              </a:defRPr>
            </a:lvl5pPr>
            <a:lvl6pPr algn="l">
              <a:defRPr sz="1500" b="0">
                <a:solidFill>
                  <a:srgbClr val="AFC0D1"/>
                </a:solidFill>
                <a:latin typeface="DejaVu Sans"/>
                <a:ea typeface="DejaVu Sans"/>
                <a:cs typeface="DejaVu Sans"/>
              </a:defRPr>
            </a:lvl6pPr>
            <a:lvl7pPr algn="l">
              <a:defRPr sz="1500" b="0">
                <a:solidFill>
                  <a:srgbClr val="AFC0D1"/>
                </a:solidFill>
                <a:latin typeface="DejaVu Sans"/>
                <a:ea typeface="DejaVu Sans"/>
                <a:cs typeface="DejaVu Sans"/>
              </a:defRPr>
            </a:lvl7pPr>
            <a:lvl8pPr algn="l">
              <a:defRPr sz="1500" b="0">
                <a:solidFill>
                  <a:srgbClr val="AFC0D1"/>
                </a:solidFill>
                <a:latin typeface="DejaVu Sans"/>
                <a:ea typeface="DejaVu Sans"/>
                <a:cs typeface="DejaVu Sans"/>
              </a:defRPr>
            </a:lvl8pPr>
            <a:lvl9pPr algn="l">
              <a:defRPr sz="1500" b="0">
                <a:solidFill>
                  <a:srgbClr val="AFC0D1"/>
                </a:solidFill>
                <a:latin typeface="DejaVu Sans"/>
                <a:ea typeface="DejaVu Sans"/>
                <a:cs typeface="DejaVu Sans"/>
              </a:defRPr>
            </a:lvl9pPr>
          </a:lstStyle>
          <a:p xmlns:a="http://schemas.openxmlformats.org/drawingml/2006/main">
            <a:pPr algn="l">
              <a:defRPr sz="1500" b="0">
                <a:solidFill>
                  <a:srgbClr val="AFC0D1"/>
                </a:solidFill>
                <a:latin typeface="DejaVu Sans"/>
                <a:ea typeface="DejaVu Sans"/>
                <a:cs typeface="DejaVu Sans"/>
              </a:defRPr>
            </a:pPr>
            <a:r>
              <a:rPr sz="1500" b="0">
                <a:solidFill>
                  <a:srgbClr val="AFC0D1"/>
                </a:solidFill>
                <a:latin typeface="DejaVu Sans"/>
                <a:ea typeface="DejaVu Sans"/>
                <a:cs typeface="DejaVu Sans"/>
              </a:rPr>
              <a:t>Ο ρυθμός μετάδοσης μάς λέει πόσα bits περνούν σε ένα δευτερόλεπτο.</a:t>
            </a:r>
          </a:p>
        </p:txBody>
      </p:sp>
      <p:sp>
        <p:nvSpPr>
          <p:cNvPr id="5" name="s19-formula-card">
            <a:extLst xmlns:a="http://schemas.openxmlformats.org/drawingml/2006/main">
              <a:ext uri="{FF2B5EF4-FFF2-40B4-BE49-F238E27FC236}">
                <a16:creationId xmlns:a16="http://schemas.microsoft.com/office/drawing/2014/main" id="{90445C86-C8B3-44C4-ADC9-E2091E8A3FB5}"/>
              </a:ext>
            </a:extLst>
          </p:cNvPr>
          <p:cNvSpPr>
            <a:spLocks xmlns:a="http://schemas.openxmlformats.org/drawingml/2006/main" noGrp="1"/>
          </p:cNvSpPr>
          <p:nvPr/>
        </p:nvSpPr>
        <p:spPr>
          <a:xfrm xmlns:a="http://schemas.openxmlformats.org/drawingml/2006/main">
            <a:off x="609600" y="2305050"/>
            <a:ext cx="3810000" cy="3028950"/>
          </a:xfrm>
          <a:prstGeom xmlns:a="http://schemas.openxmlformats.org/drawingml/2006/main" prst="roundRect">
            <a:avLst>
              <a:gd name="adj" fmla="val 2516"/>
            </a:avLst>
          </a:prstGeom>
          <a:solidFill xmlns:a="http://schemas.openxmlformats.org/drawingml/2006/main">
            <a:srgbClr val="10243A"/>
          </a:solidFill>
          <a:ln xmlns:a="http://schemas.openxmlformats.org/drawingml/2006/main" w="14288">
            <a:solidFill>
              <a:srgbClr val="29445E"/>
            </a:solidFill>
            <a:prstDash val="solid"/>
          </a:ln>
        </p:spPr>
      </p:sp>
      <p:sp>
        <p:nvSpPr>
          <p:cNvPr id="6" name="s19-formula-heading">
            <a:extLst xmlns:a="http://schemas.openxmlformats.org/drawingml/2006/main">
              <a:ext uri="{FF2B5EF4-FFF2-40B4-BE49-F238E27FC236}">
                <a16:creationId xmlns:a16="http://schemas.microsoft.com/office/drawing/2014/main" id="{2FEF3B73-1586-4E06-A5AA-0F2CF36D3BA5}"/>
              </a:ext>
            </a:extLst>
          </p:cNvPr>
          <p:cNvSpPr>
            <a:spLocks xmlns:a="http://schemas.openxmlformats.org/drawingml/2006/main" noGrp="1"/>
          </p:cNvSpPr>
          <p:nvPr/>
        </p:nvSpPr>
        <p:spPr>
          <a:xfrm xmlns:a="http://schemas.openxmlformats.org/drawingml/2006/main">
            <a:off x="895350" y="25336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35D8F1"/>
                </a:solidFill>
                <a:latin typeface="DejaVu Sans"/>
                <a:ea typeface="DejaVu Sans"/>
                <a:cs typeface="DejaVu Sans"/>
              </a:defRPr>
            </a:defPPr>
            <a:lvl1pPr algn="ctr">
              <a:defRPr sz="1125" b="1">
                <a:solidFill>
                  <a:srgbClr val="35D8F1"/>
                </a:solidFill>
                <a:latin typeface="DejaVu Sans"/>
                <a:ea typeface="DejaVu Sans"/>
                <a:cs typeface="DejaVu Sans"/>
              </a:defRPr>
            </a:lvl1pPr>
            <a:lvl2pPr algn="ctr">
              <a:defRPr sz="1125" b="1">
                <a:solidFill>
                  <a:srgbClr val="35D8F1"/>
                </a:solidFill>
                <a:latin typeface="DejaVu Sans"/>
                <a:ea typeface="DejaVu Sans"/>
                <a:cs typeface="DejaVu Sans"/>
              </a:defRPr>
            </a:lvl2pPr>
            <a:lvl3pPr algn="ctr">
              <a:defRPr sz="1125" b="1">
                <a:solidFill>
                  <a:srgbClr val="35D8F1"/>
                </a:solidFill>
                <a:latin typeface="DejaVu Sans"/>
                <a:ea typeface="DejaVu Sans"/>
                <a:cs typeface="DejaVu Sans"/>
              </a:defRPr>
            </a:lvl3pPr>
            <a:lvl4pPr algn="ctr">
              <a:defRPr sz="1125" b="1">
                <a:solidFill>
                  <a:srgbClr val="35D8F1"/>
                </a:solidFill>
                <a:latin typeface="DejaVu Sans"/>
                <a:ea typeface="DejaVu Sans"/>
                <a:cs typeface="DejaVu Sans"/>
              </a:defRPr>
            </a:lvl4pPr>
            <a:lvl5pPr algn="ctr">
              <a:defRPr sz="1125" b="1">
                <a:solidFill>
                  <a:srgbClr val="35D8F1"/>
                </a:solidFill>
                <a:latin typeface="DejaVu Sans"/>
                <a:ea typeface="DejaVu Sans"/>
                <a:cs typeface="DejaVu Sans"/>
              </a:defRPr>
            </a:lvl5pPr>
            <a:lvl6pPr algn="ctr">
              <a:defRPr sz="1125" b="1">
                <a:solidFill>
                  <a:srgbClr val="35D8F1"/>
                </a:solidFill>
                <a:latin typeface="DejaVu Sans"/>
                <a:ea typeface="DejaVu Sans"/>
                <a:cs typeface="DejaVu Sans"/>
              </a:defRPr>
            </a:lvl6pPr>
            <a:lvl7pPr algn="ctr">
              <a:defRPr sz="1125" b="1">
                <a:solidFill>
                  <a:srgbClr val="35D8F1"/>
                </a:solidFill>
                <a:latin typeface="DejaVu Sans"/>
                <a:ea typeface="DejaVu Sans"/>
                <a:cs typeface="DejaVu Sans"/>
              </a:defRPr>
            </a:lvl7pPr>
            <a:lvl8pPr algn="ctr">
              <a:defRPr sz="1125" b="1">
                <a:solidFill>
                  <a:srgbClr val="35D8F1"/>
                </a:solidFill>
                <a:latin typeface="DejaVu Sans"/>
                <a:ea typeface="DejaVu Sans"/>
                <a:cs typeface="DejaVu Sans"/>
              </a:defRPr>
            </a:lvl8pPr>
            <a:lvl9pPr algn="ctr">
              <a:defRPr sz="1125" b="1">
                <a:solidFill>
                  <a:srgbClr val="35D8F1"/>
                </a:solidFill>
                <a:latin typeface="DejaVu Sans"/>
                <a:ea typeface="DejaVu Sans"/>
                <a:cs typeface="DejaVu Sans"/>
              </a:defRPr>
            </a:lvl9pPr>
          </a:lstStyle>
          <a:p xmlns:a="http://schemas.openxmlformats.org/drawingml/2006/main">
            <a:pPr algn="ctr">
              <a:defRPr sz="1125" b="1">
                <a:solidFill>
                  <a:srgbClr val="35D8F1"/>
                </a:solidFill>
                <a:latin typeface="DejaVu Sans"/>
                <a:ea typeface="DejaVu Sans"/>
                <a:cs typeface="DejaVu Sans"/>
              </a:defRPr>
            </a:pPr>
            <a:r>
              <a:rPr sz="1125" b="1">
                <a:solidFill>
                  <a:srgbClr val="35D8F1"/>
                </a:solidFill>
                <a:latin typeface="DejaVu Sans"/>
                <a:ea typeface="DejaVu Sans"/>
                <a:cs typeface="DejaVu Sans"/>
              </a:rPr>
              <a:t>Ο ΑΠΛΟΣ ΚΑΝΟΝΑΣ</a:t>
            </a:r>
          </a:p>
        </p:txBody>
      </p:sp>
      <p:sp>
        <p:nvSpPr>
          <p:cNvPr id="7" name="s19-formula">
            <a:extLst xmlns:a="http://schemas.openxmlformats.org/drawingml/2006/main">
              <a:ext uri="{FF2B5EF4-FFF2-40B4-BE49-F238E27FC236}">
                <a16:creationId xmlns:a16="http://schemas.microsoft.com/office/drawing/2014/main" id="{7FDC5671-A988-434F-93D1-06DDDFA3F6F9}"/>
              </a:ext>
            </a:extLst>
          </p:cNvPr>
          <p:cNvSpPr>
            <a:spLocks xmlns:a="http://schemas.openxmlformats.org/drawingml/2006/main" noGrp="1"/>
          </p:cNvSpPr>
          <p:nvPr/>
        </p:nvSpPr>
        <p:spPr>
          <a:xfrm xmlns:a="http://schemas.openxmlformats.org/drawingml/2006/main">
            <a:off x="895350" y="3076575"/>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50"/>
          </a:bodyPr>
          <a:lstStyle xmlns:a="http://schemas.openxmlformats.org/drawingml/2006/main">
            <a:defPPr algn="ctr">
              <a:defRPr sz="1875" b="1">
                <a:solidFill>
                  <a:srgbClr val="F4F8FC"/>
                </a:solidFill>
                <a:latin typeface="DejaVu Sans"/>
                <a:ea typeface="DejaVu Sans"/>
                <a:cs typeface="DejaVu Sans"/>
              </a:defRPr>
            </a:defPPr>
            <a:lvl1pPr algn="ctr">
              <a:defRPr sz="1875" b="1">
                <a:solidFill>
                  <a:srgbClr val="F4F8FC"/>
                </a:solidFill>
                <a:latin typeface="DejaVu Sans"/>
                <a:ea typeface="DejaVu Sans"/>
                <a:cs typeface="DejaVu Sans"/>
              </a:defRPr>
            </a:lvl1pPr>
            <a:lvl2pPr algn="ctr">
              <a:defRPr sz="1875" b="1">
                <a:solidFill>
                  <a:srgbClr val="F4F8FC"/>
                </a:solidFill>
                <a:latin typeface="DejaVu Sans"/>
                <a:ea typeface="DejaVu Sans"/>
                <a:cs typeface="DejaVu Sans"/>
              </a:defRPr>
            </a:lvl2pPr>
            <a:lvl3pPr algn="ctr">
              <a:defRPr sz="1875" b="1">
                <a:solidFill>
                  <a:srgbClr val="F4F8FC"/>
                </a:solidFill>
                <a:latin typeface="DejaVu Sans"/>
                <a:ea typeface="DejaVu Sans"/>
                <a:cs typeface="DejaVu Sans"/>
              </a:defRPr>
            </a:lvl3pPr>
            <a:lvl4pPr algn="ctr">
              <a:defRPr sz="1875" b="1">
                <a:solidFill>
                  <a:srgbClr val="F4F8FC"/>
                </a:solidFill>
                <a:latin typeface="DejaVu Sans"/>
                <a:ea typeface="DejaVu Sans"/>
                <a:cs typeface="DejaVu Sans"/>
              </a:defRPr>
            </a:lvl4pPr>
            <a:lvl5pPr algn="ctr">
              <a:defRPr sz="1875" b="1">
                <a:solidFill>
                  <a:srgbClr val="F4F8FC"/>
                </a:solidFill>
                <a:latin typeface="DejaVu Sans"/>
                <a:ea typeface="DejaVu Sans"/>
                <a:cs typeface="DejaVu Sans"/>
              </a:defRPr>
            </a:lvl5pPr>
            <a:lvl6pPr algn="ctr">
              <a:defRPr sz="1875" b="1">
                <a:solidFill>
                  <a:srgbClr val="F4F8FC"/>
                </a:solidFill>
                <a:latin typeface="DejaVu Sans"/>
                <a:ea typeface="DejaVu Sans"/>
                <a:cs typeface="DejaVu Sans"/>
              </a:defRPr>
            </a:lvl6pPr>
            <a:lvl7pPr algn="ctr">
              <a:defRPr sz="1875" b="1">
                <a:solidFill>
                  <a:srgbClr val="F4F8FC"/>
                </a:solidFill>
                <a:latin typeface="DejaVu Sans"/>
                <a:ea typeface="DejaVu Sans"/>
                <a:cs typeface="DejaVu Sans"/>
              </a:defRPr>
            </a:lvl7pPr>
            <a:lvl8pPr algn="ctr">
              <a:defRPr sz="1875" b="1">
                <a:solidFill>
                  <a:srgbClr val="F4F8FC"/>
                </a:solidFill>
                <a:latin typeface="DejaVu Sans"/>
                <a:ea typeface="DejaVu Sans"/>
                <a:cs typeface="DejaVu Sans"/>
              </a:defRPr>
            </a:lvl8pPr>
            <a:lvl9pPr algn="ctr">
              <a:defRPr sz="1875" b="1">
                <a:solidFill>
                  <a:srgbClr val="F4F8FC"/>
                </a:solidFill>
                <a:latin typeface="DejaVu Sans"/>
                <a:ea typeface="DejaVu Sans"/>
                <a:cs typeface="DejaVu Sans"/>
              </a:defRPr>
            </a:lvl9pPr>
          </a:lstStyle>
          <a:p xmlns:a="http://schemas.openxmlformats.org/drawingml/2006/main">
            <a:pPr algn="ctr">
              <a:defRPr sz="1875" b="1">
                <a:solidFill>
                  <a:srgbClr val="F4F8FC"/>
                </a:solidFill>
                <a:latin typeface="DejaVu Sans"/>
                <a:ea typeface="DejaVu Sans"/>
                <a:cs typeface="DejaVu Sans"/>
              </a:defRPr>
            </a:pPr>
            <a:r>
              <a:rPr sz="1875" b="1">
                <a:solidFill>
                  <a:srgbClr val="F4F8FC"/>
                </a:solidFill>
                <a:latin typeface="DejaVu Sans"/>
                <a:ea typeface="DejaVu Sans"/>
                <a:cs typeface="DejaVu Sans"/>
              </a:rPr>
              <a:t>Χρόνος bit = 1 ÷ ρυθμός</a:t>
            </a:r>
          </a:p>
        </p:txBody>
      </p:sp>
      <p:sp>
        <p:nvSpPr>
          <p:cNvPr id="8" name="s19-formula-example">
            <a:extLst xmlns:a="http://schemas.openxmlformats.org/drawingml/2006/main">
              <a:ext uri="{FF2B5EF4-FFF2-40B4-BE49-F238E27FC236}">
                <a16:creationId xmlns:a16="http://schemas.microsoft.com/office/drawing/2014/main" id="{7C61B6AC-2EA5-4731-AD1A-33221C71A332}"/>
              </a:ext>
            </a:extLst>
          </p:cNvPr>
          <p:cNvSpPr>
            <a:spLocks xmlns:a="http://schemas.openxmlformats.org/drawingml/2006/main" noGrp="1"/>
          </p:cNvSpPr>
          <p:nvPr/>
        </p:nvSpPr>
        <p:spPr>
          <a:xfrm xmlns:a="http://schemas.openxmlformats.org/drawingml/2006/main">
            <a:off x="895350" y="3876675"/>
            <a:ext cx="3238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AFC0D1"/>
                </a:solidFill>
                <a:latin typeface="DejaVu Sans"/>
                <a:ea typeface="DejaVu Sans"/>
                <a:cs typeface="DejaVu Sans"/>
              </a:defRPr>
            </a:defPPr>
            <a:lvl1pPr algn="ctr">
              <a:defRPr sz="1350" b="0">
                <a:solidFill>
                  <a:srgbClr val="AFC0D1"/>
                </a:solidFill>
                <a:latin typeface="DejaVu Sans"/>
                <a:ea typeface="DejaVu Sans"/>
                <a:cs typeface="DejaVu Sans"/>
              </a:defRPr>
            </a:lvl1pPr>
            <a:lvl2pPr algn="ctr">
              <a:defRPr sz="1350" b="0">
                <a:solidFill>
                  <a:srgbClr val="AFC0D1"/>
                </a:solidFill>
                <a:latin typeface="DejaVu Sans"/>
                <a:ea typeface="DejaVu Sans"/>
                <a:cs typeface="DejaVu Sans"/>
              </a:defRPr>
            </a:lvl2pPr>
            <a:lvl3pPr algn="ctr">
              <a:defRPr sz="1350" b="0">
                <a:solidFill>
                  <a:srgbClr val="AFC0D1"/>
                </a:solidFill>
                <a:latin typeface="DejaVu Sans"/>
                <a:ea typeface="DejaVu Sans"/>
                <a:cs typeface="DejaVu Sans"/>
              </a:defRPr>
            </a:lvl3pPr>
            <a:lvl4pPr algn="ctr">
              <a:defRPr sz="1350" b="0">
                <a:solidFill>
                  <a:srgbClr val="AFC0D1"/>
                </a:solidFill>
                <a:latin typeface="DejaVu Sans"/>
                <a:ea typeface="DejaVu Sans"/>
                <a:cs typeface="DejaVu Sans"/>
              </a:defRPr>
            </a:lvl4pPr>
            <a:lvl5pPr algn="ctr">
              <a:defRPr sz="1350" b="0">
                <a:solidFill>
                  <a:srgbClr val="AFC0D1"/>
                </a:solidFill>
                <a:latin typeface="DejaVu Sans"/>
                <a:ea typeface="DejaVu Sans"/>
                <a:cs typeface="DejaVu Sans"/>
              </a:defRPr>
            </a:lvl5pPr>
            <a:lvl6pPr algn="ctr">
              <a:defRPr sz="1350" b="0">
                <a:solidFill>
                  <a:srgbClr val="AFC0D1"/>
                </a:solidFill>
                <a:latin typeface="DejaVu Sans"/>
                <a:ea typeface="DejaVu Sans"/>
                <a:cs typeface="DejaVu Sans"/>
              </a:defRPr>
            </a:lvl6pPr>
            <a:lvl7pPr algn="ctr">
              <a:defRPr sz="1350" b="0">
                <a:solidFill>
                  <a:srgbClr val="AFC0D1"/>
                </a:solidFill>
                <a:latin typeface="DejaVu Sans"/>
                <a:ea typeface="DejaVu Sans"/>
                <a:cs typeface="DejaVu Sans"/>
              </a:defRPr>
            </a:lvl7pPr>
            <a:lvl8pPr algn="ctr">
              <a:defRPr sz="1350" b="0">
                <a:solidFill>
                  <a:srgbClr val="AFC0D1"/>
                </a:solidFill>
                <a:latin typeface="DejaVu Sans"/>
                <a:ea typeface="DejaVu Sans"/>
                <a:cs typeface="DejaVu Sans"/>
              </a:defRPr>
            </a:lvl8pPr>
            <a:lvl9pPr algn="ctr">
              <a:defRPr sz="1350" b="0">
                <a:solidFill>
                  <a:srgbClr val="AFC0D1"/>
                </a:solidFill>
                <a:latin typeface="DejaVu Sans"/>
                <a:ea typeface="DejaVu Sans"/>
                <a:cs typeface="DejaVu Sans"/>
              </a:defRPr>
            </a:lvl9pPr>
          </a:lstStyle>
          <a:p xmlns:a="http://schemas.openxmlformats.org/drawingml/2006/main">
            <a:pPr algn="ctr">
              <a:defRPr sz="1350" b="0">
                <a:solidFill>
                  <a:srgbClr val="AFC0D1"/>
                </a:solidFill>
                <a:latin typeface="DejaVu Sans"/>
                <a:ea typeface="DejaVu Sans"/>
                <a:cs typeface="DejaVu Sans"/>
              </a:defRPr>
            </a:pPr>
            <a:r>
              <a:rPr sz="1350" b="0">
                <a:solidFill>
                  <a:srgbClr val="AFC0D1"/>
                </a:solidFill>
                <a:latin typeface="DejaVu Sans"/>
                <a:ea typeface="DejaVu Sans"/>
                <a:cs typeface="DejaVu Sans"/>
              </a:rPr>
              <a:t>Πιο πολλά bits κάθε δευτερόλεπτο</a:t>
            </a:r>
          </a:p>
          <a:p xmlns:a="http://schemas.openxmlformats.org/drawingml/2006/main">
            <a:pPr algn="ctr">
              <a:defRPr sz="1350" b="0">
                <a:solidFill>
                  <a:srgbClr val="AFC0D1"/>
                </a:solidFill>
                <a:latin typeface="DejaVu Sans"/>
                <a:ea typeface="DejaVu Sans"/>
                <a:cs typeface="DejaVu Sans"/>
              </a:defRPr>
            </a:pPr>
            <a:r>
              <a:rPr sz="1350" b="0">
                <a:solidFill>
                  <a:srgbClr val="AFC0D1"/>
                </a:solidFill>
                <a:latin typeface="DejaVu Sans"/>
                <a:ea typeface="DejaVu Sans"/>
                <a:cs typeface="DejaVu Sans"/>
              </a:rPr>
              <a:t>= λιγότερος χρόνος για κάθε bit</a:t>
            </a:r>
          </a:p>
        </p:txBody>
      </p:sp>
      <p:sp>
        <p:nvSpPr>
          <p:cNvPr id="9" name="s19-microsecond">
            <a:extLst xmlns:a="http://schemas.openxmlformats.org/drawingml/2006/main">
              <a:ext uri="{FF2B5EF4-FFF2-40B4-BE49-F238E27FC236}">
                <a16:creationId xmlns:a16="http://schemas.microsoft.com/office/drawing/2014/main" id="{E31CBF7C-DD5E-4945-8141-B7081983FF64}"/>
              </a:ext>
            </a:extLst>
          </p:cNvPr>
          <p:cNvSpPr>
            <a:spLocks xmlns:a="http://schemas.openxmlformats.org/drawingml/2006/main" noGrp="1"/>
          </p:cNvSpPr>
          <p:nvPr/>
        </p:nvSpPr>
        <p:spPr>
          <a:xfrm xmlns:a="http://schemas.openxmlformats.org/drawingml/2006/main">
            <a:off x="895350" y="48196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58"/>
          </a:bodyPr>
          <a:lstStyle xmlns:a="http://schemas.openxmlformats.org/drawingml/2006/main">
            <a:defPPr algn="ctr">
              <a:defRPr sz="975" b="1">
                <a:solidFill>
                  <a:srgbClr val="F7B500"/>
                </a:solidFill>
                <a:latin typeface="DejaVu Sans"/>
                <a:ea typeface="DejaVu Sans"/>
                <a:cs typeface="DejaVu Sans"/>
              </a:defRPr>
            </a:defPPr>
            <a:lvl1pPr algn="ctr">
              <a:defRPr sz="975" b="1">
                <a:solidFill>
                  <a:srgbClr val="F7B500"/>
                </a:solidFill>
                <a:latin typeface="DejaVu Sans"/>
                <a:ea typeface="DejaVu Sans"/>
                <a:cs typeface="DejaVu Sans"/>
              </a:defRPr>
            </a:lvl1pPr>
            <a:lvl2pPr algn="ctr">
              <a:defRPr sz="975" b="1">
                <a:solidFill>
                  <a:srgbClr val="F7B500"/>
                </a:solidFill>
                <a:latin typeface="DejaVu Sans"/>
                <a:ea typeface="DejaVu Sans"/>
                <a:cs typeface="DejaVu Sans"/>
              </a:defRPr>
            </a:lvl2pPr>
            <a:lvl3pPr algn="ctr">
              <a:defRPr sz="975" b="1">
                <a:solidFill>
                  <a:srgbClr val="F7B500"/>
                </a:solidFill>
                <a:latin typeface="DejaVu Sans"/>
                <a:ea typeface="DejaVu Sans"/>
                <a:cs typeface="DejaVu Sans"/>
              </a:defRPr>
            </a:lvl3pPr>
            <a:lvl4pPr algn="ctr">
              <a:defRPr sz="975" b="1">
                <a:solidFill>
                  <a:srgbClr val="F7B500"/>
                </a:solidFill>
                <a:latin typeface="DejaVu Sans"/>
                <a:ea typeface="DejaVu Sans"/>
                <a:cs typeface="DejaVu Sans"/>
              </a:defRPr>
            </a:lvl4pPr>
            <a:lvl5pPr algn="ctr">
              <a:defRPr sz="975" b="1">
                <a:solidFill>
                  <a:srgbClr val="F7B500"/>
                </a:solidFill>
                <a:latin typeface="DejaVu Sans"/>
                <a:ea typeface="DejaVu Sans"/>
                <a:cs typeface="DejaVu Sans"/>
              </a:defRPr>
            </a:lvl5pPr>
            <a:lvl6pPr algn="ctr">
              <a:defRPr sz="975" b="1">
                <a:solidFill>
                  <a:srgbClr val="F7B500"/>
                </a:solidFill>
                <a:latin typeface="DejaVu Sans"/>
                <a:ea typeface="DejaVu Sans"/>
                <a:cs typeface="DejaVu Sans"/>
              </a:defRPr>
            </a:lvl6pPr>
            <a:lvl7pPr algn="ctr">
              <a:defRPr sz="975" b="1">
                <a:solidFill>
                  <a:srgbClr val="F7B500"/>
                </a:solidFill>
                <a:latin typeface="DejaVu Sans"/>
                <a:ea typeface="DejaVu Sans"/>
                <a:cs typeface="DejaVu Sans"/>
              </a:defRPr>
            </a:lvl7pPr>
            <a:lvl8pPr algn="ctr">
              <a:defRPr sz="975" b="1">
                <a:solidFill>
                  <a:srgbClr val="F7B500"/>
                </a:solidFill>
                <a:latin typeface="DejaVu Sans"/>
                <a:ea typeface="DejaVu Sans"/>
                <a:cs typeface="DejaVu Sans"/>
              </a:defRPr>
            </a:lvl8pPr>
            <a:lvl9pPr algn="ctr">
              <a:defRPr sz="975" b="1">
                <a:solidFill>
                  <a:srgbClr val="F7B500"/>
                </a:solidFill>
                <a:latin typeface="DejaVu Sans"/>
                <a:ea typeface="DejaVu Sans"/>
                <a:cs typeface="DejaVu Sans"/>
              </a:defRPr>
            </a:lvl9pPr>
          </a:lstStyle>
          <a:p xmlns:a="http://schemas.openxmlformats.org/drawingml/2006/main">
            <a:pPr algn="ct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1 μs = ένα εκατομμυριοστό του δευτερολέπτου</a:t>
            </a:r>
          </a:p>
        </p:txBody>
      </p:sp>
      <p:sp>
        <p:nvSpPr>
          <p:cNvPr id="10" name="s19-example-250">
            <a:extLst xmlns:a="http://schemas.openxmlformats.org/drawingml/2006/main">
              <a:ext uri="{FF2B5EF4-FFF2-40B4-BE49-F238E27FC236}">
                <a16:creationId xmlns:a16="http://schemas.microsoft.com/office/drawing/2014/main" id="{612E38FC-0AA0-4D1D-A264-EFAB03880619}"/>
              </a:ext>
            </a:extLst>
          </p:cNvPr>
          <p:cNvSpPr>
            <a:spLocks xmlns:a="http://schemas.openxmlformats.org/drawingml/2006/main" noGrp="1"/>
          </p:cNvSpPr>
          <p:nvPr/>
        </p:nvSpPr>
        <p:spPr>
          <a:xfrm xmlns:a="http://schemas.openxmlformats.org/drawingml/2006/main">
            <a:off x="4819650" y="2305050"/>
            <a:ext cx="6762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6E2ED"/>
            </a:solidFill>
            <a:prstDash val="solid"/>
          </a:ln>
        </p:spPr>
      </p:sp>
      <p:sp>
        <p:nvSpPr>
          <p:cNvPr id="11" name="s19-rate-250">
            <a:extLst xmlns:a="http://schemas.openxmlformats.org/drawingml/2006/main">
              <a:ext uri="{FF2B5EF4-FFF2-40B4-BE49-F238E27FC236}">
                <a16:creationId xmlns:a16="http://schemas.microsoft.com/office/drawing/2014/main" id="{692BB10D-4ED3-4D98-BD52-2229CC86081D}"/>
              </a:ext>
            </a:extLst>
          </p:cNvPr>
          <p:cNvSpPr>
            <a:spLocks xmlns:a="http://schemas.openxmlformats.org/drawingml/2006/main" noGrp="1"/>
          </p:cNvSpPr>
          <p:nvPr/>
        </p:nvSpPr>
        <p:spPr>
          <a:xfrm xmlns:a="http://schemas.openxmlformats.org/drawingml/2006/main">
            <a:off x="5124450" y="24765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01D31"/>
                </a:solidFill>
                <a:latin typeface="DejaVu Sans"/>
                <a:ea typeface="DejaVu Sans"/>
                <a:cs typeface="DejaVu Sans"/>
              </a:defRPr>
            </a:defPPr>
            <a:lvl1pPr algn="l">
              <a:defRPr sz="1650" b="1">
                <a:solidFill>
                  <a:srgbClr val="101D31"/>
                </a:solidFill>
                <a:latin typeface="DejaVu Sans"/>
                <a:ea typeface="DejaVu Sans"/>
                <a:cs typeface="DejaVu Sans"/>
              </a:defRPr>
            </a:lvl1pPr>
            <a:lvl2pPr algn="l">
              <a:defRPr sz="1650" b="1">
                <a:solidFill>
                  <a:srgbClr val="101D31"/>
                </a:solidFill>
                <a:latin typeface="DejaVu Sans"/>
                <a:ea typeface="DejaVu Sans"/>
                <a:cs typeface="DejaVu Sans"/>
              </a:defRPr>
            </a:lvl2pPr>
            <a:lvl3pPr algn="l">
              <a:defRPr sz="1650" b="1">
                <a:solidFill>
                  <a:srgbClr val="101D31"/>
                </a:solidFill>
                <a:latin typeface="DejaVu Sans"/>
                <a:ea typeface="DejaVu Sans"/>
                <a:cs typeface="DejaVu Sans"/>
              </a:defRPr>
            </a:lvl3pPr>
            <a:lvl4pPr algn="l">
              <a:defRPr sz="1650" b="1">
                <a:solidFill>
                  <a:srgbClr val="101D31"/>
                </a:solidFill>
                <a:latin typeface="DejaVu Sans"/>
                <a:ea typeface="DejaVu Sans"/>
                <a:cs typeface="DejaVu Sans"/>
              </a:defRPr>
            </a:lvl4pPr>
            <a:lvl5pPr algn="l">
              <a:defRPr sz="1650" b="1">
                <a:solidFill>
                  <a:srgbClr val="101D31"/>
                </a:solidFill>
                <a:latin typeface="DejaVu Sans"/>
                <a:ea typeface="DejaVu Sans"/>
                <a:cs typeface="DejaVu Sans"/>
              </a:defRPr>
            </a:lvl5pPr>
            <a:lvl6pPr algn="l">
              <a:defRPr sz="1650" b="1">
                <a:solidFill>
                  <a:srgbClr val="101D31"/>
                </a:solidFill>
                <a:latin typeface="DejaVu Sans"/>
                <a:ea typeface="DejaVu Sans"/>
                <a:cs typeface="DejaVu Sans"/>
              </a:defRPr>
            </a:lvl6pPr>
            <a:lvl7pPr algn="l">
              <a:defRPr sz="1650" b="1">
                <a:solidFill>
                  <a:srgbClr val="101D31"/>
                </a:solidFill>
                <a:latin typeface="DejaVu Sans"/>
                <a:ea typeface="DejaVu Sans"/>
                <a:cs typeface="DejaVu Sans"/>
              </a:defRPr>
            </a:lvl7pPr>
            <a:lvl8pPr algn="l">
              <a:defRPr sz="1650" b="1">
                <a:solidFill>
                  <a:srgbClr val="101D31"/>
                </a:solidFill>
                <a:latin typeface="DejaVu Sans"/>
                <a:ea typeface="DejaVu Sans"/>
                <a:cs typeface="DejaVu Sans"/>
              </a:defRPr>
            </a:lvl8pPr>
            <a:lvl9pPr algn="l">
              <a:defRPr sz="1650" b="1">
                <a:solidFill>
                  <a:srgbClr val="101D31"/>
                </a:solidFill>
                <a:latin typeface="DejaVu Sans"/>
                <a:ea typeface="DejaVu Sans"/>
                <a:cs typeface="DejaVu Sans"/>
              </a:defRPr>
            </a:lvl9pPr>
          </a:lstStyle>
          <a:p xmlns:a="http://schemas.openxmlformats.org/drawingml/2006/main">
            <a:pPr algn="l">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250 kbit/s</a:t>
            </a:r>
          </a:p>
        </p:txBody>
      </p:sp>
      <p:sp>
        <p:nvSpPr>
          <p:cNvPr id="12" name="s19-time-250">
            <a:extLst xmlns:a="http://schemas.openxmlformats.org/drawingml/2006/main">
              <a:ext uri="{FF2B5EF4-FFF2-40B4-BE49-F238E27FC236}">
                <a16:creationId xmlns:a16="http://schemas.microsoft.com/office/drawing/2014/main" id="{B17645FC-3B9D-45A1-A813-84F596B13E50}"/>
              </a:ext>
            </a:extLst>
          </p:cNvPr>
          <p:cNvSpPr>
            <a:spLocks xmlns:a="http://schemas.openxmlformats.org/drawingml/2006/main" noGrp="1"/>
          </p:cNvSpPr>
          <p:nvPr/>
        </p:nvSpPr>
        <p:spPr>
          <a:xfrm xmlns:a="http://schemas.openxmlformats.org/drawingml/2006/main">
            <a:off x="5124450" y="28765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2C78A"/>
                </a:solidFill>
                <a:latin typeface="DejaVu Sans"/>
                <a:ea typeface="DejaVu Sans"/>
                <a:cs typeface="DejaVu Sans"/>
              </a:defRPr>
            </a:defPPr>
            <a:lvl1pPr algn="l">
              <a:defRPr sz="1350" b="1">
                <a:solidFill>
                  <a:srgbClr val="32C78A"/>
                </a:solidFill>
                <a:latin typeface="DejaVu Sans"/>
                <a:ea typeface="DejaVu Sans"/>
                <a:cs typeface="DejaVu Sans"/>
              </a:defRPr>
            </a:lvl1pPr>
            <a:lvl2pPr algn="l">
              <a:defRPr sz="1350" b="1">
                <a:solidFill>
                  <a:srgbClr val="32C78A"/>
                </a:solidFill>
                <a:latin typeface="DejaVu Sans"/>
                <a:ea typeface="DejaVu Sans"/>
                <a:cs typeface="DejaVu Sans"/>
              </a:defRPr>
            </a:lvl2pPr>
            <a:lvl3pPr algn="l">
              <a:defRPr sz="1350" b="1">
                <a:solidFill>
                  <a:srgbClr val="32C78A"/>
                </a:solidFill>
                <a:latin typeface="DejaVu Sans"/>
                <a:ea typeface="DejaVu Sans"/>
                <a:cs typeface="DejaVu Sans"/>
              </a:defRPr>
            </a:lvl3pPr>
            <a:lvl4pPr algn="l">
              <a:defRPr sz="1350" b="1">
                <a:solidFill>
                  <a:srgbClr val="32C78A"/>
                </a:solidFill>
                <a:latin typeface="DejaVu Sans"/>
                <a:ea typeface="DejaVu Sans"/>
                <a:cs typeface="DejaVu Sans"/>
              </a:defRPr>
            </a:lvl4pPr>
            <a:lvl5pPr algn="l">
              <a:defRPr sz="1350" b="1">
                <a:solidFill>
                  <a:srgbClr val="32C78A"/>
                </a:solidFill>
                <a:latin typeface="DejaVu Sans"/>
                <a:ea typeface="DejaVu Sans"/>
                <a:cs typeface="DejaVu Sans"/>
              </a:defRPr>
            </a:lvl5pPr>
            <a:lvl6pPr algn="l">
              <a:defRPr sz="1350" b="1">
                <a:solidFill>
                  <a:srgbClr val="32C78A"/>
                </a:solidFill>
                <a:latin typeface="DejaVu Sans"/>
                <a:ea typeface="DejaVu Sans"/>
                <a:cs typeface="DejaVu Sans"/>
              </a:defRPr>
            </a:lvl6pPr>
            <a:lvl7pPr algn="l">
              <a:defRPr sz="1350" b="1">
                <a:solidFill>
                  <a:srgbClr val="32C78A"/>
                </a:solidFill>
                <a:latin typeface="DejaVu Sans"/>
                <a:ea typeface="DejaVu Sans"/>
                <a:cs typeface="DejaVu Sans"/>
              </a:defRPr>
            </a:lvl7pPr>
            <a:lvl8pPr algn="l">
              <a:defRPr sz="1350" b="1">
                <a:solidFill>
                  <a:srgbClr val="32C78A"/>
                </a:solidFill>
                <a:latin typeface="DejaVu Sans"/>
                <a:ea typeface="DejaVu Sans"/>
                <a:cs typeface="DejaVu Sans"/>
              </a:defRPr>
            </a:lvl8pPr>
            <a:lvl9pPr algn="l">
              <a:defRPr sz="1350" b="1">
                <a:solidFill>
                  <a:srgbClr val="32C78A"/>
                </a:solidFill>
                <a:latin typeface="DejaVu Sans"/>
                <a:ea typeface="DejaVu Sans"/>
                <a:cs typeface="DejaVu Sans"/>
              </a:defRPr>
            </a:lvl9pPr>
          </a:lstStyle>
          <a:p xmlns:a="http://schemas.openxmlformats.org/drawingml/2006/main">
            <a:pPr algn="l">
              <a:defRPr sz="1350" b="1">
                <a:solidFill>
                  <a:srgbClr val="32C78A"/>
                </a:solidFill>
                <a:latin typeface="DejaVu Sans"/>
                <a:ea typeface="DejaVu Sans"/>
                <a:cs typeface="DejaVu Sans"/>
              </a:defRPr>
            </a:pPr>
            <a:r>
              <a:rPr sz="1350" b="1">
                <a:solidFill>
                  <a:srgbClr val="32C78A"/>
                </a:solidFill>
                <a:latin typeface="DejaVu Sans"/>
                <a:ea typeface="DejaVu Sans"/>
                <a:cs typeface="DejaVu Sans"/>
              </a:rPr>
              <a:t>1 bit ≈ 4 μs</a:t>
            </a:r>
          </a:p>
        </p:txBody>
      </p:sp>
      <p:sp>
        <p:nvSpPr>
          <p:cNvPr id="13" name="s19-cell-250-0">
            <a:extLst xmlns:a="http://schemas.openxmlformats.org/drawingml/2006/main">
              <a:ext uri="{FF2B5EF4-FFF2-40B4-BE49-F238E27FC236}">
                <a16:creationId xmlns:a16="http://schemas.microsoft.com/office/drawing/2014/main" id="{BDD7683D-8839-4328-BE79-774CC5C2B244}"/>
              </a:ext>
            </a:extLst>
          </p:cNvPr>
          <p:cNvSpPr>
            <a:spLocks xmlns:a="http://schemas.openxmlformats.org/drawingml/2006/main" noGrp="1"/>
          </p:cNvSpPr>
          <p:nvPr/>
        </p:nvSpPr>
        <p:spPr>
          <a:xfrm xmlns:a="http://schemas.openxmlformats.org/drawingml/2006/main">
            <a:off x="7277100" y="2762250"/>
            <a:ext cx="781050" cy="533400"/>
          </a:xfrm>
          <a:prstGeom xmlns:a="http://schemas.openxmlformats.org/drawingml/2006/main" prst="rect">
            <a:avLst/>
          </a:prstGeom>
          <a:solidFill xmlns:a="http://schemas.openxmlformats.org/drawingml/2006/main">
            <a:srgbClr val="DDF6E9"/>
          </a:solidFill>
          <a:ln xmlns:a="http://schemas.openxmlformats.org/drawingml/2006/main" w="9525">
            <a:solidFill>
              <a:srgbClr val="A9CDB7"/>
            </a:solidFill>
            <a:prstDash val="solid"/>
          </a:ln>
        </p:spPr>
      </p:sp>
      <p:sp>
        <p:nvSpPr>
          <p:cNvPr id="14" name="s19-cell-250-label-0">
            <a:extLst xmlns:a="http://schemas.openxmlformats.org/drawingml/2006/main">
              <a:ext uri="{FF2B5EF4-FFF2-40B4-BE49-F238E27FC236}">
                <a16:creationId xmlns:a16="http://schemas.microsoft.com/office/drawing/2014/main" id="{DBE7A3FC-2F8A-407D-8F64-17908D69922E}"/>
              </a:ext>
            </a:extLst>
          </p:cNvPr>
          <p:cNvSpPr>
            <a:spLocks xmlns:a="http://schemas.openxmlformats.org/drawingml/2006/main" noGrp="1"/>
          </p:cNvSpPr>
          <p:nvPr/>
        </p:nvSpPr>
        <p:spPr>
          <a:xfrm xmlns:a="http://schemas.openxmlformats.org/drawingml/2006/main">
            <a:off x="7277100" y="2847975"/>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1 bit</a:t>
            </a:r>
          </a:p>
        </p:txBody>
      </p:sp>
      <p:sp>
        <p:nvSpPr>
          <p:cNvPr id="15" name="s19-cell-250-1">
            <a:extLst xmlns:a="http://schemas.openxmlformats.org/drawingml/2006/main">
              <a:ext uri="{FF2B5EF4-FFF2-40B4-BE49-F238E27FC236}">
                <a16:creationId xmlns:a16="http://schemas.microsoft.com/office/drawing/2014/main" id="{74D594AA-44C6-4F92-B454-3160A95A9EF1}"/>
              </a:ext>
            </a:extLst>
          </p:cNvPr>
          <p:cNvSpPr>
            <a:spLocks xmlns:a="http://schemas.openxmlformats.org/drawingml/2006/main" noGrp="1"/>
          </p:cNvSpPr>
          <p:nvPr/>
        </p:nvSpPr>
        <p:spPr>
          <a:xfrm xmlns:a="http://schemas.openxmlformats.org/drawingml/2006/main">
            <a:off x="8115300" y="2762250"/>
            <a:ext cx="781050" cy="533400"/>
          </a:xfrm>
          <a:prstGeom xmlns:a="http://schemas.openxmlformats.org/drawingml/2006/main" prst="rect">
            <a:avLst/>
          </a:prstGeom>
          <a:solidFill xmlns:a="http://schemas.openxmlformats.org/drawingml/2006/main">
            <a:srgbClr val="EEF3F7"/>
          </a:solidFill>
          <a:ln xmlns:a="http://schemas.openxmlformats.org/drawingml/2006/main" w="9525">
            <a:solidFill>
              <a:srgbClr val="A9CDB7"/>
            </a:solidFill>
            <a:prstDash val="solid"/>
          </a:ln>
        </p:spPr>
      </p:sp>
      <p:sp>
        <p:nvSpPr>
          <p:cNvPr id="16" name="s19-cell-250-label-1">
            <a:extLst xmlns:a="http://schemas.openxmlformats.org/drawingml/2006/main">
              <a:ext uri="{FF2B5EF4-FFF2-40B4-BE49-F238E27FC236}">
                <a16:creationId xmlns:a16="http://schemas.microsoft.com/office/drawing/2014/main" id="{8C5493F2-EC29-4BAC-A9CC-560E7CD94E01}"/>
              </a:ext>
            </a:extLst>
          </p:cNvPr>
          <p:cNvSpPr>
            <a:spLocks xmlns:a="http://schemas.openxmlformats.org/drawingml/2006/main" noGrp="1"/>
          </p:cNvSpPr>
          <p:nvPr/>
        </p:nvSpPr>
        <p:spPr>
          <a:xfrm xmlns:a="http://schemas.openxmlformats.org/drawingml/2006/main">
            <a:off x="8115300" y="2847975"/>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1 bit</a:t>
            </a:r>
          </a:p>
        </p:txBody>
      </p:sp>
      <p:sp>
        <p:nvSpPr>
          <p:cNvPr id="17" name="s19-cell-250-2">
            <a:extLst xmlns:a="http://schemas.openxmlformats.org/drawingml/2006/main">
              <a:ext uri="{FF2B5EF4-FFF2-40B4-BE49-F238E27FC236}">
                <a16:creationId xmlns:a16="http://schemas.microsoft.com/office/drawing/2014/main" id="{E7D1D5C3-3E68-41D1-BE18-48C44D8ABCF0}"/>
              </a:ext>
            </a:extLst>
          </p:cNvPr>
          <p:cNvSpPr>
            <a:spLocks xmlns:a="http://schemas.openxmlformats.org/drawingml/2006/main" noGrp="1"/>
          </p:cNvSpPr>
          <p:nvPr/>
        </p:nvSpPr>
        <p:spPr>
          <a:xfrm xmlns:a="http://schemas.openxmlformats.org/drawingml/2006/main">
            <a:off x="8953500" y="2762250"/>
            <a:ext cx="781050" cy="533400"/>
          </a:xfrm>
          <a:prstGeom xmlns:a="http://schemas.openxmlformats.org/drawingml/2006/main" prst="rect">
            <a:avLst/>
          </a:prstGeom>
          <a:solidFill xmlns:a="http://schemas.openxmlformats.org/drawingml/2006/main">
            <a:srgbClr val="DDF6E9"/>
          </a:solidFill>
          <a:ln xmlns:a="http://schemas.openxmlformats.org/drawingml/2006/main" w="9525">
            <a:solidFill>
              <a:srgbClr val="A9CDB7"/>
            </a:solidFill>
            <a:prstDash val="solid"/>
          </a:ln>
        </p:spPr>
      </p:sp>
      <p:sp>
        <p:nvSpPr>
          <p:cNvPr id="18" name="s19-cell-250-label-2">
            <a:extLst xmlns:a="http://schemas.openxmlformats.org/drawingml/2006/main">
              <a:ext uri="{FF2B5EF4-FFF2-40B4-BE49-F238E27FC236}">
                <a16:creationId xmlns:a16="http://schemas.microsoft.com/office/drawing/2014/main" id="{3BC2D420-ED48-4480-B516-086BA80DC332}"/>
              </a:ext>
            </a:extLst>
          </p:cNvPr>
          <p:cNvSpPr>
            <a:spLocks xmlns:a="http://schemas.openxmlformats.org/drawingml/2006/main" noGrp="1"/>
          </p:cNvSpPr>
          <p:nvPr/>
        </p:nvSpPr>
        <p:spPr>
          <a:xfrm xmlns:a="http://schemas.openxmlformats.org/drawingml/2006/main">
            <a:off x="8953500" y="2847975"/>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1 bit</a:t>
            </a:r>
          </a:p>
        </p:txBody>
      </p:sp>
      <p:sp>
        <p:nvSpPr>
          <p:cNvPr id="19" name="s19-cell-250-3">
            <a:extLst xmlns:a="http://schemas.openxmlformats.org/drawingml/2006/main">
              <a:ext uri="{FF2B5EF4-FFF2-40B4-BE49-F238E27FC236}">
                <a16:creationId xmlns:a16="http://schemas.microsoft.com/office/drawing/2014/main" id="{E8B693FE-E121-4EB9-ABBD-D7F319C6FA31}"/>
              </a:ext>
            </a:extLst>
          </p:cNvPr>
          <p:cNvSpPr>
            <a:spLocks xmlns:a="http://schemas.openxmlformats.org/drawingml/2006/main" noGrp="1"/>
          </p:cNvSpPr>
          <p:nvPr/>
        </p:nvSpPr>
        <p:spPr>
          <a:xfrm xmlns:a="http://schemas.openxmlformats.org/drawingml/2006/main">
            <a:off x="9791700" y="2762250"/>
            <a:ext cx="781050" cy="533400"/>
          </a:xfrm>
          <a:prstGeom xmlns:a="http://schemas.openxmlformats.org/drawingml/2006/main" prst="rect">
            <a:avLst/>
          </a:prstGeom>
          <a:solidFill xmlns:a="http://schemas.openxmlformats.org/drawingml/2006/main">
            <a:srgbClr val="EEF3F7"/>
          </a:solidFill>
          <a:ln xmlns:a="http://schemas.openxmlformats.org/drawingml/2006/main" w="9525">
            <a:solidFill>
              <a:srgbClr val="A9CDB7"/>
            </a:solidFill>
            <a:prstDash val="solid"/>
          </a:ln>
        </p:spPr>
      </p:sp>
      <p:sp>
        <p:nvSpPr>
          <p:cNvPr id="20" name="s19-cell-250-label-3">
            <a:extLst xmlns:a="http://schemas.openxmlformats.org/drawingml/2006/main">
              <a:ext uri="{FF2B5EF4-FFF2-40B4-BE49-F238E27FC236}">
                <a16:creationId xmlns:a16="http://schemas.microsoft.com/office/drawing/2014/main" id="{9412696F-B3D4-4574-8640-FCD535F4121B}"/>
              </a:ext>
            </a:extLst>
          </p:cNvPr>
          <p:cNvSpPr>
            <a:spLocks xmlns:a="http://schemas.openxmlformats.org/drawingml/2006/main" noGrp="1"/>
          </p:cNvSpPr>
          <p:nvPr/>
        </p:nvSpPr>
        <p:spPr>
          <a:xfrm xmlns:a="http://schemas.openxmlformats.org/drawingml/2006/main">
            <a:off x="9791700" y="2847975"/>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1D31"/>
                </a:solidFill>
                <a:latin typeface="DejaVu Sans"/>
                <a:ea typeface="DejaVu Sans"/>
                <a:cs typeface="DejaVu Sans"/>
              </a:defRPr>
            </a:defPPr>
            <a:lvl1pPr algn="ctr">
              <a:defRPr sz="1050" b="1">
                <a:solidFill>
                  <a:srgbClr val="101D31"/>
                </a:solidFill>
                <a:latin typeface="DejaVu Sans"/>
                <a:ea typeface="DejaVu Sans"/>
                <a:cs typeface="DejaVu Sans"/>
              </a:defRPr>
            </a:lvl1pPr>
            <a:lvl2pPr algn="ctr">
              <a:defRPr sz="1050" b="1">
                <a:solidFill>
                  <a:srgbClr val="101D31"/>
                </a:solidFill>
                <a:latin typeface="DejaVu Sans"/>
                <a:ea typeface="DejaVu Sans"/>
                <a:cs typeface="DejaVu Sans"/>
              </a:defRPr>
            </a:lvl2pPr>
            <a:lvl3pPr algn="ctr">
              <a:defRPr sz="1050" b="1">
                <a:solidFill>
                  <a:srgbClr val="101D31"/>
                </a:solidFill>
                <a:latin typeface="DejaVu Sans"/>
                <a:ea typeface="DejaVu Sans"/>
                <a:cs typeface="DejaVu Sans"/>
              </a:defRPr>
            </a:lvl3pPr>
            <a:lvl4pPr algn="ctr">
              <a:defRPr sz="1050" b="1">
                <a:solidFill>
                  <a:srgbClr val="101D31"/>
                </a:solidFill>
                <a:latin typeface="DejaVu Sans"/>
                <a:ea typeface="DejaVu Sans"/>
                <a:cs typeface="DejaVu Sans"/>
              </a:defRPr>
            </a:lvl4pPr>
            <a:lvl5pPr algn="ctr">
              <a:defRPr sz="1050" b="1">
                <a:solidFill>
                  <a:srgbClr val="101D31"/>
                </a:solidFill>
                <a:latin typeface="DejaVu Sans"/>
                <a:ea typeface="DejaVu Sans"/>
                <a:cs typeface="DejaVu Sans"/>
              </a:defRPr>
            </a:lvl5pPr>
            <a:lvl6pPr algn="ctr">
              <a:defRPr sz="1050" b="1">
                <a:solidFill>
                  <a:srgbClr val="101D31"/>
                </a:solidFill>
                <a:latin typeface="DejaVu Sans"/>
                <a:ea typeface="DejaVu Sans"/>
                <a:cs typeface="DejaVu Sans"/>
              </a:defRPr>
            </a:lvl6pPr>
            <a:lvl7pPr algn="ctr">
              <a:defRPr sz="1050" b="1">
                <a:solidFill>
                  <a:srgbClr val="101D31"/>
                </a:solidFill>
                <a:latin typeface="DejaVu Sans"/>
                <a:ea typeface="DejaVu Sans"/>
                <a:cs typeface="DejaVu Sans"/>
              </a:defRPr>
            </a:lvl7pPr>
            <a:lvl8pPr algn="ctr">
              <a:defRPr sz="1050" b="1">
                <a:solidFill>
                  <a:srgbClr val="101D31"/>
                </a:solidFill>
                <a:latin typeface="DejaVu Sans"/>
                <a:ea typeface="DejaVu Sans"/>
                <a:cs typeface="DejaVu Sans"/>
              </a:defRPr>
            </a:lvl8pPr>
            <a:lvl9pPr algn="ctr">
              <a:defRPr sz="1050" b="1">
                <a:solidFill>
                  <a:srgbClr val="101D31"/>
                </a:solidFill>
                <a:latin typeface="DejaVu Sans"/>
                <a:ea typeface="DejaVu Sans"/>
                <a:cs typeface="DejaVu Sans"/>
              </a:defRPr>
            </a:lvl9pPr>
          </a:lstStyle>
          <a:p xmlns:a="http://schemas.openxmlformats.org/drawingml/2006/main">
            <a:pPr algn="ctr">
              <a:defRPr sz="1050" b="1">
                <a:solidFill>
                  <a:srgbClr val="101D31"/>
                </a:solidFill>
                <a:latin typeface="DejaVu Sans"/>
                <a:ea typeface="DejaVu Sans"/>
                <a:cs typeface="DejaVu Sans"/>
              </a:defRPr>
            </a:pPr>
            <a:r>
              <a:rPr sz="1050" b="1">
                <a:solidFill>
                  <a:srgbClr val="101D31"/>
                </a:solidFill>
                <a:latin typeface="DejaVu Sans"/>
                <a:ea typeface="DejaVu Sans"/>
                <a:cs typeface="DejaVu Sans"/>
              </a:rPr>
              <a:t>1 bit</a:t>
            </a:r>
          </a:p>
        </p:txBody>
      </p:sp>
      <p:sp>
        <p:nvSpPr>
          <p:cNvPr id="21" name="s19-example-500">
            <a:extLst xmlns:a="http://schemas.openxmlformats.org/drawingml/2006/main">
              <a:ext uri="{FF2B5EF4-FFF2-40B4-BE49-F238E27FC236}">
                <a16:creationId xmlns:a16="http://schemas.microsoft.com/office/drawing/2014/main" id="{FF09F942-7438-4C60-8A64-603102312BF7}"/>
              </a:ext>
            </a:extLst>
          </p:cNvPr>
          <p:cNvSpPr>
            <a:spLocks xmlns:a="http://schemas.openxmlformats.org/drawingml/2006/main" noGrp="1"/>
          </p:cNvSpPr>
          <p:nvPr/>
        </p:nvSpPr>
        <p:spPr>
          <a:xfrm xmlns:a="http://schemas.openxmlformats.org/drawingml/2006/main">
            <a:off x="4819650" y="3829050"/>
            <a:ext cx="6762750" cy="1333500"/>
          </a:xfrm>
          <a:prstGeom xmlns:a="http://schemas.openxmlformats.org/drawingml/2006/main" prst="roundRect">
            <a:avLst>
              <a:gd name="adj" fmla="val 5714"/>
            </a:avLst>
          </a:prstGeom>
          <a:solidFill xmlns:a="http://schemas.openxmlformats.org/drawingml/2006/main">
            <a:srgbClr val="071426"/>
          </a:solidFill>
          <a:ln xmlns:a="http://schemas.openxmlformats.org/drawingml/2006/main" w="14288">
            <a:solidFill>
              <a:srgbClr val="29445E"/>
            </a:solidFill>
            <a:prstDash val="solid"/>
          </a:ln>
        </p:spPr>
      </p:sp>
      <p:sp>
        <p:nvSpPr>
          <p:cNvPr id="22" name="s19-rate-500">
            <a:extLst xmlns:a="http://schemas.openxmlformats.org/drawingml/2006/main">
              <a:ext uri="{FF2B5EF4-FFF2-40B4-BE49-F238E27FC236}">
                <a16:creationId xmlns:a16="http://schemas.microsoft.com/office/drawing/2014/main" id="{CED6352F-C8D6-40EF-8910-60D0E6453E0B}"/>
              </a:ext>
            </a:extLst>
          </p:cNvPr>
          <p:cNvSpPr>
            <a:spLocks xmlns:a="http://schemas.openxmlformats.org/drawingml/2006/main" noGrp="1"/>
          </p:cNvSpPr>
          <p:nvPr/>
        </p:nvSpPr>
        <p:spPr>
          <a:xfrm xmlns:a="http://schemas.openxmlformats.org/drawingml/2006/main">
            <a:off x="5124450" y="40005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F4F8FC"/>
                </a:solidFill>
                <a:latin typeface="DejaVu Sans"/>
                <a:ea typeface="DejaVu Sans"/>
                <a:cs typeface="DejaVu Sans"/>
              </a:defRPr>
            </a:defPPr>
            <a:lvl1pPr algn="l">
              <a:defRPr sz="1650" b="1">
                <a:solidFill>
                  <a:srgbClr val="F4F8FC"/>
                </a:solidFill>
                <a:latin typeface="DejaVu Sans"/>
                <a:ea typeface="DejaVu Sans"/>
                <a:cs typeface="DejaVu Sans"/>
              </a:defRPr>
            </a:lvl1pPr>
            <a:lvl2pPr algn="l">
              <a:defRPr sz="1650" b="1">
                <a:solidFill>
                  <a:srgbClr val="F4F8FC"/>
                </a:solidFill>
                <a:latin typeface="DejaVu Sans"/>
                <a:ea typeface="DejaVu Sans"/>
                <a:cs typeface="DejaVu Sans"/>
              </a:defRPr>
            </a:lvl2pPr>
            <a:lvl3pPr algn="l">
              <a:defRPr sz="1650" b="1">
                <a:solidFill>
                  <a:srgbClr val="F4F8FC"/>
                </a:solidFill>
                <a:latin typeface="DejaVu Sans"/>
                <a:ea typeface="DejaVu Sans"/>
                <a:cs typeface="DejaVu Sans"/>
              </a:defRPr>
            </a:lvl3pPr>
            <a:lvl4pPr algn="l">
              <a:defRPr sz="1650" b="1">
                <a:solidFill>
                  <a:srgbClr val="F4F8FC"/>
                </a:solidFill>
                <a:latin typeface="DejaVu Sans"/>
                <a:ea typeface="DejaVu Sans"/>
                <a:cs typeface="DejaVu Sans"/>
              </a:defRPr>
            </a:lvl4pPr>
            <a:lvl5pPr algn="l">
              <a:defRPr sz="1650" b="1">
                <a:solidFill>
                  <a:srgbClr val="F4F8FC"/>
                </a:solidFill>
                <a:latin typeface="DejaVu Sans"/>
                <a:ea typeface="DejaVu Sans"/>
                <a:cs typeface="DejaVu Sans"/>
              </a:defRPr>
            </a:lvl5pPr>
            <a:lvl6pPr algn="l">
              <a:defRPr sz="1650" b="1">
                <a:solidFill>
                  <a:srgbClr val="F4F8FC"/>
                </a:solidFill>
                <a:latin typeface="DejaVu Sans"/>
                <a:ea typeface="DejaVu Sans"/>
                <a:cs typeface="DejaVu Sans"/>
              </a:defRPr>
            </a:lvl6pPr>
            <a:lvl7pPr algn="l">
              <a:defRPr sz="1650" b="1">
                <a:solidFill>
                  <a:srgbClr val="F4F8FC"/>
                </a:solidFill>
                <a:latin typeface="DejaVu Sans"/>
                <a:ea typeface="DejaVu Sans"/>
                <a:cs typeface="DejaVu Sans"/>
              </a:defRPr>
            </a:lvl7pPr>
            <a:lvl8pPr algn="l">
              <a:defRPr sz="1650" b="1">
                <a:solidFill>
                  <a:srgbClr val="F4F8FC"/>
                </a:solidFill>
                <a:latin typeface="DejaVu Sans"/>
                <a:ea typeface="DejaVu Sans"/>
                <a:cs typeface="DejaVu Sans"/>
              </a:defRPr>
            </a:lvl8pPr>
            <a:lvl9pPr algn="l">
              <a:defRPr sz="1650" b="1">
                <a:solidFill>
                  <a:srgbClr val="F4F8FC"/>
                </a:solidFill>
                <a:latin typeface="DejaVu Sans"/>
                <a:ea typeface="DejaVu Sans"/>
                <a:cs typeface="DejaVu Sans"/>
              </a:defRPr>
            </a:lvl9pPr>
          </a:lstStyle>
          <a:p xmlns:a="http://schemas.openxmlformats.org/drawingml/2006/main">
            <a:pPr algn="l">
              <a:defRPr sz="1650" b="1">
                <a:solidFill>
                  <a:srgbClr val="F4F8FC"/>
                </a:solidFill>
                <a:latin typeface="DejaVu Sans"/>
                <a:ea typeface="DejaVu Sans"/>
                <a:cs typeface="DejaVu Sans"/>
              </a:defRPr>
            </a:pPr>
            <a:r>
              <a:rPr sz="1650" b="1">
                <a:solidFill>
                  <a:srgbClr val="F4F8FC"/>
                </a:solidFill>
                <a:latin typeface="DejaVu Sans"/>
                <a:ea typeface="DejaVu Sans"/>
                <a:cs typeface="DejaVu Sans"/>
              </a:rPr>
              <a:t>500 kbit/s</a:t>
            </a:r>
          </a:p>
        </p:txBody>
      </p:sp>
      <p:sp>
        <p:nvSpPr>
          <p:cNvPr id="23" name="s19-time-500">
            <a:extLst xmlns:a="http://schemas.openxmlformats.org/drawingml/2006/main">
              <a:ext uri="{FF2B5EF4-FFF2-40B4-BE49-F238E27FC236}">
                <a16:creationId xmlns:a16="http://schemas.microsoft.com/office/drawing/2014/main" id="{8DA0A449-1F42-4C09-B061-6A4393170CAE}"/>
              </a:ext>
            </a:extLst>
          </p:cNvPr>
          <p:cNvSpPr>
            <a:spLocks xmlns:a="http://schemas.openxmlformats.org/drawingml/2006/main" noGrp="1"/>
          </p:cNvSpPr>
          <p:nvPr/>
        </p:nvSpPr>
        <p:spPr>
          <a:xfrm xmlns:a="http://schemas.openxmlformats.org/drawingml/2006/main">
            <a:off x="5124450" y="44005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35D8F1"/>
                </a:solidFill>
                <a:latin typeface="DejaVu Sans"/>
                <a:ea typeface="DejaVu Sans"/>
                <a:cs typeface="DejaVu Sans"/>
              </a:defRPr>
            </a:defPPr>
            <a:lvl1pPr algn="l">
              <a:defRPr sz="1350" b="1">
                <a:solidFill>
                  <a:srgbClr val="35D8F1"/>
                </a:solidFill>
                <a:latin typeface="DejaVu Sans"/>
                <a:ea typeface="DejaVu Sans"/>
                <a:cs typeface="DejaVu Sans"/>
              </a:defRPr>
            </a:lvl1pPr>
            <a:lvl2pPr algn="l">
              <a:defRPr sz="1350" b="1">
                <a:solidFill>
                  <a:srgbClr val="35D8F1"/>
                </a:solidFill>
                <a:latin typeface="DejaVu Sans"/>
                <a:ea typeface="DejaVu Sans"/>
                <a:cs typeface="DejaVu Sans"/>
              </a:defRPr>
            </a:lvl2pPr>
            <a:lvl3pPr algn="l">
              <a:defRPr sz="1350" b="1">
                <a:solidFill>
                  <a:srgbClr val="35D8F1"/>
                </a:solidFill>
                <a:latin typeface="DejaVu Sans"/>
                <a:ea typeface="DejaVu Sans"/>
                <a:cs typeface="DejaVu Sans"/>
              </a:defRPr>
            </a:lvl3pPr>
            <a:lvl4pPr algn="l">
              <a:defRPr sz="1350" b="1">
                <a:solidFill>
                  <a:srgbClr val="35D8F1"/>
                </a:solidFill>
                <a:latin typeface="DejaVu Sans"/>
                <a:ea typeface="DejaVu Sans"/>
                <a:cs typeface="DejaVu Sans"/>
              </a:defRPr>
            </a:lvl4pPr>
            <a:lvl5pPr algn="l">
              <a:defRPr sz="1350" b="1">
                <a:solidFill>
                  <a:srgbClr val="35D8F1"/>
                </a:solidFill>
                <a:latin typeface="DejaVu Sans"/>
                <a:ea typeface="DejaVu Sans"/>
                <a:cs typeface="DejaVu Sans"/>
              </a:defRPr>
            </a:lvl5pPr>
            <a:lvl6pPr algn="l">
              <a:defRPr sz="1350" b="1">
                <a:solidFill>
                  <a:srgbClr val="35D8F1"/>
                </a:solidFill>
                <a:latin typeface="DejaVu Sans"/>
                <a:ea typeface="DejaVu Sans"/>
                <a:cs typeface="DejaVu Sans"/>
              </a:defRPr>
            </a:lvl6pPr>
            <a:lvl7pPr algn="l">
              <a:defRPr sz="1350" b="1">
                <a:solidFill>
                  <a:srgbClr val="35D8F1"/>
                </a:solidFill>
                <a:latin typeface="DejaVu Sans"/>
                <a:ea typeface="DejaVu Sans"/>
                <a:cs typeface="DejaVu Sans"/>
              </a:defRPr>
            </a:lvl7pPr>
            <a:lvl8pPr algn="l">
              <a:defRPr sz="1350" b="1">
                <a:solidFill>
                  <a:srgbClr val="35D8F1"/>
                </a:solidFill>
                <a:latin typeface="DejaVu Sans"/>
                <a:ea typeface="DejaVu Sans"/>
                <a:cs typeface="DejaVu Sans"/>
              </a:defRPr>
            </a:lvl8pPr>
            <a:lvl9pPr algn="l">
              <a:defRPr sz="1350" b="1">
                <a:solidFill>
                  <a:srgbClr val="35D8F1"/>
                </a:solidFill>
                <a:latin typeface="DejaVu Sans"/>
                <a:ea typeface="DejaVu Sans"/>
                <a:cs typeface="DejaVu Sans"/>
              </a:defRPr>
            </a:lvl9pPr>
          </a:lstStyle>
          <a:p xmlns:a="http://schemas.openxmlformats.org/drawingml/2006/main">
            <a:pPr algn="l">
              <a:defRPr sz="1350" b="1">
                <a:solidFill>
                  <a:srgbClr val="35D8F1"/>
                </a:solidFill>
                <a:latin typeface="DejaVu Sans"/>
                <a:ea typeface="DejaVu Sans"/>
                <a:cs typeface="DejaVu Sans"/>
              </a:defRPr>
            </a:pPr>
            <a:r>
              <a:rPr sz="1350" b="1">
                <a:solidFill>
                  <a:srgbClr val="35D8F1"/>
                </a:solidFill>
                <a:latin typeface="DejaVu Sans"/>
                <a:ea typeface="DejaVu Sans"/>
                <a:cs typeface="DejaVu Sans"/>
              </a:rPr>
              <a:t>1 bit ≈ 2 μs</a:t>
            </a:r>
          </a:p>
        </p:txBody>
      </p:sp>
      <p:sp>
        <p:nvSpPr>
          <p:cNvPr id="24" name="s19-cell-500-0">
            <a:extLst xmlns:a="http://schemas.openxmlformats.org/drawingml/2006/main">
              <a:ext uri="{FF2B5EF4-FFF2-40B4-BE49-F238E27FC236}">
                <a16:creationId xmlns:a16="http://schemas.microsoft.com/office/drawing/2014/main" id="{EFA7A044-CA67-48B7-B77D-2278BB4BE6CE}"/>
              </a:ext>
            </a:extLst>
          </p:cNvPr>
          <p:cNvSpPr>
            <a:spLocks xmlns:a="http://schemas.openxmlformats.org/drawingml/2006/main" noGrp="1"/>
          </p:cNvSpPr>
          <p:nvPr/>
        </p:nvSpPr>
        <p:spPr>
          <a:xfrm xmlns:a="http://schemas.openxmlformats.org/drawingml/2006/main">
            <a:off x="7277100" y="4286250"/>
            <a:ext cx="371475" cy="533400"/>
          </a:xfrm>
          <a:prstGeom xmlns:a="http://schemas.openxmlformats.org/drawingml/2006/main" prst="rect">
            <a:avLst/>
          </a:prstGeom>
          <a:solidFill xmlns:a="http://schemas.openxmlformats.org/drawingml/2006/main">
            <a:srgbClr val="123A4D"/>
          </a:solidFill>
          <a:ln xmlns:a="http://schemas.openxmlformats.org/drawingml/2006/main" w="9525">
            <a:solidFill>
              <a:srgbClr val="35D8F1"/>
            </a:solidFill>
            <a:prstDash val="solid"/>
          </a:ln>
        </p:spPr>
      </p:sp>
      <p:sp>
        <p:nvSpPr>
          <p:cNvPr id="25" name="s19-cell-500-label-0">
            <a:extLst xmlns:a="http://schemas.openxmlformats.org/drawingml/2006/main">
              <a:ext uri="{FF2B5EF4-FFF2-40B4-BE49-F238E27FC236}">
                <a16:creationId xmlns:a16="http://schemas.microsoft.com/office/drawing/2014/main" id="{66263E3F-DD53-4E49-83D9-97A77ECB78D7}"/>
              </a:ext>
            </a:extLst>
          </p:cNvPr>
          <p:cNvSpPr>
            <a:spLocks xmlns:a="http://schemas.openxmlformats.org/drawingml/2006/main" noGrp="1"/>
          </p:cNvSpPr>
          <p:nvPr/>
        </p:nvSpPr>
        <p:spPr>
          <a:xfrm xmlns:a="http://schemas.openxmlformats.org/drawingml/2006/main">
            <a:off x="7277100"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26" name="s19-cell-500-1">
            <a:extLst xmlns:a="http://schemas.openxmlformats.org/drawingml/2006/main">
              <a:ext uri="{FF2B5EF4-FFF2-40B4-BE49-F238E27FC236}">
                <a16:creationId xmlns:a16="http://schemas.microsoft.com/office/drawing/2014/main" id="{47BE72E2-0354-4DAF-8168-32E211C95566}"/>
              </a:ext>
            </a:extLst>
          </p:cNvPr>
          <p:cNvSpPr>
            <a:spLocks xmlns:a="http://schemas.openxmlformats.org/drawingml/2006/main" noGrp="1"/>
          </p:cNvSpPr>
          <p:nvPr/>
        </p:nvSpPr>
        <p:spPr>
          <a:xfrm xmlns:a="http://schemas.openxmlformats.org/drawingml/2006/main">
            <a:off x="7686675" y="4286250"/>
            <a:ext cx="371475" cy="533400"/>
          </a:xfrm>
          <a:prstGeom xmlns:a="http://schemas.openxmlformats.org/drawingml/2006/main" prst="rect">
            <a:avLst/>
          </a:prstGeom>
          <a:solidFill xmlns:a="http://schemas.openxmlformats.org/drawingml/2006/main">
            <a:srgbClr val="193149"/>
          </a:solidFill>
          <a:ln xmlns:a="http://schemas.openxmlformats.org/drawingml/2006/main" w="9525">
            <a:solidFill>
              <a:srgbClr val="35D8F1"/>
            </a:solidFill>
            <a:prstDash val="solid"/>
          </a:ln>
        </p:spPr>
      </p:sp>
      <p:sp>
        <p:nvSpPr>
          <p:cNvPr id="27" name="s19-cell-500-label-1">
            <a:extLst xmlns:a="http://schemas.openxmlformats.org/drawingml/2006/main">
              <a:ext uri="{FF2B5EF4-FFF2-40B4-BE49-F238E27FC236}">
                <a16:creationId xmlns:a16="http://schemas.microsoft.com/office/drawing/2014/main" id="{6ED4C426-D15D-4B73-AE12-49E39D683F8D}"/>
              </a:ext>
            </a:extLst>
          </p:cNvPr>
          <p:cNvSpPr>
            <a:spLocks xmlns:a="http://schemas.openxmlformats.org/drawingml/2006/main" noGrp="1"/>
          </p:cNvSpPr>
          <p:nvPr/>
        </p:nvSpPr>
        <p:spPr>
          <a:xfrm xmlns:a="http://schemas.openxmlformats.org/drawingml/2006/main">
            <a:off x="7686675"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28" name="s19-cell-500-2">
            <a:extLst xmlns:a="http://schemas.openxmlformats.org/drawingml/2006/main">
              <a:ext uri="{FF2B5EF4-FFF2-40B4-BE49-F238E27FC236}">
                <a16:creationId xmlns:a16="http://schemas.microsoft.com/office/drawing/2014/main" id="{47BA449D-C2AE-4C91-B437-F7FC5F12FA1C}"/>
              </a:ext>
            </a:extLst>
          </p:cNvPr>
          <p:cNvSpPr>
            <a:spLocks xmlns:a="http://schemas.openxmlformats.org/drawingml/2006/main" noGrp="1"/>
          </p:cNvSpPr>
          <p:nvPr/>
        </p:nvSpPr>
        <p:spPr>
          <a:xfrm xmlns:a="http://schemas.openxmlformats.org/drawingml/2006/main">
            <a:off x="8096250" y="4286250"/>
            <a:ext cx="371475" cy="533400"/>
          </a:xfrm>
          <a:prstGeom xmlns:a="http://schemas.openxmlformats.org/drawingml/2006/main" prst="rect">
            <a:avLst/>
          </a:prstGeom>
          <a:solidFill xmlns:a="http://schemas.openxmlformats.org/drawingml/2006/main">
            <a:srgbClr val="123A4D"/>
          </a:solidFill>
          <a:ln xmlns:a="http://schemas.openxmlformats.org/drawingml/2006/main" w="9525">
            <a:solidFill>
              <a:srgbClr val="35D8F1"/>
            </a:solidFill>
            <a:prstDash val="solid"/>
          </a:ln>
        </p:spPr>
      </p:sp>
      <p:sp>
        <p:nvSpPr>
          <p:cNvPr id="29" name="s19-cell-500-label-2">
            <a:extLst xmlns:a="http://schemas.openxmlformats.org/drawingml/2006/main">
              <a:ext uri="{FF2B5EF4-FFF2-40B4-BE49-F238E27FC236}">
                <a16:creationId xmlns:a16="http://schemas.microsoft.com/office/drawing/2014/main" id="{547EBEB7-DF21-40AB-9098-F308A1E10338}"/>
              </a:ext>
            </a:extLst>
          </p:cNvPr>
          <p:cNvSpPr>
            <a:spLocks xmlns:a="http://schemas.openxmlformats.org/drawingml/2006/main" noGrp="1"/>
          </p:cNvSpPr>
          <p:nvPr/>
        </p:nvSpPr>
        <p:spPr>
          <a:xfrm xmlns:a="http://schemas.openxmlformats.org/drawingml/2006/main">
            <a:off x="8096250"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30" name="s19-cell-500-3">
            <a:extLst xmlns:a="http://schemas.openxmlformats.org/drawingml/2006/main">
              <a:ext uri="{FF2B5EF4-FFF2-40B4-BE49-F238E27FC236}">
                <a16:creationId xmlns:a16="http://schemas.microsoft.com/office/drawing/2014/main" id="{0CEB499F-7EDB-4839-8AC9-C6CF22C1A1A2}"/>
              </a:ext>
            </a:extLst>
          </p:cNvPr>
          <p:cNvSpPr>
            <a:spLocks xmlns:a="http://schemas.openxmlformats.org/drawingml/2006/main" noGrp="1"/>
          </p:cNvSpPr>
          <p:nvPr/>
        </p:nvSpPr>
        <p:spPr>
          <a:xfrm xmlns:a="http://schemas.openxmlformats.org/drawingml/2006/main">
            <a:off x="8505825" y="4286250"/>
            <a:ext cx="371475" cy="533400"/>
          </a:xfrm>
          <a:prstGeom xmlns:a="http://schemas.openxmlformats.org/drawingml/2006/main" prst="rect">
            <a:avLst/>
          </a:prstGeom>
          <a:solidFill xmlns:a="http://schemas.openxmlformats.org/drawingml/2006/main">
            <a:srgbClr val="193149"/>
          </a:solidFill>
          <a:ln xmlns:a="http://schemas.openxmlformats.org/drawingml/2006/main" w="9525">
            <a:solidFill>
              <a:srgbClr val="35D8F1"/>
            </a:solidFill>
            <a:prstDash val="solid"/>
          </a:ln>
        </p:spPr>
      </p:sp>
      <p:sp>
        <p:nvSpPr>
          <p:cNvPr id="31" name="s19-cell-500-label-3">
            <a:extLst xmlns:a="http://schemas.openxmlformats.org/drawingml/2006/main">
              <a:ext uri="{FF2B5EF4-FFF2-40B4-BE49-F238E27FC236}">
                <a16:creationId xmlns:a16="http://schemas.microsoft.com/office/drawing/2014/main" id="{B02E3666-E20F-4569-AE2F-51EFAB03458B}"/>
              </a:ext>
            </a:extLst>
          </p:cNvPr>
          <p:cNvSpPr>
            <a:spLocks xmlns:a="http://schemas.openxmlformats.org/drawingml/2006/main" noGrp="1"/>
          </p:cNvSpPr>
          <p:nvPr/>
        </p:nvSpPr>
        <p:spPr>
          <a:xfrm xmlns:a="http://schemas.openxmlformats.org/drawingml/2006/main">
            <a:off x="8505825"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32" name="s19-cell-500-4">
            <a:extLst xmlns:a="http://schemas.openxmlformats.org/drawingml/2006/main">
              <a:ext uri="{FF2B5EF4-FFF2-40B4-BE49-F238E27FC236}">
                <a16:creationId xmlns:a16="http://schemas.microsoft.com/office/drawing/2014/main" id="{82FB4E65-70E6-40CF-99B6-FC4DEF27EA37}"/>
              </a:ext>
            </a:extLst>
          </p:cNvPr>
          <p:cNvSpPr>
            <a:spLocks xmlns:a="http://schemas.openxmlformats.org/drawingml/2006/main" noGrp="1"/>
          </p:cNvSpPr>
          <p:nvPr/>
        </p:nvSpPr>
        <p:spPr>
          <a:xfrm xmlns:a="http://schemas.openxmlformats.org/drawingml/2006/main">
            <a:off x="8915400" y="4286250"/>
            <a:ext cx="371475" cy="533400"/>
          </a:xfrm>
          <a:prstGeom xmlns:a="http://schemas.openxmlformats.org/drawingml/2006/main" prst="rect">
            <a:avLst/>
          </a:prstGeom>
          <a:solidFill xmlns:a="http://schemas.openxmlformats.org/drawingml/2006/main">
            <a:srgbClr val="123A4D"/>
          </a:solidFill>
          <a:ln xmlns:a="http://schemas.openxmlformats.org/drawingml/2006/main" w="9525">
            <a:solidFill>
              <a:srgbClr val="35D8F1"/>
            </a:solidFill>
            <a:prstDash val="solid"/>
          </a:ln>
        </p:spPr>
      </p:sp>
      <p:sp>
        <p:nvSpPr>
          <p:cNvPr id="33" name="s19-cell-500-label-4">
            <a:extLst xmlns:a="http://schemas.openxmlformats.org/drawingml/2006/main">
              <a:ext uri="{FF2B5EF4-FFF2-40B4-BE49-F238E27FC236}">
                <a16:creationId xmlns:a16="http://schemas.microsoft.com/office/drawing/2014/main" id="{024E1887-95BB-4067-BB1F-FB1DC5681912}"/>
              </a:ext>
            </a:extLst>
          </p:cNvPr>
          <p:cNvSpPr>
            <a:spLocks xmlns:a="http://schemas.openxmlformats.org/drawingml/2006/main" noGrp="1"/>
          </p:cNvSpPr>
          <p:nvPr/>
        </p:nvSpPr>
        <p:spPr>
          <a:xfrm xmlns:a="http://schemas.openxmlformats.org/drawingml/2006/main">
            <a:off x="8915400"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34" name="s19-cell-500-5">
            <a:extLst xmlns:a="http://schemas.openxmlformats.org/drawingml/2006/main">
              <a:ext uri="{FF2B5EF4-FFF2-40B4-BE49-F238E27FC236}">
                <a16:creationId xmlns:a16="http://schemas.microsoft.com/office/drawing/2014/main" id="{38A98DC3-C7A6-4672-B236-0AC70E1C3BAE}"/>
              </a:ext>
            </a:extLst>
          </p:cNvPr>
          <p:cNvSpPr>
            <a:spLocks xmlns:a="http://schemas.openxmlformats.org/drawingml/2006/main" noGrp="1"/>
          </p:cNvSpPr>
          <p:nvPr/>
        </p:nvSpPr>
        <p:spPr>
          <a:xfrm xmlns:a="http://schemas.openxmlformats.org/drawingml/2006/main">
            <a:off x="9324975" y="4286250"/>
            <a:ext cx="371475" cy="533400"/>
          </a:xfrm>
          <a:prstGeom xmlns:a="http://schemas.openxmlformats.org/drawingml/2006/main" prst="rect">
            <a:avLst/>
          </a:prstGeom>
          <a:solidFill xmlns:a="http://schemas.openxmlformats.org/drawingml/2006/main">
            <a:srgbClr val="193149"/>
          </a:solidFill>
          <a:ln xmlns:a="http://schemas.openxmlformats.org/drawingml/2006/main" w="9525">
            <a:solidFill>
              <a:srgbClr val="35D8F1"/>
            </a:solidFill>
            <a:prstDash val="solid"/>
          </a:ln>
        </p:spPr>
      </p:sp>
      <p:sp>
        <p:nvSpPr>
          <p:cNvPr id="35" name="s19-cell-500-label-5">
            <a:extLst xmlns:a="http://schemas.openxmlformats.org/drawingml/2006/main">
              <a:ext uri="{FF2B5EF4-FFF2-40B4-BE49-F238E27FC236}">
                <a16:creationId xmlns:a16="http://schemas.microsoft.com/office/drawing/2014/main" id="{F91205C1-219F-4DCC-BA80-444C74E390A3}"/>
              </a:ext>
            </a:extLst>
          </p:cNvPr>
          <p:cNvSpPr>
            <a:spLocks xmlns:a="http://schemas.openxmlformats.org/drawingml/2006/main" noGrp="1"/>
          </p:cNvSpPr>
          <p:nvPr/>
        </p:nvSpPr>
        <p:spPr>
          <a:xfrm xmlns:a="http://schemas.openxmlformats.org/drawingml/2006/main">
            <a:off x="9324975"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36" name="s19-cell-500-6">
            <a:extLst xmlns:a="http://schemas.openxmlformats.org/drawingml/2006/main">
              <a:ext uri="{FF2B5EF4-FFF2-40B4-BE49-F238E27FC236}">
                <a16:creationId xmlns:a16="http://schemas.microsoft.com/office/drawing/2014/main" id="{90D286DA-A0DF-4565-9F60-873D13CEC572}"/>
              </a:ext>
            </a:extLst>
          </p:cNvPr>
          <p:cNvSpPr>
            <a:spLocks xmlns:a="http://schemas.openxmlformats.org/drawingml/2006/main" noGrp="1"/>
          </p:cNvSpPr>
          <p:nvPr/>
        </p:nvSpPr>
        <p:spPr>
          <a:xfrm xmlns:a="http://schemas.openxmlformats.org/drawingml/2006/main">
            <a:off x="9734550" y="4286250"/>
            <a:ext cx="371475" cy="533400"/>
          </a:xfrm>
          <a:prstGeom xmlns:a="http://schemas.openxmlformats.org/drawingml/2006/main" prst="rect">
            <a:avLst/>
          </a:prstGeom>
          <a:solidFill xmlns:a="http://schemas.openxmlformats.org/drawingml/2006/main">
            <a:srgbClr val="123A4D"/>
          </a:solidFill>
          <a:ln xmlns:a="http://schemas.openxmlformats.org/drawingml/2006/main" w="9525">
            <a:solidFill>
              <a:srgbClr val="35D8F1"/>
            </a:solidFill>
            <a:prstDash val="solid"/>
          </a:ln>
        </p:spPr>
      </p:sp>
      <p:sp>
        <p:nvSpPr>
          <p:cNvPr id="37" name="s19-cell-500-label-6">
            <a:extLst xmlns:a="http://schemas.openxmlformats.org/drawingml/2006/main">
              <a:ext uri="{FF2B5EF4-FFF2-40B4-BE49-F238E27FC236}">
                <a16:creationId xmlns:a16="http://schemas.microsoft.com/office/drawing/2014/main" id="{A7923050-3950-4EF6-9EA4-FB65D92FA241}"/>
              </a:ext>
            </a:extLst>
          </p:cNvPr>
          <p:cNvSpPr>
            <a:spLocks xmlns:a="http://schemas.openxmlformats.org/drawingml/2006/main" noGrp="1"/>
          </p:cNvSpPr>
          <p:nvPr/>
        </p:nvSpPr>
        <p:spPr>
          <a:xfrm xmlns:a="http://schemas.openxmlformats.org/drawingml/2006/main">
            <a:off x="9734550"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38" name="s19-cell-500-7">
            <a:extLst xmlns:a="http://schemas.openxmlformats.org/drawingml/2006/main">
              <a:ext uri="{FF2B5EF4-FFF2-40B4-BE49-F238E27FC236}">
                <a16:creationId xmlns:a16="http://schemas.microsoft.com/office/drawing/2014/main" id="{D71B8933-F6E5-4711-8DE5-E7F27C661DCE}"/>
              </a:ext>
            </a:extLst>
          </p:cNvPr>
          <p:cNvSpPr>
            <a:spLocks xmlns:a="http://schemas.openxmlformats.org/drawingml/2006/main" noGrp="1"/>
          </p:cNvSpPr>
          <p:nvPr/>
        </p:nvSpPr>
        <p:spPr>
          <a:xfrm xmlns:a="http://schemas.openxmlformats.org/drawingml/2006/main">
            <a:off x="10144125" y="4286250"/>
            <a:ext cx="371475" cy="533400"/>
          </a:xfrm>
          <a:prstGeom xmlns:a="http://schemas.openxmlformats.org/drawingml/2006/main" prst="rect">
            <a:avLst/>
          </a:prstGeom>
          <a:solidFill xmlns:a="http://schemas.openxmlformats.org/drawingml/2006/main">
            <a:srgbClr val="193149"/>
          </a:solidFill>
          <a:ln xmlns:a="http://schemas.openxmlformats.org/drawingml/2006/main" w="9525">
            <a:solidFill>
              <a:srgbClr val="35D8F1"/>
            </a:solidFill>
            <a:prstDash val="solid"/>
          </a:ln>
        </p:spPr>
      </p:sp>
      <p:sp>
        <p:nvSpPr>
          <p:cNvPr id="39" name="s19-cell-500-label-7">
            <a:extLst xmlns:a="http://schemas.openxmlformats.org/drawingml/2006/main">
              <a:ext uri="{FF2B5EF4-FFF2-40B4-BE49-F238E27FC236}">
                <a16:creationId xmlns:a16="http://schemas.microsoft.com/office/drawing/2014/main" id="{B95478FB-9B3D-4ADB-9836-6E0766BB12C9}"/>
              </a:ext>
            </a:extLst>
          </p:cNvPr>
          <p:cNvSpPr>
            <a:spLocks xmlns:a="http://schemas.openxmlformats.org/drawingml/2006/main" noGrp="1"/>
          </p:cNvSpPr>
          <p:nvPr/>
        </p:nvSpPr>
        <p:spPr>
          <a:xfrm xmlns:a="http://schemas.openxmlformats.org/drawingml/2006/main">
            <a:off x="10144125" y="4371975"/>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a:solidFill>
                  <a:srgbClr val="F4F8FC"/>
                </a:solidFill>
                <a:latin typeface="DejaVu Sans"/>
                <a:ea typeface="DejaVu Sans"/>
                <a:cs typeface="DejaVu Sans"/>
              </a:defRPr>
            </a:defPPr>
            <a:lvl1pPr algn="ctr">
              <a:defRPr sz="900" b="1">
                <a:solidFill>
                  <a:srgbClr val="F4F8FC"/>
                </a:solidFill>
                <a:latin typeface="DejaVu Sans"/>
                <a:ea typeface="DejaVu Sans"/>
                <a:cs typeface="DejaVu Sans"/>
              </a:defRPr>
            </a:lvl1pPr>
            <a:lvl2pPr algn="ctr">
              <a:defRPr sz="900" b="1">
                <a:solidFill>
                  <a:srgbClr val="F4F8FC"/>
                </a:solidFill>
                <a:latin typeface="DejaVu Sans"/>
                <a:ea typeface="DejaVu Sans"/>
                <a:cs typeface="DejaVu Sans"/>
              </a:defRPr>
            </a:lvl2pPr>
            <a:lvl3pPr algn="ctr">
              <a:defRPr sz="900" b="1">
                <a:solidFill>
                  <a:srgbClr val="F4F8FC"/>
                </a:solidFill>
                <a:latin typeface="DejaVu Sans"/>
                <a:ea typeface="DejaVu Sans"/>
                <a:cs typeface="DejaVu Sans"/>
              </a:defRPr>
            </a:lvl3pPr>
            <a:lvl4pPr algn="ctr">
              <a:defRPr sz="900" b="1">
                <a:solidFill>
                  <a:srgbClr val="F4F8FC"/>
                </a:solidFill>
                <a:latin typeface="DejaVu Sans"/>
                <a:ea typeface="DejaVu Sans"/>
                <a:cs typeface="DejaVu Sans"/>
              </a:defRPr>
            </a:lvl4pPr>
            <a:lvl5pPr algn="ctr">
              <a:defRPr sz="900" b="1">
                <a:solidFill>
                  <a:srgbClr val="F4F8FC"/>
                </a:solidFill>
                <a:latin typeface="DejaVu Sans"/>
                <a:ea typeface="DejaVu Sans"/>
                <a:cs typeface="DejaVu Sans"/>
              </a:defRPr>
            </a:lvl5pPr>
            <a:lvl6pPr algn="ctr">
              <a:defRPr sz="900" b="1">
                <a:solidFill>
                  <a:srgbClr val="F4F8FC"/>
                </a:solidFill>
                <a:latin typeface="DejaVu Sans"/>
                <a:ea typeface="DejaVu Sans"/>
                <a:cs typeface="DejaVu Sans"/>
              </a:defRPr>
            </a:lvl6pPr>
            <a:lvl7pPr algn="ctr">
              <a:defRPr sz="900" b="1">
                <a:solidFill>
                  <a:srgbClr val="F4F8FC"/>
                </a:solidFill>
                <a:latin typeface="DejaVu Sans"/>
                <a:ea typeface="DejaVu Sans"/>
                <a:cs typeface="DejaVu Sans"/>
              </a:defRPr>
            </a:lvl7pPr>
            <a:lvl8pPr algn="ctr">
              <a:defRPr sz="900" b="1">
                <a:solidFill>
                  <a:srgbClr val="F4F8FC"/>
                </a:solidFill>
                <a:latin typeface="DejaVu Sans"/>
                <a:ea typeface="DejaVu Sans"/>
                <a:cs typeface="DejaVu Sans"/>
              </a:defRPr>
            </a:lvl8pPr>
            <a:lvl9pPr algn="ctr">
              <a:defRPr sz="900" b="1">
                <a:solidFill>
                  <a:srgbClr val="F4F8FC"/>
                </a:solidFill>
                <a:latin typeface="DejaVu Sans"/>
                <a:ea typeface="DejaVu Sans"/>
                <a:cs typeface="DejaVu Sans"/>
              </a:defRPr>
            </a:lvl9pPr>
          </a:lstStyle>
          <a:p xmlns:a="http://schemas.openxmlformats.org/drawingml/2006/main">
            <a:pPr algn="ctr">
              <a:defRPr sz="900" b="1">
                <a:solidFill>
                  <a:srgbClr val="F4F8FC"/>
                </a:solidFill>
                <a:latin typeface="DejaVu Sans"/>
                <a:ea typeface="DejaVu Sans"/>
                <a:cs typeface="DejaVu Sans"/>
              </a:defRPr>
            </a:pPr>
            <a:r>
              <a:rPr sz="900" b="1">
                <a:solidFill>
                  <a:srgbClr val="F4F8FC"/>
                </a:solidFill>
                <a:latin typeface="DejaVu Sans"/>
                <a:ea typeface="DejaVu Sans"/>
                <a:cs typeface="DejaVu Sans"/>
              </a:rPr>
              <a:t>1</a:t>
            </a:r>
          </a:p>
        </p:txBody>
      </p:sp>
      <p:sp>
        <p:nvSpPr>
          <p:cNvPr id="40" name="s19-fast-label">
            <a:extLst xmlns:a="http://schemas.openxmlformats.org/drawingml/2006/main">
              <a:ext uri="{FF2B5EF4-FFF2-40B4-BE49-F238E27FC236}">
                <a16:creationId xmlns:a16="http://schemas.microsoft.com/office/drawing/2014/main" id="{38A9032F-40B5-4BBE-B5F1-027119F4AB12}"/>
              </a:ext>
            </a:extLst>
          </p:cNvPr>
          <p:cNvSpPr>
            <a:spLocks xmlns:a="http://schemas.openxmlformats.org/drawingml/2006/main" noGrp="1"/>
          </p:cNvSpPr>
          <p:nvPr/>
        </p:nvSpPr>
        <p:spPr>
          <a:xfrm xmlns:a="http://schemas.openxmlformats.org/drawingml/2006/main">
            <a:off x="9239250" y="4876800"/>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825" b="0">
                <a:solidFill>
                  <a:srgbClr val="AFC0D1"/>
                </a:solidFill>
                <a:latin typeface="DejaVu Sans"/>
                <a:ea typeface="DejaVu Sans"/>
                <a:cs typeface="DejaVu Sans"/>
              </a:defRPr>
            </a:defPPr>
            <a:lvl1pPr algn="r">
              <a:defRPr sz="825" b="0">
                <a:solidFill>
                  <a:srgbClr val="AFC0D1"/>
                </a:solidFill>
                <a:latin typeface="DejaVu Sans"/>
                <a:ea typeface="DejaVu Sans"/>
                <a:cs typeface="DejaVu Sans"/>
              </a:defRPr>
            </a:lvl1pPr>
            <a:lvl2pPr algn="r">
              <a:defRPr sz="825" b="0">
                <a:solidFill>
                  <a:srgbClr val="AFC0D1"/>
                </a:solidFill>
                <a:latin typeface="DejaVu Sans"/>
                <a:ea typeface="DejaVu Sans"/>
                <a:cs typeface="DejaVu Sans"/>
              </a:defRPr>
            </a:lvl2pPr>
            <a:lvl3pPr algn="r">
              <a:defRPr sz="825" b="0">
                <a:solidFill>
                  <a:srgbClr val="AFC0D1"/>
                </a:solidFill>
                <a:latin typeface="DejaVu Sans"/>
                <a:ea typeface="DejaVu Sans"/>
                <a:cs typeface="DejaVu Sans"/>
              </a:defRPr>
            </a:lvl3pPr>
            <a:lvl4pPr algn="r">
              <a:defRPr sz="825" b="0">
                <a:solidFill>
                  <a:srgbClr val="AFC0D1"/>
                </a:solidFill>
                <a:latin typeface="DejaVu Sans"/>
                <a:ea typeface="DejaVu Sans"/>
                <a:cs typeface="DejaVu Sans"/>
              </a:defRPr>
            </a:lvl4pPr>
            <a:lvl5pPr algn="r">
              <a:defRPr sz="825" b="0">
                <a:solidFill>
                  <a:srgbClr val="AFC0D1"/>
                </a:solidFill>
                <a:latin typeface="DejaVu Sans"/>
                <a:ea typeface="DejaVu Sans"/>
                <a:cs typeface="DejaVu Sans"/>
              </a:defRPr>
            </a:lvl5pPr>
            <a:lvl6pPr algn="r">
              <a:defRPr sz="825" b="0">
                <a:solidFill>
                  <a:srgbClr val="AFC0D1"/>
                </a:solidFill>
                <a:latin typeface="DejaVu Sans"/>
                <a:ea typeface="DejaVu Sans"/>
                <a:cs typeface="DejaVu Sans"/>
              </a:defRPr>
            </a:lvl6pPr>
            <a:lvl7pPr algn="r">
              <a:defRPr sz="825" b="0">
                <a:solidFill>
                  <a:srgbClr val="AFC0D1"/>
                </a:solidFill>
                <a:latin typeface="DejaVu Sans"/>
                <a:ea typeface="DejaVu Sans"/>
                <a:cs typeface="DejaVu Sans"/>
              </a:defRPr>
            </a:lvl7pPr>
            <a:lvl8pPr algn="r">
              <a:defRPr sz="825" b="0">
                <a:solidFill>
                  <a:srgbClr val="AFC0D1"/>
                </a:solidFill>
                <a:latin typeface="DejaVu Sans"/>
                <a:ea typeface="DejaVu Sans"/>
                <a:cs typeface="DejaVu Sans"/>
              </a:defRPr>
            </a:lvl8pPr>
            <a:lvl9pPr algn="r">
              <a:defRPr sz="825" b="0">
                <a:solidFill>
                  <a:srgbClr val="AFC0D1"/>
                </a:solidFill>
                <a:latin typeface="DejaVu Sans"/>
                <a:ea typeface="DejaVu Sans"/>
                <a:cs typeface="DejaVu Sans"/>
              </a:defRPr>
            </a:lvl9pPr>
          </a:lstStyle>
          <a:p xmlns:a="http://schemas.openxmlformats.org/drawingml/2006/main">
            <a:pPr algn="r">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ίσο χρονικό παράθυρο</a:t>
            </a:r>
          </a:p>
        </p:txBody>
      </p:sp>
      <p:sp>
        <p:nvSpPr>
          <p:cNvPr id="41" name="s19-takeaway">
            <a:extLst xmlns:a="http://schemas.openxmlformats.org/drawingml/2006/main">
              <a:ext uri="{FF2B5EF4-FFF2-40B4-BE49-F238E27FC236}">
                <a16:creationId xmlns:a16="http://schemas.microsoft.com/office/drawing/2014/main" id="{65F51893-05EE-4AB0-ABFA-0EE10EE5EFF6}"/>
              </a:ext>
            </a:extLst>
          </p:cNvPr>
          <p:cNvSpPr>
            <a:spLocks xmlns:a="http://schemas.openxmlformats.org/drawingml/2006/main" noGrp="1"/>
          </p:cNvSpPr>
          <p:nvPr/>
        </p:nvSpPr>
        <p:spPr>
          <a:xfrm xmlns:a="http://schemas.openxmlformats.org/drawingml/2006/main">
            <a:off x="609600" y="5619750"/>
            <a:ext cx="10972800" cy="533400"/>
          </a:xfrm>
          <a:prstGeom xmlns:a="http://schemas.openxmlformats.org/drawingml/2006/main" prst="roundRect">
            <a:avLst>
              <a:gd name="adj" fmla="val 14286"/>
            </a:avLst>
          </a:prstGeom>
          <a:solidFill xmlns:a="http://schemas.openxmlformats.org/drawingml/2006/main">
            <a:srgbClr val="18352E"/>
          </a:solidFill>
          <a:ln xmlns:a="http://schemas.openxmlformats.org/drawingml/2006/main" w="9525">
            <a:solidFill>
              <a:srgbClr val="3D7E67"/>
            </a:solidFill>
            <a:prstDash val="solid"/>
          </a:ln>
        </p:spPr>
      </p:sp>
      <p:sp>
        <p:nvSpPr>
          <p:cNvPr id="42" name="s19-takeaway-text">
            <a:extLst xmlns:a="http://schemas.openxmlformats.org/drawingml/2006/main">
              <a:ext uri="{FF2B5EF4-FFF2-40B4-BE49-F238E27FC236}">
                <a16:creationId xmlns:a16="http://schemas.microsoft.com/office/drawing/2014/main" id="{B5A44E70-573A-42AA-A5F6-64B334C76EE0}"/>
              </a:ext>
            </a:extLst>
          </p:cNvPr>
          <p:cNvSpPr>
            <a:spLocks xmlns:a="http://schemas.openxmlformats.org/drawingml/2006/main" noGrp="1"/>
          </p:cNvSpPr>
          <p:nvPr/>
        </p:nvSpPr>
        <p:spPr>
          <a:xfrm xmlns:a="http://schemas.openxmlformats.org/drawingml/2006/main">
            <a:off x="819150" y="5695950"/>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DejaVu Sans"/>
                <a:ea typeface="DejaVu Sans"/>
                <a:cs typeface="DejaVu Sans"/>
              </a:defRPr>
            </a:defPPr>
            <a:lvl1pPr algn="ctr">
              <a:defRPr sz="1275" b="1">
                <a:solidFill>
                  <a:srgbClr val="FFFFFF"/>
                </a:solidFill>
                <a:latin typeface="DejaVu Sans"/>
                <a:ea typeface="DejaVu Sans"/>
                <a:cs typeface="DejaVu Sans"/>
              </a:defRPr>
            </a:lvl1pPr>
            <a:lvl2pPr algn="ctr">
              <a:defRPr sz="1275" b="1">
                <a:solidFill>
                  <a:srgbClr val="FFFFFF"/>
                </a:solidFill>
                <a:latin typeface="DejaVu Sans"/>
                <a:ea typeface="DejaVu Sans"/>
                <a:cs typeface="DejaVu Sans"/>
              </a:defRPr>
            </a:lvl2pPr>
            <a:lvl3pPr algn="ctr">
              <a:defRPr sz="1275" b="1">
                <a:solidFill>
                  <a:srgbClr val="FFFFFF"/>
                </a:solidFill>
                <a:latin typeface="DejaVu Sans"/>
                <a:ea typeface="DejaVu Sans"/>
                <a:cs typeface="DejaVu Sans"/>
              </a:defRPr>
            </a:lvl3pPr>
            <a:lvl4pPr algn="ctr">
              <a:defRPr sz="1275" b="1">
                <a:solidFill>
                  <a:srgbClr val="FFFFFF"/>
                </a:solidFill>
                <a:latin typeface="DejaVu Sans"/>
                <a:ea typeface="DejaVu Sans"/>
                <a:cs typeface="DejaVu Sans"/>
              </a:defRPr>
            </a:lvl4pPr>
            <a:lvl5pPr algn="ctr">
              <a:defRPr sz="1275" b="1">
                <a:solidFill>
                  <a:srgbClr val="FFFFFF"/>
                </a:solidFill>
                <a:latin typeface="DejaVu Sans"/>
                <a:ea typeface="DejaVu Sans"/>
                <a:cs typeface="DejaVu Sans"/>
              </a:defRPr>
            </a:lvl5pPr>
            <a:lvl6pPr algn="ctr">
              <a:defRPr sz="1275" b="1">
                <a:solidFill>
                  <a:srgbClr val="FFFFFF"/>
                </a:solidFill>
                <a:latin typeface="DejaVu Sans"/>
                <a:ea typeface="DejaVu Sans"/>
                <a:cs typeface="DejaVu Sans"/>
              </a:defRPr>
            </a:lvl6pPr>
            <a:lvl7pPr algn="ctr">
              <a:defRPr sz="1275" b="1">
                <a:solidFill>
                  <a:srgbClr val="FFFFFF"/>
                </a:solidFill>
                <a:latin typeface="DejaVu Sans"/>
                <a:ea typeface="DejaVu Sans"/>
                <a:cs typeface="DejaVu Sans"/>
              </a:defRPr>
            </a:lvl7pPr>
            <a:lvl8pPr algn="ctr">
              <a:defRPr sz="1275" b="1">
                <a:solidFill>
                  <a:srgbClr val="FFFFFF"/>
                </a:solidFill>
                <a:latin typeface="DejaVu Sans"/>
                <a:ea typeface="DejaVu Sans"/>
                <a:cs typeface="DejaVu Sans"/>
              </a:defRPr>
            </a:lvl8pPr>
            <a:lvl9pPr algn="ctr">
              <a:defRPr sz="1275" b="1">
                <a:solidFill>
                  <a:srgbClr val="FFFFFF"/>
                </a:solidFill>
                <a:latin typeface="DejaVu Sans"/>
                <a:ea typeface="DejaVu Sans"/>
                <a:cs typeface="DejaVu Sans"/>
              </a:defRPr>
            </a:lvl9pPr>
          </a:lstStyle>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Όσο ανεβαίνει ο ρυθμός, τόσο μικραίνει ο χρόνος που αντιστοιχεί σε κάθε bit.</a:t>
            </a:r>
          </a:p>
        </p:txBody>
      </p:sp>
      <p:sp>
        <p:nvSpPr>
          <p:cNvPr id="43" name="s19-note">
            <a:extLst xmlns:a="http://schemas.openxmlformats.org/drawingml/2006/main">
              <a:ext uri="{FF2B5EF4-FFF2-40B4-BE49-F238E27FC236}">
                <a16:creationId xmlns:a16="http://schemas.microsoft.com/office/drawing/2014/main" id="{EE91E8EE-49D5-4B6A-9102-7BE86C41653A}"/>
              </a:ext>
            </a:extLst>
          </p:cNvPr>
          <p:cNvSpPr>
            <a:spLocks xmlns:a="http://schemas.openxmlformats.org/drawingml/2006/main" noGrp="1"/>
          </p:cNvSpPr>
          <p:nvPr/>
        </p:nvSpPr>
        <p:spPr>
          <a:xfrm xmlns:a="http://schemas.openxmlformats.org/drawingml/2006/main">
            <a:off x="609600" y="62388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Παραδείγματα για σταθερό ρυθμό CAN· οι πραγματικές ρυθμίσεις εξαρτώνται από το δίκτυο.</a:t>
            </a:r>
          </a:p>
        </p:txBody>
      </p:sp>
      <p:sp>
        <p:nvSpPr>
          <p:cNvPr id="44" name="s19-footer">
            <a:extLst xmlns:a="http://schemas.openxmlformats.org/drawingml/2006/main">
              <a:ext uri="{FF2B5EF4-FFF2-40B4-BE49-F238E27FC236}">
                <a16:creationId xmlns:a16="http://schemas.microsoft.com/office/drawing/2014/main" id="{526A8A39-5E91-492C-AB5C-7C9D772921AE}"/>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AFC0D1"/>
                </a:solidFill>
                <a:latin typeface="DejaVu Sans"/>
                <a:ea typeface="DejaVu Sans"/>
                <a:cs typeface="DejaVu Sans"/>
              </a:defRPr>
            </a:defPPr>
            <a:lvl1pPr algn="l">
              <a:defRPr sz="825" b="0">
                <a:solidFill>
                  <a:srgbClr val="AFC0D1"/>
                </a:solidFill>
                <a:latin typeface="DejaVu Sans"/>
                <a:ea typeface="DejaVu Sans"/>
                <a:cs typeface="DejaVu Sans"/>
              </a:defRPr>
            </a:lvl1pPr>
            <a:lvl2pPr algn="l">
              <a:defRPr sz="825" b="0">
                <a:solidFill>
                  <a:srgbClr val="AFC0D1"/>
                </a:solidFill>
                <a:latin typeface="DejaVu Sans"/>
                <a:ea typeface="DejaVu Sans"/>
                <a:cs typeface="DejaVu Sans"/>
              </a:defRPr>
            </a:lvl2pPr>
            <a:lvl3pPr algn="l">
              <a:defRPr sz="825" b="0">
                <a:solidFill>
                  <a:srgbClr val="AFC0D1"/>
                </a:solidFill>
                <a:latin typeface="DejaVu Sans"/>
                <a:ea typeface="DejaVu Sans"/>
                <a:cs typeface="DejaVu Sans"/>
              </a:defRPr>
            </a:lvl3pPr>
            <a:lvl4pPr algn="l">
              <a:defRPr sz="825" b="0">
                <a:solidFill>
                  <a:srgbClr val="AFC0D1"/>
                </a:solidFill>
                <a:latin typeface="DejaVu Sans"/>
                <a:ea typeface="DejaVu Sans"/>
                <a:cs typeface="DejaVu Sans"/>
              </a:defRPr>
            </a:lvl4pPr>
            <a:lvl5pPr algn="l">
              <a:defRPr sz="825" b="0">
                <a:solidFill>
                  <a:srgbClr val="AFC0D1"/>
                </a:solidFill>
                <a:latin typeface="DejaVu Sans"/>
                <a:ea typeface="DejaVu Sans"/>
                <a:cs typeface="DejaVu Sans"/>
              </a:defRPr>
            </a:lvl5pPr>
            <a:lvl6pPr algn="l">
              <a:defRPr sz="825" b="0">
                <a:solidFill>
                  <a:srgbClr val="AFC0D1"/>
                </a:solidFill>
                <a:latin typeface="DejaVu Sans"/>
                <a:ea typeface="DejaVu Sans"/>
                <a:cs typeface="DejaVu Sans"/>
              </a:defRPr>
            </a:lvl6pPr>
            <a:lvl7pPr algn="l">
              <a:defRPr sz="825" b="0">
                <a:solidFill>
                  <a:srgbClr val="AFC0D1"/>
                </a:solidFill>
                <a:latin typeface="DejaVu Sans"/>
                <a:ea typeface="DejaVu Sans"/>
                <a:cs typeface="DejaVu Sans"/>
              </a:defRPr>
            </a:lvl7pPr>
            <a:lvl8pPr algn="l">
              <a:defRPr sz="825" b="0">
                <a:solidFill>
                  <a:srgbClr val="AFC0D1"/>
                </a:solidFill>
                <a:latin typeface="DejaVu Sans"/>
                <a:ea typeface="DejaVu Sans"/>
                <a:cs typeface="DejaVu Sans"/>
              </a:defRPr>
            </a:lvl8pPr>
            <a:lvl9pPr algn="l">
              <a:defRPr sz="825" b="0">
                <a:solidFill>
                  <a:srgbClr val="AFC0D1"/>
                </a:solidFill>
                <a:latin typeface="DejaVu Sans"/>
                <a:ea typeface="DejaVu Sans"/>
                <a:cs typeface="DejaVu Sans"/>
              </a:defRPr>
            </a:lvl9pPr>
          </a:lstStyle>
          <a:p xmlns:a="http://schemas.openxmlformats.org/drawingml/2006/main">
            <a:pPr algn="l">
              <a:defRPr sz="825" b="0">
                <a:solidFill>
                  <a:srgbClr val="AFC0D1"/>
                </a:solidFill>
                <a:latin typeface="DejaVu Sans"/>
                <a:ea typeface="DejaVu Sans"/>
                <a:cs typeface="DejaVu Sans"/>
              </a:defRPr>
            </a:pPr>
            <a:r>
              <a:rPr sz="825" b="0">
                <a:solidFill>
                  <a:srgbClr val="AFC0D1"/>
                </a:solidFill>
                <a:latin typeface="DejaVu Sans"/>
                <a:ea typeface="DejaVu Sans"/>
                <a:cs typeface="DejaVu Sans"/>
              </a:rPr>
              <a:t>Δίκτυα και Επικοινωνία Οχημάτων</a:t>
            </a:r>
          </a:p>
        </p:txBody>
      </p:sp>
      <p:sp>
        <p:nvSpPr>
          <p:cNvPr id="45" name="s19-page-number">
            <a:extLst xmlns:a="http://schemas.openxmlformats.org/drawingml/2006/main">
              <a:ext uri="{FF2B5EF4-FFF2-40B4-BE49-F238E27FC236}">
                <a16:creationId xmlns:a16="http://schemas.microsoft.com/office/drawing/2014/main" id="{E7559030-1D77-4256-81C7-7924873F8988}"/>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AFC0D1"/>
                </a:solidFill>
                <a:latin typeface="DejaVu Sans"/>
                <a:ea typeface="DejaVu Sans"/>
                <a:cs typeface="DejaVu Sans"/>
              </a:defRPr>
            </a:defPPr>
            <a:lvl1pPr algn="r">
              <a:defRPr sz="1200" b="1">
                <a:solidFill>
                  <a:srgbClr val="AFC0D1"/>
                </a:solidFill>
                <a:latin typeface="DejaVu Sans"/>
                <a:ea typeface="DejaVu Sans"/>
                <a:cs typeface="DejaVu Sans"/>
              </a:defRPr>
            </a:lvl1pPr>
            <a:lvl2pPr algn="r">
              <a:defRPr sz="1200" b="1">
                <a:solidFill>
                  <a:srgbClr val="AFC0D1"/>
                </a:solidFill>
                <a:latin typeface="DejaVu Sans"/>
                <a:ea typeface="DejaVu Sans"/>
                <a:cs typeface="DejaVu Sans"/>
              </a:defRPr>
            </a:lvl2pPr>
            <a:lvl3pPr algn="r">
              <a:defRPr sz="1200" b="1">
                <a:solidFill>
                  <a:srgbClr val="AFC0D1"/>
                </a:solidFill>
                <a:latin typeface="DejaVu Sans"/>
                <a:ea typeface="DejaVu Sans"/>
                <a:cs typeface="DejaVu Sans"/>
              </a:defRPr>
            </a:lvl3pPr>
            <a:lvl4pPr algn="r">
              <a:defRPr sz="1200" b="1">
                <a:solidFill>
                  <a:srgbClr val="AFC0D1"/>
                </a:solidFill>
                <a:latin typeface="DejaVu Sans"/>
                <a:ea typeface="DejaVu Sans"/>
                <a:cs typeface="DejaVu Sans"/>
              </a:defRPr>
            </a:lvl4pPr>
            <a:lvl5pPr algn="r">
              <a:defRPr sz="1200" b="1">
                <a:solidFill>
                  <a:srgbClr val="AFC0D1"/>
                </a:solidFill>
                <a:latin typeface="DejaVu Sans"/>
                <a:ea typeface="DejaVu Sans"/>
                <a:cs typeface="DejaVu Sans"/>
              </a:defRPr>
            </a:lvl5pPr>
            <a:lvl6pPr algn="r">
              <a:defRPr sz="1200" b="1">
                <a:solidFill>
                  <a:srgbClr val="AFC0D1"/>
                </a:solidFill>
                <a:latin typeface="DejaVu Sans"/>
                <a:ea typeface="DejaVu Sans"/>
                <a:cs typeface="DejaVu Sans"/>
              </a:defRPr>
            </a:lvl6pPr>
            <a:lvl7pPr algn="r">
              <a:defRPr sz="1200" b="1">
                <a:solidFill>
                  <a:srgbClr val="AFC0D1"/>
                </a:solidFill>
                <a:latin typeface="DejaVu Sans"/>
                <a:ea typeface="DejaVu Sans"/>
                <a:cs typeface="DejaVu Sans"/>
              </a:defRPr>
            </a:lvl7pPr>
            <a:lvl8pPr algn="r">
              <a:defRPr sz="1200" b="1">
                <a:solidFill>
                  <a:srgbClr val="AFC0D1"/>
                </a:solidFill>
                <a:latin typeface="DejaVu Sans"/>
                <a:ea typeface="DejaVu Sans"/>
                <a:cs typeface="DejaVu Sans"/>
              </a:defRPr>
            </a:lvl8pPr>
            <a:lvl9pPr algn="r">
              <a:defRPr sz="1200" b="1">
                <a:solidFill>
                  <a:srgbClr val="AFC0D1"/>
                </a:solidFill>
                <a:latin typeface="DejaVu Sans"/>
                <a:ea typeface="DejaVu Sans"/>
                <a:cs typeface="DejaVu Sans"/>
              </a:defRPr>
            </a:lvl9pPr>
          </a:lstStyle>
          <a:p xmlns:a="http://schemas.openxmlformats.org/drawingml/2006/main">
            <a:pPr algn="r">
              <a:defRPr sz="1200" b="1">
                <a:solidFill>
                  <a:srgbClr val="AFC0D1"/>
                </a:solidFill>
                <a:latin typeface="DejaVu Sans"/>
                <a:ea typeface="DejaVu Sans"/>
                <a:cs typeface="DejaVu Sans"/>
              </a:defRPr>
            </a:pPr>
            <a:r>
              <a:rPr sz="1200" b="1">
                <a:solidFill>
                  <a:srgbClr val="AFC0D1"/>
                </a:solidFill>
                <a:latin typeface="DejaVu Sans"/>
                <a:ea typeface="DejaVu Sans"/>
                <a:cs typeface="DejaVu Sans"/>
              </a:rPr>
              <a:t>19</a:t>
            </a:r>
          </a:p>
        </p:txBody>
      </p:sp>
    </p:spTree>
    <p:extLst>
      <p:ext uri="{BB962C8B-B14F-4D97-AF65-F5344CB8AC3E}">
        <p14:creationId xmlns:p14="http://schemas.microsoft.com/office/powerpoint/2010/main" val="1257079814"/>
      </p:ext>
    </p:extLst>
  </p:cSld>
</p:sld>
</file>

<file path=ppt/slides/slide20.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9" name="s20-kicker">
            <a:extLst xmlns:a="http://schemas.openxmlformats.org/drawingml/2006/main">
              <a:ext uri="{FF2B5EF4-FFF2-40B4-BE49-F238E27FC236}">
                <a16:creationId xmlns:a16="http://schemas.microsoft.com/office/drawing/2014/main" id="{A53E75B0-05F5-46BA-9F63-892249B6308F}"/>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0-title">
            <a:extLst xmlns:a="http://schemas.openxmlformats.org/drawingml/2006/main">
              <a:ext uri="{FF2B5EF4-FFF2-40B4-BE49-F238E27FC236}">
                <a16:creationId xmlns:a16="http://schemas.microsoft.com/office/drawing/2014/main" id="{2D09C082-6118-40F5-8451-D480C51C5A4D}"/>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101D31"/>
                </a:solidFill>
                <a:latin typeface="DejaVu Sans"/>
                <a:ea typeface="DejaVu Sans"/>
                <a:cs typeface="DejaVu Sans"/>
              </a:defRPr>
            </a:defPPr>
            <a:lvl1pPr algn="l">
              <a:defRPr sz="2625" b="1">
                <a:solidFill>
                  <a:srgbClr val="101D31"/>
                </a:solidFill>
                <a:latin typeface="DejaVu Sans"/>
                <a:ea typeface="DejaVu Sans"/>
                <a:cs typeface="DejaVu Sans"/>
              </a:defRPr>
            </a:lvl1pPr>
            <a:lvl2pPr algn="l">
              <a:defRPr sz="2625" b="1">
                <a:solidFill>
                  <a:srgbClr val="101D31"/>
                </a:solidFill>
                <a:latin typeface="DejaVu Sans"/>
                <a:ea typeface="DejaVu Sans"/>
                <a:cs typeface="DejaVu Sans"/>
              </a:defRPr>
            </a:lvl2pPr>
            <a:lvl3pPr algn="l">
              <a:defRPr sz="2625" b="1">
                <a:solidFill>
                  <a:srgbClr val="101D31"/>
                </a:solidFill>
                <a:latin typeface="DejaVu Sans"/>
                <a:ea typeface="DejaVu Sans"/>
                <a:cs typeface="DejaVu Sans"/>
              </a:defRPr>
            </a:lvl3pPr>
            <a:lvl4pPr algn="l">
              <a:defRPr sz="2625" b="1">
                <a:solidFill>
                  <a:srgbClr val="101D31"/>
                </a:solidFill>
                <a:latin typeface="DejaVu Sans"/>
                <a:ea typeface="DejaVu Sans"/>
                <a:cs typeface="DejaVu Sans"/>
              </a:defRPr>
            </a:lvl4pPr>
            <a:lvl5pPr algn="l">
              <a:defRPr sz="2625" b="1">
                <a:solidFill>
                  <a:srgbClr val="101D31"/>
                </a:solidFill>
                <a:latin typeface="DejaVu Sans"/>
                <a:ea typeface="DejaVu Sans"/>
                <a:cs typeface="DejaVu Sans"/>
              </a:defRPr>
            </a:lvl5pPr>
            <a:lvl6pPr algn="l">
              <a:defRPr sz="2625" b="1">
                <a:solidFill>
                  <a:srgbClr val="101D31"/>
                </a:solidFill>
                <a:latin typeface="DejaVu Sans"/>
                <a:ea typeface="DejaVu Sans"/>
                <a:cs typeface="DejaVu Sans"/>
              </a:defRPr>
            </a:lvl6pPr>
            <a:lvl7pPr algn="l">
              <a:defRPr sz="2625" b="1">
                <a:solidFill>
                  <a:srgbClr val="101D31"/>
                </a:solidFill>
                <a:latin typeface="DejaVu Sans"/>
                <a:ea typeface="DejaVu Sans"/>
                <a:cs typeface="DejaVu Sans"/>
              </a:defRPr>
            </a:lvl7pPr>
            <a:lvl8pPr algn="l">
              <a:defRPr sz="2625" b="1">
                <a:solidFill>
                  <a:srgbClr val="101D31"/>
                </a:solidFill>
                <a:latin typeface="DejaVu Sans"/>
                <a:ea typeface="DejaVu Sans"/>
                <a:cs typeface="DejaVu Sans"/>
              </a:defRPr>
            </a:lvl8pPr>
            <a:lvl9pPr algn="l">
              <a:defRPr sz="2625" b="1">
                <a:solidFill>
                  <a:srgbClr val="101D31"/>
                </a:solidFill>
                <a:latin typeface="DejaVu Sans"/>
                <a:ea typeface="DejaVu Sans"/>
                <a:cs typeface="DejaVu Sans"/>
              </a:defRPr>
            </a:lvl9pPr>
          </a:lstStyle>
          <a:p xmlns:a="http://schemas.openxmlformats.org/drawingml/2006/main">
            <a:pPr algn="l">
              <a:defRPr sz="2625" b="1">
                <a:solidFill>
                  <a:srgbClr val="101D31"/>
                </a:solidFill>
                <a:latin typeface="DejaVu Sans"/>
                <a:ea typeface="DejaVu Sans"/>
                <a:cs typeface="DejaVu Sans"/>
              </a:defRPr>
            </a:pPr>
            <a:r>
              <a:rPr sz="2625" b="1">
                <a:solidFill>
                  <a:srgbClr val="101D31"/>
                </a:solidFill>
                <a:latin typeface="DejaVu Sans"/>
                <a:ea typeface="DejaVu Sans"/>
                <a:cs typeface="DejaVu Sans"/>
              </a:rPr>
              <a:t>Ο δέκτης πρέπει να διαβάσει το bit τη σωστή στιγμή</a:t>
            </a:r>
          </a:p>
        </p:txBody>
      </p:sp>
      <p:sp>
        <p:nvSpPr>
          <p:cNvPr id="3" name="s20-title-rule">
            <a:extLst xmlns:a="http://schemas.openxmlformats.org/drawingml/2006/main">
              <a:ext uri="{FF2B5EF4-FFF2-40B4-BE49-F238E27FC236}">
                <a16:creationId xmlns:a16="http://schemas.microsoft.com/office/drawing/2014/main" id="{4A6D84CB-44CB-43B4-AAA1-246FAFFED51C}"/>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0-subtitle">
            <a:extLst xmlns:a="http://schemas.openxmlformats.org/drawingml/2006/main">
              <a:ext uri="{FF2B5EF4-FFF2-40B4-BE49-F238E27FC236}">
                <a16:creationId xmlns:a16="http://schemas.microsoft.com/office/drawing/2014/main" id="{318F65E4-2DA5-4A73-AD40-0B07620E992B}"/>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Δεν αρκεί να φτάσει το σήμα· ο κόμβος πρέπει να το ελέγξει στο κατάλληλο σημείο του χρόνου.</a:t>
            </a:r>
          </a:p>
        </p:txBody>
      </p:sp>
      <p:sp>
        <p:nvSpPr>
          <p:cNvPr id="5" name="s20-wave-card">
            <a:extLst xmlns:a="http://schemas.openxmlformats.org/drawingml/2006/main">
              <a:ext uri="{FF2B5EF4-FFF2-40B4-BE49-F238E27FC236}">
                <a16:creationId xmlns:a16="http://schemas.microsoft.com/office/drawing/2014/main" id="{9140A619-1BBB-4D60-B1C5-AC027F484F94}"/>
              </a:ext>
            </a:extLst>
          </p:cNvPr>
          <p:cNvSpPr>
            <a:spLocks xmlns:a="http://schemas.openxmlformats.org/drawingml/2006/main" noGrp="1"/>
          </p:cNvSpPr>
          <p:nvPr/>
        </p:nvSpPr>
        <p:spPr>
          <a:xfrm xmlns:a="http://schemas.openxmlformats.org/drawingml/2006/main">
            <a:off x="609600" y="2209800"/>
            <a:ext cx="7086600" cy="3219450"/>
          </a:xfrm>
          <a:prstGeom xmlns:a="http://schemas.openxmlformats.org/drawingml/2006/main" prst="roundRect">
            <a:avLst>
              <a:gd name="adj" fmla="val 2367"/>
            </a:avLst>
          </a:prstGeom>
          <a:solidFill xmlns:a="http://schemas.openxmlformats.org/drawingml/2006/main">
            <a:srgbClr val="071426"/>
          </a:solidFill>
          <a:ln xmlns:a="http://schemas.openxmlformats.org/drawingml/2006/main" w="0">
            <a:noFill/>
            <a:prstDash val="solid"/>
          </a:ln>
        </p:spPr>
      </p:sp>
      <p:sp>
        <p:nvSpPr>
          <p:cNvPr id="6" name="s20-wave-heading">
            <a:extLst xmlns:a="http://schemas.openxmlformats.org/drawingml/2006/main">
              <a:ext uri="{FF2B5EF4-FFF2-40B4-BE49-F238E27FC236}">
                <a16:creationId xmlns:a16="http://schemas.microsoft.com/office/drawing/2014/main" id="{0BAAA305-4EA5-4DD2-88A6-4BEAEFAC72A3}"/>
              </a:ext>
            </a:extLst>
          </p:cNvPr>
          <p:cNvSpPr>
            <a:spLocks xmlns:a="http://schemas.openxmlformats.org/drawingml/2006/main" noGrp="1"/>
          </p:cNvSpPr>
          <p:nvPr/>
        </p:nvSpPr>
        <p:spPr>
          <a:xfrm xmlns:a="http://schemas.openxmlformats.org/drawingml/2006/main">
            <a:off x="895350" y="2438400"/>
            <a:ext cx="651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BFD9"/>
                </a:solidFill>
                <a:latin typeface="DejaVu Sans"/>
                <a:ea typeface="DejaVu Sans"/>
                <a:cs typeface="DejaVu Sans"/>
              </a:defRPr>
            </a:defPPr>
            <a:lvl1pPr algn="l">
              <a:defRPr sz="1125" b="1">
                <a:solidFill>
                  <a:srgbClr val="10BFD9"/>
                </a:solidFill>
                <a:latin typeface="DejaVu Sans"/>
                <a:ea typeface="DejaVu Sans"/>
                <a:cs typeface="DejaVu Sans"/>
              </a:defRPr>
            </a:lvl1pPr>
            <a:lvl2pPr algn="l">
              <a:defRPr sz="1125" b="1">
                <a:solidFill>
                  <a:srgbClr val="10BFD9"/>
                </a:solidFill>
                <a:latin typeface="DejaVu Sans"/>
                <a:ea typeface="DejaVu Sans"/>
                <a:cs typeface="DejaVu Sans"/>
              </a:defRPr>
            </a:lvl2pPr>
            <a:lvl3pPr algn="l">
              <a:defRPr sz="1125" b="1">
                <a:solidFill>
                  <a:srgbClr val="10BFD9"/>
                </a:solidFill>
                <a:latin typeface="DejaVu Sans"/>
                <a:ea typeface="DejaVu Sans"/>
                <a:cs typeface="DejaVu Sans"/>
              </a:defRPr>
            </a:lvl3pPr>
            <a:lvl4pPr algn="l">
              <a:defRPr sz="1125" b="1">
                <a:solidFill>
                  <a:srgbClr val="10BFD9"/>
                </a:solidFill>
                <a:latin typeface="DejaVu Sans"/>
                <a:ea typeface="DejaVu Sans"/>
                <a:cs typeface="DejaVu Sans"/>
              </a:defRPr>
            </a:lvl4pPr>
            <a:lvl5pPr algn="l">
              <a:defRPr sz="1125" b="1">
                <a:solidFill>
                  <a:srgbClr val="10BFD9"/>
                </a:solidFill>
                <a:latin typeface="DejaVu Sans"/>
                <a:ea typeface="DejaVu Sans"/>
                <a:cs typeface="DejaVu Sans"/>
              </a:defRPr>
            </a:lvl5pPr>
            <a:lvl6pPr algn="l">
              <a:defRPr sz="1125" b="1">
                <a:solidFill>
                  <a:srgbClr val="10BFD9"/>
                </a:solidFill>
                <a:latin typeface="DejaVu Sans"/>
                <a:ea typeface="DejaVu Sans"/>
                <a:cs typeface="DejaVu Sans"/>
              </a:defRPr>
            </a:lvl6pPr>
            <a:lvl7pPr algn="l">
              <a:defRPr sz="1125" b="1">
                <a:solidFill>
                  <a:srgbClr val="10BFD9"/>
                </a:solidFill>
                <a:latin typeface="DejaVu Sans"/>
                <a:ea typeface="DejaVu Sans"/>
                <a:cs typeface="DejaVu Sans"/>
              </a:defRPr>
            </a:lvl7pPr>
            <a:lvl8pPr algn="l">
              <a:defRPr sz="1125" b="1">
                <a:solidFill>
                  <a:srgbClr val="10BFD9"/>
                </a:solidFill>
                <a:latin typeface="DejaVu Sans"/>
                <a:ea typeface="DejaVu Sans"/>
                <a:cs typeface="DejaVu Sans"/>
              </a:defRPr>
            </a:lvl8pPr>
            <a:lvl9pPr algn="l">
              <a:defRPr sz="1125" b="1">
                <a:solidFill>
                  <a:srgbClr val="10BFD9"/>
                </a:solidFill>
                <a:latin typeface="DejaVu Sans"/>
                <a:ea typeface="DejaVu Sans"/>
                <a:cs typeface="DejaVu Sans"/>
              </a:defRPr>
            </a:lvl9pPr>
          </a:lstStyle>
          <a:p xmlns:a="http://schemas.openxmlformats.org/drawingml/2006/main">
            <a:pPr algn="l">
              <a:defRPr sz="1125" b="1">
                <a:solidFill>
                  <a:srgbClr val="10BFD9"/>
                </a:solidFill>
                <a:latin typeface="DejaVu Sans"/>
                <a:ea typeface="DejaVu Sans"/>
                <a:cs typeface="DejaVu Sans"/>
              </a:defRPr>
            </a:pPr>
            <a:r>
              <a:rPr sz="1125" b="1">
                <a:solidFill>
                  <a:srgbClr val="10BFD9"/>
                </a:solidFill>
                <a:latin typeface="DejaVu Sans"/>
                <a:ea typeface="DejaVu Sans"/>
                <a:cs typeface="DejaVu Sans"/>
              </a:rPr>
              <a:t>ΕΝΑ BIT ΕΧΕΙ ΟΛΟΚΛΗΡΗ ΔΙΑΡΚΕΙΑ</a:t>
            </a:r>
          </a:p>
        </p:txBody>
      </p:sp>
      <p:sp>
        <p:nvSpPr>
          <p:cNvPr id="7" name="s20-cell-0">
            <a:extLst xmlns:a="http://schemas.openxmlformats.org/drawingml/2006/main">
              <a:ext uri="{FF2B5EF4-FFF2-40B4-BE49-F238E27FC236}">
                <a16:creationId xmlns:a16="http://schemas.microsoft.com/office/drawing/2014/main" id="{A1F769FA-4EFE-43AD-8E61-7803A7E17019}"/>
              </a:ext>
            </a:extLst>
          </p:cNvPr>
          <p:cNvSpPr>
            <a:spLocks xmlns:a="http://schemas.openxmlformats.org/drawingml/2006/main" noGrp="1"/>
          </p:cNvSpPr>
          <p:nvPr/>
        </p:nvSpPr>
        <p:spPr>
          <a:xfrm xmlns:a="http://schemas.openxmlformats.org/drawingml/2006/main">
            <a:off x="990600" y="2981325"/>
            <a:ext cx="1485900" cy="1381125"/>
          </a:xfrm>
          <a:prstGeom xmlns:a="http://schemas.openxmlformats.org/drawingml/2006/main" prst="rect">
            <a:avLst/>
          </a:prstGeom>
          <a:solidFill xmlns:a="http://schemas.openxmlformats.org/drawingml/2006/main">
            <a:srgbClr val="10243A"/>
          </a:solidFill>
          <a:ln xmlns:a="http://schemas.openxmlformats.org/drawingml/2006/main" w="9525">
            <a:solidFill>
              <a:srgbClr val="36516B"/>
            </a:solidFill>
            <a:prstDash val="solid"/>
          </a:ln>
        </p:spPr>
      </p:sp>
      <p:sp>
        <p:nvSpPr>
          <p:cNvPr id="8" name="s20-bit-value-0">
            <a:extLst xmlns:a="http://schemas.openxmlformats.org/drawingml/2006/main">
              <a:ext uri="{FF2B5EF4-FFF2-40B4-BE49-F238E27FC236}">
                <a16:creationId xmlns:a16="http://schemas.microsoft.com/office/drawing/2014/main" id="{64A48532-0BEA-440B-8082-81A4855BEE03}"/>
              </a:ext>
            </a:extLst>
          </p:cNvPr>
          <p:cNvSpPr>
            <a:spLocks xmlns:a="http://schemas.openxmlformats.org/drawingml/2006/main" noGrp="1"/>
          </p:cNvSpPr>
          <p:nvPr/>
        </p:nvSpPr>
        <p:spPr>
          <a:xfrm xmlns:a="http://schemas.openxmlformats.org/drawingml/2006/main">
            <a:off x="990600" y="3981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DejaVu Sans"/>
                <a:ea typeface="DejaVu Sans"/>
                <a:cs typeface="DejaVu Sans"/>
              </a:defRPr>
            </a:defPPr>
            <a:lvl1pPr algn="ctr">
              <a:defRPr sz="1125" b="1">
                <a:solidFill>
                  <a:srgbClr val="FFFFFF"/>
                </a:solidFill>
                <a:latin typeface="DejaVu Sans"/>
                <a:ea typeface="DejaVu Sans"/>
                <a:cs typeface="DejaVu Sans"/>
              </a:defRPr>
            </a:lvl1pPr>
            <a:lvl2pPr algn="ctr">
              <a:defRPr sz="1125" b="1">
                <a:solidFill>
                  <a:srgbClr val="FFFFFF"/>
                </a:solidFill>
                <a:latin typeface="DejaVu Sans"/>
                <a:ea typeface="DejaVu Sans"/>
                <a:cs typeface="DejaVu Sans"/>
              </a:defRPr>
            </a:lvl2pPr>
            <a:lvl3pPr algn="ctr">
              <a:defRPr sz="1125" b="1">
                <a:solidFill>
                  <a:srgbClr val="FFFFFF"/>
                </a:solidFill>
                <a:latin typeface="DejaVu Sans"/>
                <a:ea typeface="DejaVu Sans"/>
                <a:cs typeface="DejaVu Sans"/>
              </a:defRPr>
            </a:lvl3pPr>
            <a:lvl4pPr algn="ctr">
              <a:defRPr sz="1125" b="1">
                <a:solidFill>
                  <a:srgbClr val="FFFFFF"/>
                </a:solidFill>
                <a:latin typeface="DejaVu Sans"/>
                <a:ea typeface="DejaVu Sans"/>
                <a:cs typeface="DejaVu Sans"/>
              </a:defRPr>
            </a:lvl4pPr>
            <a:lvl5pPr algn="ctr">
              <a:defRPr sz="1125" b="1">
                <a:solidFill>
                  <a:srgbClr val="FFFFFF"/>
                </a:solidFill>
                <a:latin typeface="DejaVu Sans"/>
                <a:ea typeface="DejaVu Sans"/>
                <a:cs typeface="DejaVu Sans"/>
              </a:defRPr>
            </a:lvl5pPr>
            <a:lvl6pPr algn="ctr">
              <a:defRPr sz="1125" b="1">
                <a:solidFill>
                  <a:srgbClr val="FFFFFF"/>
                </a:solidFill>
                <a:latin typeface="DejaVu Sans"/>
                <a:ea typeface="DejaVu Sans"/>
                <a:cs typeface="DejaVu Sans"/>
              </a:defRPr>
            </a:lvl6pPr>
            <a:lvl7pPr algn="ctr">
              <a:defRPr sz="1125" b="1">
                <a:solidFill>
                  <a:srgbClr val="FFFFFF"/>
                </a:solidFill>
                <a:latin typeface="DejaVu Sans"/>
                <a:ea typeface="DejaVu Sans"/>
                <a:cs typeface="DejaVu Sans"/>
              </a:defRPr>
            </a:lvl7pPr>
            <a:lvl8pPr algn="ctr">
              <a:defRPr sz="1125" b="1">
                <a:solidFill>
                  <a:srgbClr val="FFFFFF"/>
                </a:solidFill>
                <a:latin typeface="DejaVu Sans"/>
                <a:ea typeface="DejaVu Sans"/>
                <a:cs typeface="DejaVu Sans"/>
              </a:defRPr>
            </a:lvl8pPr>
            <a:lvl9pPr algn="ctr">
              <a:defRPr sz="1125" b="1">
                <a:solidFill>
                  <a:srgbClr val="FFFFFF"/>
                </a:solidFill>
                <a:latin typeface="DejaVu Sans"/>
                <a:ea typeface="DejaVu Sans"/>
                <a:cs typeface="DejaVu Sans"/>
              </a:defRPr>
            </a:lvl9pPr>
          </a:lstStyle>
          <a:p xmlns:a="http://schemas.openxmlformats.org/drawingml/2006/main">
            <a:pPr algn="ctr">
              <a:defRPr sz="1125" b="1">
                <a:solidFill>
                  <a:srgbClr val="FFFFFF"/>
                </a:solidFill>
                <a:latin typeface="DejaVu Sans"/>
                <a:ea typeface="DejaVu Sans"/>
                <a:cs typeface="DejaVu Sans"/>
              </a:defRPr>
            </a:pPr>
            <a:r>
              <a:rPr sz="1125" b="1">
                <a:solidFill>
                  <a:srgbClr val="FFFFFF"/>
                </a:solidFill>
                <a:latin typeface="DejaVu Sans"/>
                <a:ea typeface="DejaVu Sans"/>
                <a:cs typeface="DejaVu Sans"/>
              </a:rPr>
              <a:t>1</a:t>
            </a:r>
          </a:p>
        </p:txBody>
      </p:sp>
      <p:sp>
        <p:nvSpPr>
          <p:cNvPr id="9" name="s20-level-0">
            <a:extLst xmlns:a="http://schemas.openxmlformats.org/drawingml/2006/main">
              <a:ext uri="{FF2B5EF4-FFF2-40B4-BE49-F238E27FC236}">
                <a16:creationId xmlns:a16="http://schemas.microsoft.com/office/drawing/2014/main" id="{C40A6F5F-A380-459B-AD83-638277EAEDCE}"/>
              </a:ext>
            </a:extLst>
          </p:cNvPr>
          <p:cNvSpPr>
            <a:spLocks xmlns:a="http://schemas.openxmlformats.org/drawingml/2006/main" noGrp="1"/>
          </p:cNvSpPr>
          <p:nvPr/>
        </p:nvSpPr>
        <p:spPr>
          <a:xfrm xmlns:a="http://schemas.openxmlformats.org/drawingml/2006/main">
            <a:off x="1143000" y="3162300"/>
            <a:ext cx="11811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0" name="s20-sample-stem-0">
            <a:extLst xmlns:a="http://schemas.openxmlformats.org/drawingml/2006/main">
              <a:ext uri="{FF2B5EF4-FFF2-40B4-BE49-F238E27FC236}">
                <a16:creationId xmlns:a16="http://schemas.microsoft.com/office/drawing/2014/main" id="{52EB9EDC-AF73-464C-9466-7ED048E7E7EC}"/>
              </a:ext>
            </a:extLst>
          </p:cNvPr>
          <p:cNvSpPr>
            <a:spLocks xmlns:a="http://schemas.openxmlformats.org/drawingml/2006/main" noGrp="1"/>
          </p:cNvSpPr>
          <p:nvPr/>
        </p:nvSpPr>
        <p:spPr>
          <a:xfrm xmlns:a="http://schemas.openxmlformats.org/drawingml/2006/main">
            <a:off x="2050923" y="2981325"/>
            <a:ext cx="19050" cy="13811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1" name="s20-sample-marker-0">
            <a:extLst xmlns:a="http://schemas.openxmlformats.org/drawingml/2006/main">
              <a:ext uri="{FF2B5EF4-FFF2-40B4-BE49-F238E27FC236}">
                <a16:creationId xmlns:a16="http://schemas.microsoft.com/office/drawing/2014/main" id="{2C806EA1-7966-4468-A405-A10053DC1980}"/>
              </a:ext>
            </a:extLst>
          </p:cNvPr>
          <p:cNvSpPr>
            <a:spLocks xmlns:a="http://schemas.openxmlformats.org/drawingml/2006/main" noGrp="1"/>
          </p:cNvSpPr>
          <p:nvPr/>
        </p:nvSpPr>
        <p:spPr>
          <a:xfrm xmlns:a="http://schemas.openxmlformats.org/drawingml/2006/main">
            <a:off x="1984248" y="3114675"/>
            <a:ext cx="152400" cy="1524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12" name="s20-cell-1">
            <a:extLst xmlns:a="http://schemas.openxmlformats.org/drawingml/2006/main">
              <a:ext uri="{FF2B5EF4-FFF2-40B4-BE49-F238E27FC236}">
                <a16:creationId xmlns:a16="http://schemas.microsoft.com/office/drawing/2014/main" id="{59B583A3-6779-488E-931C-15FF5BC83A01}"/>
              </a:ext>
            </a:extLst>
          </p:cNvPr>
          <p:cNvSpPr>
            <a:spLocks xmlns:a="http://schemas.openxmlformats.org/drawingml/2006/main" noGrp="1"/>
          </p:cNvSpPr>
          <p:nvPr/>
        </p:nvSpPr>
        <p:spPr>
          <a:xfrm xmlns:a="http://schemas.openxmlformats.org/drawingml/2006/main">
            <a:off x="2571750" y="2981325"/>
            <a:ext cx="1485900" cy="1381125"/>
          </a:xfrm>
          <a:prstGeom xmlns:a="http://schemas.openxmlformats.org/drawingml/2006/main" prst="rect">
            <a:avLst/>
          </a:prstGeom>
          <a:solidFill xmlns:a="http://schemas.openxmlformats.org/drawingml/2006/main">
            <a:srgbClr val="142B43"/>
          </a:solidFill>
          <a:ln xmlns:a="http://schemas.openxmlformats.org/drawingml/2006/main" w="9525">
            <a:solidFill>
              <a:srgbClr val="36516B"/>
            </a:solidFill>
            <a:prstDash val="solid"/>
          </a:ln>
        </p:spPr>
      </p:sp>
      <p:sp>
        <p:nvSpPr>
          <p:cNvPr id="13" name="s20-bit-value-1">
            <a:extLst xmlns:a="http://schemas.openxmlformats.org/drawingml/2006/main">
              <a:ext uri="{FF2B5EF4-FFF2-40B4-BE49-F238E27FC236}">
                <a16:creationId xmlns:a16="http://schemas.microsoft.com/office/drawing/2014/main" id="{8FAAE527-278E-48B4-B06F-0C518C694812}"/>
              </a:ext>
            </a:extLst>
          </p:cNvPr>
          <p:cNvSpPr>
            <a:spLocks xmlns:a="http://schemas.openxmlformats.org/drawingml/2006/main" noGrp="1"/>
          </p:cNvSpPr>
          <p:nvPr/>
        </p:nvSpPr>
        <p:spPr>
          <a:xfrm xmlns:a="http://schemas.openxmlformats.org/drawingml/2006/main">
            <a:off x="2571750" y="3981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DejaVu Sans"/>
                <a:ea typeface="DejaVu Sans"/>
                <a:cs typeface="DejaVu Sans"/>
              </a:defRPr>
            </a:defPPr>
            <a:lvl1pPr algn="ctr">
              <a:defRPr sz="1125" b="1">
                <a:solidFill>
                  <a:srgbClr val="FFFFFF"/>
                </a:solidFill>
                <a:latin typeface="DejaVu Sans"/>
                <a:ea typeface="DejaVu Sans"/>
                <a:cs typeface="DejaVu Sans"/>
              </a:defRPr>
            </a:lvl1pPr>
            <a:lvl2pPr algn="ctr">
              <a:defRPr sz="1125" b="1">
                <a:solidFill>
                  <a:srgbClr val="FFFFFF"/>
                </a:solidFill>
                <a:latin typeface="DejaVu Sans"/>
                <a:ea typeface="DejaVu Sans"/>
                <a:cs typeface="DejaVu Sans"/>
              </a:defRPr>
            </a:lvl2pPr>
            <a:lvl3pPr algn="ctr">
              <a:defRPr sz="1125" b="1">
                <a:solidFill>
                  <a:srgbClr val="FFFFFF"/>
                </a:solidFill>
                <a:latin typeface="DejaVu Sans"/>
                <a:ea typeface="DejaVu Sans"/>
                <a:cs typeface="DejaVu Sans"/>
              </a:defRPr>
            </a:lvl3pPr>
            <a:lvl4pPr algn="ctr">
              <a:defRPr sz="1125" b="1">
                <a:solidFill>
                  <a:srgbClr val="FFFFFF"/>
                </a:solidFill>
                <a:latin typeface="DejaVu Sans"/>
                <a:ea typeface="DejaVu Sans"/>
                <a:cs typeface="DejaVu Sans"/>
              </a:defRPr>
            </a:lvl4pPr>
            <a:lvl5pPr algn="ctr">
              <a:defRPr sz="1125" b="1">
                <a:solidFill>
                  <a:srgbClr val="FFFFFF"/>
                </a:solidFill>
                <a:latin typeface="DejaVu Sans"/>
                <a:ea typeface="DejaVu Sans"/>
                <a:cs typeface="DejaVu Sans"/>
              </a:defRPr>
            </a:lvl5pPr>
            <a:lvl6pPr algn="ctr">
              <a:defRPr sz="1125" b="1">
                <a:solidFill>
                  <a:srgbClr val="FFFFFF"/>
                </a:solidFill>
                <a:latin typeface="DejaVu Sans"/>
                <a:ea typeface="DejaVu Sans"/>
                <a:cs typeface="DejaVu Sans"/>
              </a:defRPr>
            </a:lvl6pPr>
            <a:lvl7pPr algn="ctr">
              <a:defRPr sz="1125" b="1">
                <a:solidFill>
                  <a:srgbClr val="FFFFFF"/>
                </a:solidFill>
                <a:latin typeface="DejaVu Sans"/>
                <a:ea typeface="DejaVu Sans"/>
                <a:cs typeface="DejaVu Sans"/>
              </a:defRPr>
            </a:lvl7pPr>
            <a:lvl8pPr algn="ctr">
              <a:defRPr sz="1125" b="1">
                <a:solidFill>
                  <a:srgbClr val="FFFFFF"/>
                </a:solidFill>
                <a:latin typeface="DejaVu Sans"/>
                <a:ea typeface="DejaVu Sans"/>
                <a:cs typeface="DejaVu Sans"/>
              </a:defRPr>
            </a:lvl8pPr>
            <a:lvl9pPr algn="ctr">
              <a:defRPr sz="1125" b="1">
                <a:solidFill>
                  <a:srgbClr val="FFFFFF"/>
                </a:solidFill>
                <a:latin typeface="DejaVu Sans"/>
                <a:ea typeface="DejaVu Sans"/>
                <a:cs typeface="DejaVu Sans"/>
              </a:defRPr>
            </a:lvl9pPr>
          </a:lstStyle>
          <a:p xmlns:a="http://schemas.openxmlformats.org/drawingml/2006/main">
            <a:pPr algn="ctr">
              <a:defRPr sz="1125" b="1">
                <a:solidFill>
                  <a:srgbClr val="FFFFFF"/>
                </a:solidFill>
                <a:latin typeface="DejaVu Sans"/>
                <a:ea typeface="DejaVu Sans"/>
                <a:cs typeface="DejaVu Sans"/>
              </a:defRPr>
            </a:pPr>
            <a:r>
              <a:rPr sz="1125" b="1">
                <a:solidFill>
                  <a:srgbClr val="FFFFFF"/>
                </a:solidFill>
                <a:latin typeface="DejaVu Sans"/>
                <a:ea typeface="DejaVu Sans"/>
                <a:cs typeface="DejaVu Sans"/>
              </a:rPr>
              <a:t>1</a:t>
            </a:r>
          </a:p>
        </p:txBody>
      </p:sp>
      <p:sp>
        <p:nvSpPr>
          <p:cNvPr id="14" name="s20-level-1">
            <a:extLst xmlns:a="http://schemas.openxmlformats.org/drawingml/2006/main">
              <a:ext uri="{FF2B5EF4-FFF2-40B4-BE49-F238E27FC236}">
                <a16:creationId xmlns:a16="http://schemas.microsoft.com/office/drawing/2014/main" id="{F21D5B81-E85F-4838-A8BC-F11FDD5CEEF3}"/>
              </a:ext>
            </a:extLst>
          </p:cNvPr>
          <p:cNvSpPr>
            <a:spLocks xmlns:a="http://schemas.openxmlformats.org/drawingml/2006/main" noGrp="1"/>
          </p:cNvSpPr>
          <p:nvPr/>
        </p:nvSpPr>
        <p:spPr>
          <a:xfrm xmlns:a="http://schemas.openxmlformats.org/drawingml/2006/main">
            <a:off x="2724150" y="3162300"/>
            <a:ext cx="11811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5" name="s20-sample-stem-1">
            <a:extLst xmlns:a="http://schemas.openxmlformats.org/drawingml/2006/main">
              <a:ext uri="{FF2B5EF4-FFF2-40B4-BE49-F238E27FC236}">
                <a16:creationId xmlns:a16="http://schemas.microsoft.com/office/drawing/2014/main" id="{3B965A5F-1057-4FC9-B0AE-9478381926C8}"/>
              </a:ext>
            </a:extLst>
          </p:cNvPr>
          <p:cNvSpPr>
            <a:spLocks xmlns:a="http://schemas.openxmlformats.org/drawingml/2006/main" noGrp="1"/>
          </p:cNvSpPr>
          <p:nvPr/>
        </p:nvSpPr>
        <p:spPr>
          <a:xfrm xmlns:a="http://schemas.openxmlformats.org/drawingml/2006/main">
            <a:off x="3632073" y="2981325"/>
            <a:ext cx="19050" cy="13811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6" name="s20-sample-marker-1">
            <a:extLst xmlns:a="http://schemas.openxmlformats.org/drawingml/2006/main">
              <a:ext uri="{FF2B5EF4-FFF2-40B4-BE49-F238E27FC236}">
                <a16:creationId xmlns:a16="http://schemas.microsoft.com/office/drawing/2014/main" id="{071B07D7-CD08-441B-B772-4582E14EC21A}"/>
              </a:ext>
            </a:extLst>
          </p:cNvPr>
          <p:cNvSpPr>
            <a:spLocks xmlns:a="http://schemas.openxmlformats.org/drawingml/2006/main" noGrp="1"/>
          </p:cNvSpPr>
          <p:nvPr/>
        </p:nvSpPr>
        <p:spPr>
          <a:xfrm xmlns:a="http://schemas.openxmlformats.org/drawingml/2006/main">
            <a:off x="3565398" y="3114675"/>
            <a:ext cx="152400" cy="1524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17" name="s20-cell-2">
            <a:extLst xmlns:a="http://schemas.openxmlformats.org/drawingml/2006/main">
              <a:ext uri="{FF2B5EF4-FFF2-40B4-BE49-F238E27FC236}">
                <a16:creationId xmlns:a16="http://schemas.microsoft.com/office/drawing/2014/main" id="{0A544225-418B-4471-B1E2-EDED43D79E2B}"/>
              </a:ext>
            </a:extLst>
          </p:cNvPr>
          <p:cNvSpPr>
            <a:spLocks xmlns:a="http://schemas.openxmlformats.org/drawingml/2006/main" noGrp="1"/>
          </p:cNvSpPr>
          <p:nvPr/>
        </p:nvSpPr>
        <p:spPr>
          <a:xfrm xmlns:a="http://schemas.openxmlformats.org/drawingml/2006/main">
            <a:off x="4152900" y="2981325"/>
            <a:ext cx="1485900" cy="1381125"/>
          </a:xfrm>
          <a:prstGeom xmlns:a="http://schemas.openxmlformats.org/drawingml/2006/main" prst="rect">
            <a:avLst/>
          </a:prstGeom>
          <a:solidFill xmlns:a="http://schemas.openxmlformats.org/drawingml/2006/main">
            <a:srgbClr val="10243A"/>
          </a:solidFill>
          <a:ln xmlns:a="http://schemas.openxmlformats.org/drawingml/2006/main" w="9525">
            <a:solidFill>
              <a:srgbClr val="36516B"/>
            </a:solidFill>
            <a:prstDash val="solid"/>
          </a:ln>
        </p:spPr>
      </p:sp>
      <p:sp>
        <p:nvSpPr>
          <p:cNvPr id="18" name="s20-bit-value-2">
            <a:extLst xmlns:a="http://schemas.openxmlformats.org/drawingml/2006/main">
              <a:ext uri="{FF2B5EF4-FFF2-40B4-BE49-F238E27FC236}">
                <a16:creationId xmlns:a16="http://schemas.microsoft.com/office/drawing/2014/main" id="{6FBFD52D-B59F-4886-BC19-41AA665875B2}"/>
              </a:ext>
            </a:extLst>
          </p:cNvPr>
          <p:cNvSpPr>
            <a:spLocks xmlns:a="http://schemas.openxmlformats.org/drawingml/2006/main" noGrp="1"/>
          </p:cNvSpPr>
          <p:nvPr/>
        </p:nvSpPr>
        <p:spPr>
          <a:xfrm xmlns:a="http://schemas.openxmlformats.org/drawingml/2006/main">
            <a:off x="4152900" y="3981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DejaVu Sans"/>
                <a:ea typeface="DejaVu Sans"/>
                <a:cs typeface="DejaVu Sans"/>
              </a:defRPr>
            </a:defPPr>
            <a:lvl1pPr algn="ctr">
              <a:defRPr sz="1125" b="1">
                <a:solidFill>
                  <a:srgbClr val="FFFFFF"/>
                </a:solidFill>
                <a:latin typeface="DejaVu Sans"/>
                <a:ea typeface="DejaVu Sans"/>
                <a:cs typeface="DejaVu Sans"/>
              </a:defRPr>
            </a:lvl1pPr>
            <a:lvl2pPr algn="ctr">
              <a:defRPr sz="1125" b="1">
                <a:solidFill>
                  <a:srgbClr val="FFFFFF"/>
                </a:solidFill>
                <a:latin typeface="DejaVu Sans"/>
                <a:ea typeface="DejaVu Sans"/>
                <a:cs typeface="DejaVu Sans"/>
              </a:defRPr>
            </a:lvl2pPr>
            <a:lvl3pPr algn="ctr">
              <a:defRPr sz="1125" b="1">
                <a:solidFill>
                  <a:srgbClr val="FFFFFF"/>
                </a:solidFill>
                <a:latin typeface="DejaVu Sans"/>
                <a:ea typeface="DejaVu Sans"/>
                <a:cs typeface="DejaVu Sans"/>
              </a:defRPr>
            </a:lvl3pPr>
            <a:lvl4pPr algn="ctr">
              <a:defRPr sz="1125" b="1">
                <a:solidFill>
                  <a:srgbClr val="FFFFFF"/>
                </a:solidFill>
                <a:latin typeface="DejaVu Sans"/>
                <a:ea typeface="DejaVu Sans"/>
                <a:cs typeface="DejaVu Sans"/>
              </a:defRPr>
            </a:lvl4pPr>
            <a:lvl5pPr algn="ctr">
              <a:defRPr sz="1125" b="1">
                <a:solidFill>
                  <a:srgbClr val="FFFFFF"/>
                </a:solidFill>
                <a:latin typeface="DejaVu Sans"/>
                <a:ea typeface="DejaVu Sans"/>
                <a:cs typeface="DejaVu Sans"/>
              </a:defRPr>
            </a:lvl5pPr>
            <a:lvl6pPr algn="ctr">
              <a:defRPr sz="1125" b="1">
                <a:solidFill>
                  <a:srgbClr val="FFFFFF"/>
                </a:solidFill>
                <a:latin typeface="DejaVu Sans"/>
                <a:ea typeface="DejaVu Sans"/>
                <a:cs typeface="DejaVu Sans"/>
              </a:defRPr>
            </a:lvl6pPr>
            <a:lvl7pPr algn="ctr">
              <a:defRPr sz="1125" b="1">
                <a:solidFill>
                  <a:srgbClr val="FFFFFF"/>
                </a:solidFill>
                <a:latin typeface="DejaVu Sans"/>
                <a:ea typeface="DejaVu Sans"/>
                <a:cs typeface="DejaVu Sans"/>
              </a:defRPr>
            </a:lvl7pPr>
            <a:lvl8pPr algn="ctr">
              <a:defRPr sz="1125" b="1">
                <a:solidFill>
                  <a:srgbClr val="FFFFFF"/>
                </a:solidFill>
                <a:latin typeface="DejaVu Sans"/>
                <a:ea typeface="DejaVu Sans"/>
                <a:cs typeface="DejaVu Sans"/>
              </a:defRPr>
            </a:lvl8pPr>
            <a:lvl9pPr algn="ctr">
              <a:defRPr sz="1125" b="1">
                <a:solidFill>
                  <a:srgbClr val="FFFFFF"/>
                </a:solidFill>
                <a:latin typeface="DejaVu Sans"/>
                <a:ea typeface="DejaVu Sans"/>
                <a:cs typeface="DejaVu Sans"/>
              </a:defRPr>
            </a:lvl9pPr>
          </a:lstStyle>
          <a:p xmlns:a="http://schemas.openxmlformats.org/drawingml/2006/main">
            <a:pPr algn="ctr">
              <a:defRPr sz="1125" b="1">
                <a:solidFill>
                  <a:srgbClr val="FFFFFF"/>
                </a:solidFill>
                <a:latin typeface="DejaVu Sans"/>
                <a:ea typeface="DejaVu Sans"/>
                <a:cs typeface="DejaVu Sans"/>
              </a:defRPr>
            </a:pPr>
            <a:r>
              <a:rPr sz="1125" b="1">
                <a:solidFill>
                  <a:srgbClr val="FFFFFF"/>
                </a:solidFill>
                <a:latin typeface="DejaVu Sans"/>
                <a:ea typeface="DejaVu Sans"/>
                <a:cs typeface="DejaVu Sans"/>
              </a:rPr>
              <a:t>0</a:t>
            </a:r>
          </a:p>
        </p:txBody>
      </p:sp>
      <p:sp>
        <p:nvSpPr>
          <p:cNvPr id="19" name="s20-level-2">
            <a:extLst xmlns:a="http://schemas.openxmlformats.org/drawingml/2006/main">
              <a:ext uri="{FF2B5EF4-FFF2-40B4-BE49-F238E27FC236}">
                <a16:creationId xmlns:a16="http://schemas.microsoft.com/office/drawing/2014/main" id="{EA5E6868-E890-41DF-8F6B-DA29F05C8003}"/>
              </a:ext>
            </a:extLst>
          </p:cNvPr>
          <p:cNvSpPr>
            <a:spLocks xmlns:a="http://schemas.openxmlformats.org/drawingml/2006/main" noGrp="1"/>
          </p:cNvSpPr>
          <p:nvPr/>
        </p:nvSpPr>
        <p:spPr>
          <a:xfrm xmlns:a="http://schemas.openxmlformats.org/drawingml/2006/main">
            <a:off x="4305300" y="3829050"/>
            <a:ext cx="1181100" cy="47625"/>
          </a:xfrm>
          <a:prstGeom xmlns:a="http://schemas.openxmlformats.org/drawingml/2006/main" prst="rect">
            <a:avLst/>
          </a:prstGeom>
          <a:solidFill xmlns:a="http://schemas.openxmlformats.org/drawingml/2006/main">
            <a:srgbClr val="22B77C"/>
          </a:solidFill>
          <a:ln xmlns:a="http://schemas.openxmlformats.org/drawingml/2006/main" w="0">
            <a:noFill/>
            <a:prstDash val="solid"/>
          </a:ln>
        </p:spPr>
      </p:sp>
      <p:sp>
        <p:nvSpPr>
          <p:cNvPr id="20" name="s20-sample-stem-2">
            <a:extLst xmlns:a="http://schemas.openxmlformats.org/drawingml/2006/main">
              <a:ext uri="{FF2B5EF4-FFF2-40B4-BE49-F238E27FC236}">
                <a16:creationId xmlns:a16="http://schemas.microsoft.com/office/drawing/2014/main" id="{1E337299-A8B3-43B7-B736-993A121363F8}"/>
              </a:ext>
            </a:extLst>
          </p:cNvPr>
          <p:cNvSpPr>
            <a:spLocks xmlns:a="http://schemas.openxmlformats.org/drawingml/2006/main" noGrp="1"/>
          </p:cNvSpPr>
          <p:nvPr/>
        </p:nvSpPr>
        <p:spPr>
          <a:xfrm xmlns:a="http://schemas.openxmlformats.org/drawingml/2006/main">
            <a:off x="5213223" y="2981325"/>
            <a:ext cx="19050" cy="13811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1" name="s20-sample-marker-2">
            <a:extLst xmlns:a="http://schemas.openxmlformats.org/drawingml/2006/main">
              <a:ext uri="{FF2B5EF4-FFF2-40B4-BE49-F238E27FC236}">
                <a16:creationId xmlns:a16="http://schemas.microsoft.com/office/drawing/2014/main" id="{A40A56E3-A527-4FAE-AA7C-6F607D5BDC4A}"/>
              </a:ext>
            </a:extLst>
          </p:cNvPr>
          <p:cNvSpPr>
            <a:spLocks xmlns:a="http://schemas.openxmlformats.org/drawingml/2006/main" noGrp="1"/>
          </p:cNvSpPr>
          <p:nvPr/>
        </p:nvSpPr>
        <p:spPr>
          <a:xfrm xmlns:a="http://schemas.openxmlformats.org/drawingml/2006/main">
            <a:off x="5146548" y="3781425"/>
            <a:ext cx="152400" cy="1524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22" name="s20-cell-3">
            <a:extLst xmlns:a="http://schemas.openxmlformats.org/drawingml/2006/main">
              <a:ext uri="{FF2B5EF4-FFF2-40B4-BE49-F238E27FC236}">
                <a16:creationId xmlns:a16="http://schemas.microsoft.com/office/drawing/2014/main" id="{5DBE36D2-6E44-4591-BB7D-049A5657709C}"/>
              </a:ext>
            </a:extLst>
          </p:cNvPr>
          <p:cNvSpPr>
            <a:spLocks xmlns:a="http://schemas.openxmlformats.org/drawingml/2006/main" noGrp="1"/>
          </p:cNvSpPr>
          <p:nvPr/>
        </p:nvSpPr>
        <p:spPr>
          <a:xfrm xmlns:a="http://schemas.openxmlformats.org/drawingml/2006/main">
            <a:off x="5734050" y="2981325"/>
            <a:ext cx="1485900" cy="1381125"/>
          </a:xfrm>
          <a:prstGeom xmlns:a="http://schemas.openxmlformats.org/drawingml/2006/main" prst="rect">
            <a:avLst/>
          </a:prstGeom>
          <a:solidFill xmlns:a="http://schemas.openxmlformats.org/drawingml/2006/main">
            <a:srgbClr val="142B43"/>
          </a:solidFill>
          <a:ln xmlns:a="http://schemas.openxmlformats.org/drawingml/2006/main" w="9525">
            <a:solidFill>
              <a:srgbClr val="36516B"/>
            </a:solidFill>
            <a:prstDash val="solid"/>
          </a:ln>
        </p:spPr>
      </p:sp>
      <p:sp>
        <p:nvSpPr>
          <p:cNvPr id="23" name="s20-bit-value-3">
            <a:extLst xmlns:a="http://schemas.openxmlformats.org/drawingml/2006/main">
              <a:ext uri="{FF2B5EF4-FFF2-40B4-BE49-F238E27FC236}">
                <a16:creationId xmlns:a16="http://schemas.microsoft.com/office/drawing/2014/main" id="{2C1B6043-B70F-40E7-80D1-4C998F389BA2}"/>
              </a:ext>
            </a:extLst>
          </p:cNvPr>
          <p:cNvSpPr>
            <a:spLocks xmlns:a="http://schemas.openxmlformats.org/drawingml/2006/main" noGrp="1"/>
          </p:cNvSpPr>
          <p:nvPr/>
        </p:nvSpPr>
        <p:spPr>
          <a:xfrm xmlns:a="http://schemas.openxmlformats.org/drawingml/2006/main">
            <a:off x="5734050" y="39814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1">
                <a:solidFill>
                  <a:srgbClr val="FFFFFF"/>
                </a:solidFill>
                <a:latin typeface="DejaVu Sans"/>
                <a:ea typeface="DejaVu Sans"/>
                <a:cs typeface="DejaVu Sans"/>
              </a:defRPr>
            </a:defPPr>
            <a:lvl1pPr algn="ctr">
              <a:defRPr sz="1125" b="1">
                <a:solidFill>
                  <a:srgbClr val="FFFFFF"/>
                </a:solidFill>
                <a:latin typeface="DejaVu Sans"/>
                <a:ea typeface="DejaVu Sans"/>
                <a:cs typeface="DejaVu Sans"/>
              </a:defRPr>
            </a:lvl1pPr>
            <a:lvl2pPr algn="ctr">
              <a:defRPr sz="1125" b="1">
                <a:solidFill>
                  <a:srgbClr val="FFFFFF"/>
                </a:solidFill>
                <a:latin typeface="DejaVu Sans"/>
                <a:ea typeface="DejaVu Sans"/>
                <a:cs typeface="DejaVu Sans"/>
              </a:defRPr>
            </a:lvl2pPr>
            <a:lvl3pPr algn="ctr">
              <a:defRPr sz="1125" b="1">
                <a:solidFill>
                  <a:srgbClr val="FFFFFF"/>
                </a:solidFill>
                <a:latin typeface="DejaVu Sans"/>
                <a:ea typeface="DejaVu Sans"/>
                <a:cs typeface="DejaVu Sans"/>
              </a:defRPr>
            </a:lvl3pPr>
            <a:lvl4pPr algn="ctr">
              <a:defRPr sz="1125" b="1">
                <a:solidFill>
                  <a:srgbClr val="FFFFFF"/>
                </a:solidFill>
                <a:latin typeface="DejaVu Sans"/>
                <a:ea typeface="DejaVu Sans"/>
                <a:cs typeface="DejaVu Sans"/>
              </a:defRPr>
            </a:lvl4pPr>
            <a:lvl5pPr algn="ctr">
              <a:defRPr sz="1125" b="1">
                <a:solidFill>
                  <a:srgbClr val="FFFFFF"/>
                </a:solidFill>
                <a:latin typeface="DejaVu Sans"/>
                <a:ea typeface="DejaVu Sans"/>
                <a:cs typeface="DejaVu Sans"/>
              </a:defRPr>
            </a:lvl5pPr>
            <a:lvl6pPr algn="ctr">
              <a:defRPr sz="1125" b="1">
                <a:solidFill>
                  <a:srgbClr val="FFFFFF"/>
                </a:solidFill>
                <a:latin typeface="DejaVu Sans"/>
                <a:ea typeface="DejaVu Sans"/>
                <a:cs typeface="DejaVu Sans"/>
              </a:defRPr>
            </a:lvl6pPr>
            <a:lvl7pPr algn="ctr">
              <a:defRPr sz="1125" b="1">
                <a:solidFill>
                  <a:srgbClr val="FFFFFF"/>
                </a:solidFill>
                <a:latin typeface="DejaVu Sans"/>
                <a:ea typeface="DejaVu Sans"/>
                <a:cs typeface="DejaVu Sans"/>
              </a:defRPr>
            </a:lvl7pPr>
            <a:lvl8pPr algn="ctr">
              <a:defRPr sz="1125" b="1">
                <a:solidFill>
                  <a:srgbClr val="FFFFFF"/>
                </a:solidFill>
                <a:latin typeface="DejaVu Sans"/>
                <a:ea typeface="DejaVu Sans"/>
                <a:cs typeface="DejaVu Sans"/>
              </a:defRPr>
            </a:lvl8pPr>
            <a:lvl9pPr algn="ctr">
              <a:defRPr sz="1125" b="1">
                <a:solidFill>
                  <a:srgbClr val="FFFFFF"/>
                </a:solidFill>
                <a:latin typeface="DejaVu Sans"/>
                <a:ea typeface="DejaVu Sans"/>
                <a:cs typeface="DejaVu Sans"/>
              </a:defRPr>
            </a:lvl9pPr>
          </a:lstStyle>
          <a:p xmlns:a="http://schemas.openxmlformats.org/drawingml/2006/main">
            <a:pPr algn="ctr">
              <a:defRPr sz="1125" b="1">
                <a:solidFill>
                  <a:srgbClr val="FFFFFF"/>
                </a:solidFill>
                <a:latin typeface="DejaVu Sans"/>
                <a:ea typeface="DejaVu Sans"/>
                <a:cs typeface="DejaVu Sans"/>
              </a:defRPr>
            </a:pPr>
            <a:r>
              <a:rPr sz="1125" b="1">
                <a:solidFill>
                  <a:srgbClr val="FFFFFF"/>
                </a:solidFill>
                <a:latin typeface="DejaVu Sans"/>
                <a:ea typeface="DejaVu Sans"/>
                <a:cs typeface="DejaVu Sans"/>
              </a:rPr>
              <a:t>1</a:t>
            </a:r>
          </a:p>
        </p:txBody>
      </p:sp>
      <p:sp>
        <p:nvSpPr>
          <p:cNvPr id="24" name="s20-level-3">
            <a:extLst xmlns:a="http://schemas.openxmlformats.org/drawingml/2006/main">
              <a:ext uri="{FF2B5EF4-FFF2-40B4-BE49-F238E27FC236}">
                <a16:creationId xmlns:a16="http://schemas.microsoft.com/office/drawing/2014/main" id="{49EF195F-5BEF-4457-8B6A-1BE3F4244A28}"/>
              </a:ext>
            </a:extLst>
          </p:cNvPr>
          <p:cNvSpPr>
            <a:spLocks xmlns:a="http://schemas.openxmlformats.org/drawingml/2006/main" noGrp="1"/>
          </p:cNvSpPr>
          <p:nvPr/>
        </p:nvSpPr>
        <p:spPr>
          <a:xfrm xmlns:a="http://schemas.openxmlformats.org/drawingml/2006/main">
            <a:off x="5886450" y="3162300"/>
            <a:ext cx="11811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5" name="s20-sample-stem-3">
            <a:extLst xmlns:a="http://schemas.openxmlformats.org/drawingml/2006/main">
              <a:ext uri="{FF2B5EF4-FFF2-40B4-BE49-F238E27FC236}">
                <a16:creationId xmlns:a16="http://schemas.microsoft.com/office/drawing/2014/main" id="{30BBFC2D-3791-4E46-8045-5D31459D381E}"/>
              </a:ext>
            </a:extLst>
          </p:cNvPr>
          <p:cNvSpPr>
            <a:spLocks xmlns:a="http://schemas.openxmlformats.org/drawingml/2006/main" noGrp="1"/>
          </p:cNvSpPr>
          <p:nvPr/>
        </p:nvSpPr>
        <p:spPr>
          <a:xfrm xmlns:a="http://schemas.openxmlformats.org/drawingml/2006/main">
            <a:off x="6794373" y="2981325"/>
            <a:ext cx="19050" cy="13811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6" name="s20-sample-marker-3">
            <a:extLst xmlns:a="http://schemas.openxmlformats.org/drawingml/2006/main">
              <a:ext uri="{FF2B5EF4-FFF2-40B4-BE49-F238E27FC236}">
                <a16:creationId xmlns:a16="http://schemas.microsoft.com/office/drawing/2014/main" id="{EAD5F959-B4F7-4766-875B-847524CE01B9}"/>
              </a:ext>
            </a:extLst>
          </p:cNvPr>
          <p:cNvSpPr>
            <a:spLocks xmlns:a="http://schemas.openxmlformats.org/drawingml/2006/main" noGrp="1"/>
          </p:cNvSpPr>
          <p:nvPr/>
        </p:nvSpPr>
        <p:spPr>
          <a:xfrm xmlns:a="http://schemas.openxmlformats.org/drawingml/2006/main">
            <a:off x="6727698" y="3114675"/>
            <a:ext cx="152400" cy="1524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27" name="s20-one-label">
            <a:extLst xmlns:a="http://schemas.openxmlformats.org/drawingml/2006/main">
              <a:ext uri="{FF2B5EF4-FFF2-40B4-BE49-F238E27FC236}">
                <a16:creationId xmlns:a16="http://schemas.microsoft.com/office/drawing/2014/main" id="{076641E3-7049-415A-9511-31388CFA5568}"/>
              </a:ext>
            </a:extLst>
          </p:cNvPr>
          <p:cNvSpPr>
            <a:spLocks xmlns:a="http://schemas.openxmlformats.org/drawingml/2006/main" noGrp="1"/>
          </p:cNvSpPr>
          <p:nvPr/>
        </p:nvSpPr>
        <p:spPr>
          <a:xfrm xmlns:a="http://schemas.openxmlformats.org/drawingml/2006/main">
            <a:off x="895350" y="44481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AFC0D1"/>
                </a:solidFill>
                <a:latin typeface="DejaVu Sans"/>
                <a:ea typeface="DejaVu Sans"/>
                <a:cs typeface="DejaVu Sans"/>
              </a:defRPr>
            </a:defPPr>
            <a:lvl1pPr algn="l">
              <a:defRPr sz="975" b="1">
                <a:solidFill>
                  <a:srgbClr val="AFC0D1"/>
                </a:solidFill>
                <a:latin typeface="DejaVu Sans"/>
                <a:ea typeface="DejaVu Sans"/>
                <a:cs typeface="DejaVu Sans"/>
              </a:defRPr>
            </a:lvl1pPr>
            <a:lvl2pPr algn="l">
              <a:defRPr sz="975" b="1">
                <a:solidFill>
                  <a:srgbClr val="AFC0D1"/>
                </a:solidFill>
                <a:latin typeface="DejaVu Sans"/>
                <a:ea typeface="DejaVu Sans"/>
                <a:cs typeface="DejaVu Sans"/>
              </a:defRPr>
            </a:lvl2pPr>
            <a:lvl3pPr algn="l">
              <a:defRPr sz="975" b="1">
                <a:solidFill>
                  <a:srgbClr val="AFC0D1"/>
                </a:solidFill>
                <a:latin typeface="DejaVu Sans"/>
                <a:ea typeface="DejaVu Sans"/>
                <a:cs typeface="DejaVu Sans"/>
              </a:defRPr>
            </a:lvl3pPr>
            <a:lvl4pPr algn="l">
              <a:defRPr sz="975" b="1">
                <a:solidFill>
                  <a:srgbClr val="AFC0D1"/>
                </a:solidFill>
                <a:latin typeface="DejaVu Sans"/>
                <a:ea typeface="DejaVu Sans"/>
                <a:cs typeface="DejaVu Sans"/>
              </a:defRPr>
            </a:lvl4pPr>
            <a:lvl5pPr algn="l">
              <a:defRPr sz="975" b="1">
                <a:solidFill>
                  <a:srgbClr val="AFC0D1"/>
                </a:solidFill>
                <a:latin typeface="DejaVu Sans"/>
                <a:ea typeface="DejaVu Sans"/>
                <a:cs typeface="DejaVu Sans"/>
              </a:defRPr>
            </a:lvl5pPr>
            <a:lvl6pPr algn="l">
              <a:defRPr sz="975" b="1">
                <a:solidFill>
                  <a:srgbClr val="AFC0D1"/>
                </a:solidFill>
                <a:latin typeface="DejaVu Sans"/>
                <a:ea typeface="DejaVu Sans"/>
                <a:cs typeface="DejaVu Sans"/>
              </a:defRPr>
            </a:lvl6pPr>
            <a:lvl7pPr algn="l">
              <a:defRPr sz="975" b="1">
                <a:solidFill>
                  <a:srgbClr val="AFC0D1"/>
                </a:solidFill>
                <a:latin typeface="DejaVu Sans"/>
                <a:ea typeface="DejaVu Sans"/>
                <a:cs typeface="DejaVu Sans"/>
              </a:defRPr>
            </a:lvl7pPr>
            <a:lvl8pPr algn="l">
              <a:defRPr sz="975" b="1">
                <a:solidFill>
                  <a:srgbClr val="AFC0D1"/>
                </a:solidFill>
                <a:latin typeface="DejaVu Sans"/>
                <a:ea typeface="DejaVu Sans"/>
                <a:cs typeface="DejaVu Sans"/>
              </a:defRPr>
            </a:lvl8pPr>
            <a:lvl9pPr algn="l">
              <a:defRPr sz="975" b="1">
                <a:solidFill>
                  <a:srgbClr val="AFC0D1"/>
                </a:solidFill>
                <a:latin typeface="DejaVu Sans"/>
                <a:ea typeface="DejaVu Sans"/>
                <a:cs typeface="DejaVu Sans"/>
              </a:defRPr>
            </a:lvl9pPr>
          </a:lstStyle>
          <a:p xmlns:a="http://schemas.openxmlformats.org/drawingml/2006/main">
            <a:pPr algn="l">
              <a:defRPr sz="975" b="1">
                <a:solidFill>
                  <a:srgbClr val="AFC0D1"/>
                </a:solidFill>
                <a:latin typeface="DejaVu Sans"/>
                <a:ea typeface="DejaVu Sans"/>
                <a:cs typeface="DejaVu Sans"/>
              </a:defRPr>
            </a:pPr>
            <a:r>
              <a:rPr sz="975" b="1">
                <a:solidFill>
                  <a:srgbClr val="AFC0D1"/>
                </a:solidFill>
                <a:latin typeface="DejaVu Sans"/>
                <a:ea typeface="DejaVu Sans"/>
                <a:cs typeface="DejaVu Sans"/>
              </a:rPr>
              <a:t>0 ή 1</a:t>
            </a:r>
          </a:p>
        </p:txBody>
      </p:sp>
      <p:sp>
        <p:nvSpPr>
          <p:cNvPr id="28" name="s20-sample-label">
            <a:extLst xmlns:a="http://schemas.openxmlformats.org/drawingml/2006/main">
              <a:ext uri="{FF2B5EF4-FFF2-40B4-BE49-F238E27FC236}">
                <a16:creationId xmlns:a16="http://schemas.microsoft.com/office/drawing/2014/main" id="{F7620D97-F1F4-4AF7-BEB7-74C316B0BEA2}"/>
              </a:ext>
            </a:extLst>
          </p:cNvPr>
          <p:cNvSpPr>
            <a:spLocks xmlns:a="http://schemas.openxmlformats.org/drawingml/2006/main" noGrp="1"/>
          </p:cNvSpPr>
          <p:nvPr/>
        </p:nvSpPr>
        <p:spPr>
          <a:xfrm xmlns:a="http://schemas.openxmlformats.org/drawingml/2006/main">
            <a:off x="3733800" y="4448175"/>
            <a:ext cx="3676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1">
                <a:solidFill>
                  <a:srgbClr val="F7B500"/>
                </a:solidFill>
                <a:latin typeface="DejaVu Sans"/>
                <a:ea typeface="DejaVu Sans"/>
                <a:cs typeface="DejaVu Sans"/>
              </a:defRPr>
            </a:defPPr>
            <a:lvl1pPr algn="r">
              <a:defRPr sz="975" b="1">
                <a:solidFill>
                  <a:srgbClr val="F7B500"/>
                </a:solidFill>
                <a:latin typeface="DejaVu Sans"/>
                <a:ea typeface="DejaVu Sans"/>
                <a:cs typeface="DejaVu Sans"/>
              </a:defRPr>
            </a:lvl1pPr>
            <a:lvl2pPr algn="r">
              <a:defRPr sz="975" b="1">
                <a:solidFill>
                  <a:srgbClr val="F7B500"/>
                </a:solidFill>
                <a:latin typeface="DejaVu Sans"/>
                <a:ea typeface="DejaVu Sans"/>
                <a:cs typeface="DejaVu Sans"/>
              </a:defRPr>
            </a:lvl2pPr>
            <a:lvl3pPr algn="r">
              <a:defRPr sz="975" b="1">
                <a:solidFill>
                  <a:srgbClr val="F7B500"/>
                </a:solidFill>
                <a:latin typeface="DejaVu Sans"/>
                <a:ea typeface="DejaVu Sans"/>
                <a:cs typeface="DejaVu Sans"/>
              </a:defRPr>
            </a:lvl3pPr>
            <a:lvl4pPr algn="r">
              <a:defRPr sz="975" b="1">
                <a:solidFill>
                  <a:srgbClr val="F7B500"/>
                </a:solidFill>
                <a:latin typeface="DejaVu Sans"/>
                <a:ea typeface="DejaVu Sans"/>
                <a:cs typeface="DejaVu Sans"/>
              </a:defRPr>
            </a:lvl4pPr>
            <a:lvl5pPr algn="r">
              <a:defRPr sz="975" b="1">
                <a:solidFill>
                  <a:srgbClr val="F7B500"/>
                </a:solidFill>
                <a:latin typeface="DejaVu Sans"/>
                <a:ea typeface="DejaVu Sans"/>
                <a:cs typeface="DejaVu Sans"/>
              </a:defRPr>
            </a:lvl5pPr>
            <a:lvl6pPr algn="r">
              <a:defRPr sz="975" b="1">
                <a:solidFill>
                  <a:srgbClr val="F7B500"/>
                </a:solidFill>
                <a:latin typeface="DejaVu Sans"/>
                <a:ea typeface="DejaVu Sans"/>
                <a:cs typeface="DejaVu Sans"/>
              </a:defRPr>
            </a:lvl6pPr>
            <a:lvl7pPr algn="r">
              <a:defRPr sz="975" b="1">
                <a:solidFill>
                  <a:srgbClr val="F7B500"/>
                </a:solidFill>
                <a:latin typeface="DejaVu Sans"/>
                <a:ea typeface="DejaVu Sans"/>
                <a:cs typeface="DejaVu Sans"/>
              </a:defRPr>
            </a:lvl7pPr>
            <a:lvl8pPr algn="r">
              <a:defRPr sz="975" b="1">
                <a:solidFill>
                  <a:srgbClr val="F7B500"/>
                </a:solidFill>
                <a:latin typeface="DejaVu Sans"/>
                <a:ea typeface="DejaVu Sans"/>
                <a:cs typeface="DejaVu Sans"/>
              </a:defRPr>
            </a:lvl8pPr>
            <a:lvl9pPr algn="r">
              <a:defRPr sz="975" b="1">
                <a:solidFill>
                  <a:srgbClr val="F7B500"/>
                </a:solidFill>
                <a:latin typeface="DejaVu Sans"/>
                <a:ea typeface="DejaVu Sans"/>
                <a:cs typeface="DejaVu Sans"/>
              </a:defRPr>
            </a:lvl9pPr>
          </a:lstStyle>
          <a:p xmlns:a="http://schemas.openxmlformats.org/drawingml/2006/main">
            <a:pPr algn="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κίτρινο σημείο = στιγμή ανάγνωσης</a:t>
            </a:r>
          </a:p>
        </p:txBody>
      </p:sp>
      <p:sp>
        <p:nvSpPr>
          <p:cNvPr id="29" name="s20-explain-card">
            <a:extLst xmlns:a="http://schemas.openxmlformats.org/drawingml/2006/main">
              <a:ext uri="{FF2B5EF4-FFF2-40B4-BE49-F238E27FC236}">
                <a16:creationId xmlns:a16="http://schemas.microsoft.com/office/drawing/2014/main" id="{14ECD794-0111-423A-AE00-5F82DE45F571}"/>
              </a:ext>
            </a:extLst>
          </p:cNvPr>
          <p:cNvSpPr>
            <a:spLocks xmlns:a="http://schemas.openxmlformats.org/drawingml/2006/main" noGrp="1"/>
          </p:cNvSpPr>
          <p:nvPr/>
        </p:nvSpPr>
        <p:spPr>
          <a:xfrm xmlns:a="http://schemas.openxmlformats.org/drawingml/2006/main">
            <a:off x="7981950" y="2209800"/>
            <a:ext cx="360045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14288">
            <a:solidFill>
              <a:srgbClr val="D6E2ED"/>
            </a:solidFill>
            <a:prstDash val="solid"/>
          </a:ln>
        </p:spPr>
      </p:sp>
      <p:sp>
        <p:nvSpPr>
          <p:cNvPr id="30" name="s20-explain-heading">
            <a:extLst xmlns:a="http://schemas.openxmlformats.org/drawingml/2006/main">
              <a:ext uri="{FF2B5EF4-FFF2-40B4-BE49-F238E27FC236}">
                <a16:creationId xmlns:a16="http://schemas.microsoft.com/office/drawing/2014/main" id="{0897287F-7080-4578-8020-326B9348FE03}"/>
              </a:ext>
            </a:extLst>
          </p:cNvPr>
          <p:cNvSpPr>
            <a:spLocks xmlns:a="http://schemas.openxmlformats.org/drawingml/2006/main" noGrp="1"/>
          </p:cNvSpPr>
          <p:nvPr/>
        </p:nvSpPr>
        <p:spPr>
          <a:xfrm xmlns:a="http://schemas.openxmlformats.org/drawingml/2006/main">
            <a:off x="8248650" y="24384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3657A"/>
                </a:solidFill>
                <a:latin typeface="DejaVu Sans"/>
                <a:ea typeface="DejaVu Sans"/>
                <a:cs typeface="DejaVu Sans"/>
              </a:defRPr>
            </a:defPPr>
            <a:lvl1pPr algn="l">
              <a:defRPr sz="1125" b="1">
                <a:solidFill>
                  <a:srgbClr val="53657A"/>
                </a:solidFill>
                <a:latin typeface="DejaVu Sans"/>
                <a:ea typeface="DejaVu Sans"/>
                <a:cs typeface="DejaVu Sans"/>
              </a:defRPr>
            </a:lvl1pPr>
            <a:lvl2pPr algn="l">
              <a:defRPr sz="1125" b="1">
                <a:solidFill>
                  <a:srgbClr val="53657A"/>
                </a:solidFill>
                <a:latin typeface="DejaVu Sans"/>
                <a:ea typeface="DejaVu Sans"/>
                <a:cs typeface="DejaVu Sans"/>
              </a:defRPr>
            </a:lvl2pPr>
            <a:lvl3pPr algn="l">
              <a:defRPr sz="1125" b="1">
                <a:solidFill>
                  <a:srgbClr val="53657A"/>
                </a:solidFill>
                <a:latin typeface="DejaVu Sans"/>
                <a:ea typeface="DejaVu Sans"/>
                <a:cs typeface="DejaVu Sans"/>
              </a:defRPr>
            </a:lvl3pPr>
            <a:lvl4pPr algn="l">
              <a:defRPr sz="1125" b="1">
                <a:solidFill>
                  <a:srgbClr val="53657A"/>
                </a:solidFill>
                <a:latin typeface="DejaVu Sans"/>
                <a:ea typeface="DejaVu Sans"/>
                <a:cs typeface="DejaVu Sans"/>
              </a:defRPr>
            </a:lvl4pPr>
            <a:lvl5pPr algn="l">
              <a:defRPr sz="1125" b="1">
                <a:solidFill>
                  <a:srgbClr val="53657A"/>
                </a:solidFill>
                <a:latin typeface="DejaVu Sans"/>
                <a:ea typeface="DejaVu Sans"/>
                <a:cs typeface="DejaVu Sans"/>
              </a:defRPr>
            </a:lvl5pPr>
            <a:lvl6pPr algn="l">
              <a:defRPr sz="1125" b="1">
                <a:solidFill>
                  <a:srgbClr val="53657A"/>
                </a:solidFill>
                <a:latin typeface="DejaVu Sans"/>
                <a:ea typeface="DejaVu Sans"/>
                <a:cs typeface="DejaVu Sans"/>
              </a:defRPr>
            </a:lvl6pPr>
            <a:lvl7pPr algn="l">
              <a:defRPr sz="1125" b="1">
                <a:solidFill>
                  <a:srgbClr val="53657A"/>
                </a:solidFill>
                <a:latin typeface="DejaVu Sans"/>
                <a:ea typeface="DejaVu Sans"/>
                <a:cs typeface="DejaVu Sans"/>
              </a:defRPr>
            </a:lvl7pPr>
            <a:lvl8pPr algn="l">
              <a:defRPr sz="1125" b="1">
                <a:solidFill>
                  <a:srgbClr val="53657A"/>
                </a:solidFill>
                <a:latin typeface="DejaVu Sans"/>
                <a:ea typeface="DejaVu Sans"/>
                <a:cs typeface="DejaVu Sans"/>
              </a:defRPr>
            </a:lvl8pPr>
            <a:lvl9pPr algn="l">
              <a:defRPr sz="1125" b="1">
                <a:solidFill>
                  <a:srgbClr val="53657A"/>
                </a:solidFill>
                <a:latin typeface="DejaVu Sans"/>
                <a:ea typeface="DejaVu Sans"/>
                <a:cs typeface="DejaVu Sans"/>
              </a:defRPr>
            </a:lvl9pPr>
          </a:lstStyle>
          <a:p xmlns:a="http://schemas.openxmlformats.org/drawingml/2006/main">
            <a:pPr algn="l">
              <a:defRPr sz="1125" b="1">
                <a:solidFill>
                  <a:srgbClr val="53657A"/>
                </a:solidFill>
                <a:latin typeface="DejaVu Sans"/>
                <a:ea typeface="DejaVu Sans"/>
                <a:cs typeface="DejaVu Sans"/>
              </a:defRPr>
            </a:pPr>
            <a:r>
              <a:rPr sz="1125" b="1">
                <a:solidFill>
                  <a:srgbClr val="53657A"/>
                </a:solidFill>
                <a:latin typeface="DejaVu Sans"/>
                <a:ea typeface="DejaVu Sans"/>
                <a:cs typeface="DejaVu Sans"/>
              </a:rPr>
              <a:t>ΤΙ ΚΑΝΕΙ Ο ΚΟΜΒΟΣ;</a:t>
            </a:r>
          </a:p>
        </p:txBody>
      </p:sp>
      <p:sp>
        <p:nvSpPr>
          <p:cNvPr id="31" name="s20-step1">
            <a:extLst xmlns:a="http://schemas.openxmlformats.org/drawingml/2006/main">
              <a:ext uri="{FF2B5EF4-FFF2-40B4-BE49-F238E27FC236}">
                <a16:creationId xmlns:a16="http://schemas.microsoft.com/office/drawing/2014/main" id="{CB45AE92-11E7-4A68-8022-367442D9685C}"/>
              </a:ext>
            </a:extLst>
          </p:cNvPr>
          <p:cNvSpPr>
            <a:spLocks xmlns:a="http://schemas.openxmlformats.org/drawingml/2006/main" noGrp="1"/>
          </p:cNvSpPr>
          <p:nvPr/>
        </p:nvSpPr>
        <p:spPr>
          <a:xfrm xmlns:a="http://schemas.openxmlformats.org/drawingml/2006/main">
            <a:off x="8248650" y="2962275"/>
            <a:ext cx="3067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1  Περιμένει το συμφωνημένο χρονικό σημείο.</a:t>
            </a:r>
          </a:p>
        </p:txBody>
      </p:sp>
      <p:sp>
        <p:nvSpPr>
          <p:cNvPr id="32" name="s20-step2">
            <a:extLst xmlns:a="http://schemas.openxmlformats.org/drawingml/2006/main">
              <a:ext uri="{FF2B5EF4-FFF2-40B4-BE49-F238E27FC236}">
                <a16:creationId xmlns:a16="http://schemas.microsoft.com/office/drawing/2014/main" id="{5691C13C-925C-414C-AD97-54C3EFEA168A}"/>
              </a:ext>
            </a:extLst>
          </p:cNvPr>
          <p:cNvSpPr>
            <a:spLocks xmlns:a="http://schemas.openxmlformats.org/drawingml/2006/main" noGrp="1"/>
          </p:cNvSpPr>
          <p:nvPr/>
        </p:nvSpPr>
        <p:spPr>
          <a:xfrm xmlns:a="http://schemas.openxmlformats.org/drawingml/2006/main">
            <a:off x="8248650" y="3686175"/>
            <a:ext cx="3067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2  Εκεί διαβάζει αν το bit είναι 0 ή 1.</a:t>
            </a:r>
          </a:p>
        </p:txBody>
      </p:sp>
      <p:sp>
        <p:nvSpPr>
          <p:cNvPr id="33" name="s20-step3">
            <a:extLst xmlns:a="http://schemas.openxmlformats.org/drawingml/2006/main">
              <a:ext uri="{FF2B5EF4-FFF2-40B4-BE49-F238E27FC236}">
                <a16:creationId xmlns:a16="http://schemas.microsoft.com/office/drawing/2014/main" id="{97A2F0F2-472B-43FC-A1C7-EA125D34DEF7}"/>
              </a:ext>
            </a:extLst>
          </p:cNvPr>
          <p:cNvSpPr>
            <a:spLocks xmlns:a="http://schemas.openxmlformats.org/drawingml/2006/main" noGrp="1"/>
          </p:cNvSpPr>
          <p:nvPr/>
        </p:nvSpPr>
        <p:spPr>
          <a:xfrm xmlns:a="http://schemas.openxmlformats.org/drawingml/2006/main">
            <a:off x="8248650" y="4410075"/>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1D31"/>
                </a:solidFill>
                <a:latin typeface="DejaVu Sans"/>
                <a:ea typeface="DejaVu Sans"/>
                <a:cs typeface="DejaVu Sans"/>
              </a:defRPr>
            </a:defPPr>
            <a:lvl1pPr algn="l">
              <a:defRPr sz="1125" b="1">
                <a:solidFill>
                  <a:srgbClr val="101D31"/>
                </a:solidFill>
                <a:latin typeface="DejaVu Sans"/>
                <a:ea typeface="DejaVu Sans"/>
                <a:cs typeface="DejaVu Sans"/>
              </a:defRPr>
            </a:lvl1pPr>
            <a:lvl2pPr algn="l">
              <a:defRPr sz="1125" b="1">
                <a:solidFill>
                  <a:srgbClr val="101D31"/>
                </a:solidFill>
                <a:latin typeface="DejaVu Sans"/>
                <a:ea typeface="DejaVu Sans"/>
                <a:cs typeface="DejaVu Sans"/>
              </a:defRPr>
            </a:lvl2pPr>
            <a:lvl3pPr algn="l">
              <a:defRPr sz="1125" b="1">
                <a:solidFill>
                  <a:srgbClr val="101D31"/>
                </a:solidFill>
                <a:latin typeface="DejaVu Sans"/>
                <a:ea typeface="DejaVu Sans"/>
                <a:cs typeface="DejaVu Sans"/>
              </a:defRPr>
            </a:lvl3pPr>
            <a:lvl4pPr algn="l">
              <a:defRPr sz="1125" b="1">
                <a:solidFill>
                  <a:srgbClr val="101D31"/>
                </a:solidFill>
                <a:latin typeface="DejaVu Sans"/>
                <a:ea typeface="DejaVu Sans"/>
                <a:cs typeface="DejaVu Sans"/>
              </a:defRPr>
            </a:lvl4pPr>
            <a:lvl5pPr algn="l">
              <a:defRPr sz="1125" b="1">
                <a:solidFill>
                  <a:srgbClr val="101D31"/>
                </a:solidFill>
                <a:latin typeface="DejaVu Sans"/>
                <a:ea typeface="DejaVu Sans"/>
                <a:cs typeface="DejaVu Sans"/>
              </a:defRPr>
            </a:lvl5pPr>
            <a:lvl6pPr algn="l">
              <a:defRPr sz="1125" b="1">
                <a:solidFill>
                  <a:srgbClr val="101D31"/>
                </a:solidFill>
                <a:latin typeface="DejaVu Sans"/>
                <a:ea typeface="DejaVu Sans"/>
                <a:cs typeface="DejaVu Sans"/>
              </a:defRPr>
            </a:lvl6pPr>
            <a:lvl7pPr algn="l">
              <a:defRPr sz="1125" b="1">
                <a:solidFill>
                  <a:srgbClr val="101D31"/>
                </a:solidFill>
                <a:latin typeface="DejaVu Sans"/>
                <a:ea typeface="DejaVu Sans"/>
                <a:cs typeface="DejaVu Sans"/>
              </a:defRPr>
            </a:lvl7pPr>
            <a:lvl8pPr algn="l">
              <a:defRPr sz="1125" b="1">
                <a:solidFill>
                  <a:srgbClr val="101D31"/>
                </a:solidFill>
                <a:latin typeface="DejaVu Sans"/>
                <a:ea typeface="DejaVu Sans"/>
                <a:cs typeface="DejaVu Sans"/>
              </a:defRPr>
            </a:lvl8pPr>
            <a:lvl9pPr algn="l">
              <a:defRPr sz="1125" b="1">
                <a:solidFill>
                  <a:srgbClr val="101D31"/>
                </a:solidFill>
                <a:latin typeface="DejaVu Sans"/>
                <a:ea typeface="DejaVu Sans"/>
                <a:cs typeface="DejaVu Sans"/>
              </a:defRPr>
            </a:lvl9pPr>
          </a:lstStyle>
          <a:p xmlns:a="http://schemas.openxmlformats.org/drawingml/2006/main">
            <a:pPr algn="l">
              <a:defRPr sz="1125" b="1">
                <a:solidFill>
                  <a:srgbClr val="101D31"/>
                </a:solidFill>
                <a:latin typeface="DejaVu Sans"/>
                <a:ea typeface="DejaVu Sans"/>
                <a:cs typeface="DejaVu Sans"/>
              </a:defRPr>
            </a:pPr>
            <a:r>
              <a:rPr sz="1125" b="1">
                <a:solidFill>
                  <a:srgbClr val="101D31"/>
                </a:solidFill>
                <a:latin typeface="DejaVu Sans"/>
                <a:ea typeface="DejaVu Sans"/>
                <a:cs typeface="DejaVu Sans"/>
              </a:rPr>
              <a:t>3  Αν ο χρονισμός δεν ταιριάζει, μπορεί να διαβάσει λάθος.</a:t>
            </a:r>
          </a:p>
        </p:txBody>
      </p:sp>
      <p:sp>
        <p:nvSpPr>
          <p:cNvPr id="34" name="s20-takeaway">
            <a:extLst xmlns:a="http://schemas.openxmlformats.org/drawingml/2006/main">
              <a:ext uri="{FF2B5EF4-FFF2-40B4-BE49-F238E27FC236}">
                <a16:creationId xmlns:a16="http://schemas.microsoft.com/office/drawing/2014/main" id="{FC06E54F-B54A-497D-BDDE-92C06CB7AC65}"/>
              </a:ext>
            </a:extLst>
          </p:cNvPr>
          <p:cNvSpPr>
            <a:spLocks xmlns:a="http://schemas.openxmlformats.org/drawingml/2006/main" noGrp="1"/>
          </p:cNvSpPr>
          <p:nvPr/>
        </p:nvSpPr>
        <p:spPr>
          <a:xfrm xmlns:a="http://schemas.openxmlformats.org/drawingml/2006/main">
            <a:off x="609600" y="5676900"/>
            <a:ext cx="10972800" cy="514350"/>
          </a:xfrm>
          <a:prstGeom xmlns:a="http://schemas.openxmlformats.org/drawingml/2006/main" prst="roundRect">
            <a:avLst>
              <a:gd name="adj" fmla="val 14815"/>
            </a:avLst>
          </a:prstGeom>
          <a:solidFill xmlns:a="http://schemas.openxmlformats.org/drawingml/2006/main">
            <a:srgbClr val="E4F7FA"/>
          </a:solidFill>
          <a:ln xmlns:a="http://schemas.openxmlformats.org/drawingml/2006/main" w="9525">
            <a:solidFill>
              <a:srgbClr val="C5E8ED"/>
            </a:solidFill>
            <a:prstDash val="solid"/>
          </a:ln>
        </p:spPr>
      </p:sp>
      <p:sp>
        <p:nvSpPr>
          <p:cNvPr id="35" name="s20-takeaway-text">
            <a:extLst xmlns:a="http://schemas.openxmlformats.org/drawingml/2006/main">
              <a:ext uri="{FF2B5EF4-FFF2-40B4-BE49-F238E27FC236}">
                <a16:creationId xmlns:a16="http://schemas.microsoft.com/office/drawing/2014/main" id="{7BCC518F-73B1-4AB2-BBF5-4AF34E0F3CB2}"/>
              </a:ext>
            </a:extLst>
          </p:cNvPr>
          <p:cNvSpPr>
            <a:spLocks xmlns:a="http://schemas.openxmlformats.org/drawingml/2006/main" noGrp="1"/>
          </p:cNvSpPr>
          <p:nvPr/>
        </p:nvSpPr>
        <p:spPr>
          <a:xfrm xmlns:a="http://schemas.openxmlformats.org/drawingml/2006/main">
            <a:off x="819150" y="5743575"/>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Όλοι οι κόμβοι χρειάζονται συμβατές ρυθμίσεις bit timing για να συνεννοούνται σωστά.</a:t>
            </a:r>
          </a:p>
        </p:txBody>
      </p:sp>
      <p:sp>
        <p:nvSpPr>
          <p:cNvPr id="36" name="s20-note">
            <a:extLst xmlns:a="http://schemas.openxmlformats.org/drawingml/2006/main">
              <a:ext uri="{FF2B5EF4-FFF2-40B4-BE49-F238E27FC236}">
                <a16:creationId xmlns:a16="http://schemas.microsoft.com/office/drawing/2014/main" id="{9727F01A-EB0C-4DCD-A872-8B7741B98E5B}"/>
              </a:ext>
            </a:extLst>
          </p:cNvPr>
          <p:cNvSpPr>
            <a:spLocks xmlns:a="http://schemas.openxmlformats.org/drawingml/2006/main" noGrp="1"/>
          </p:cNvSpPr>
          <p:nvPr/>
        </p:nvSpPr>
        <p:spPr>
          <a:xfrm xmlns:a="http://schemas.openxmlformats.org/drawingml/2006/main">
            <a:off x="609600" y="62388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Η θέση του σημείου δειγματοληψίας είναι ενδεικτική· οι ρυθμίσεις εξαρτώνται από το σύστημα.</a:t>
            </a:r>
          </a:p>
        </p:txBody>
      </p:sp>
      <p:sp>
        <p:nvSpPr>
          <p:cNvPr id="37" name="s20-footer">
            <a:extLst xmlns:a="http://schemas.openxmlformats.org/drawingml/2006/main">
              <a:ext uri="{FF2B5EF4-FFF2-40B4-BE49-F238E27FC236}">
                <a16:creationId xmlns:a16="http://schemas.microsoft.com/office/drawing/2014/main" id="{D75E6F04-3AA4-4A6A-A1EF-4CF4E0A5FB21}"/>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8" name="s20-page-number">
            <a:extLst xmlns:a="http://schemas.openxmlformats.org/drawingml/2006/main">
              <a:ext uri="{FF2B5EF4-FFF2-40B4-BE49-F238E27FC236}">
                <a16:creationId xmlns:a16="http://schemas.microsoft.com/office/drawing/2014/main" id="{663EFC16-C6E6-49E8-9054-33672FE43CBC}"/>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20</a:t>
            </a:r>
          </a:p>
        </p:txBody>
      </p:sp>
    </p:spTree>
    <p:extLst>
      <p:ext uri="{BB962C8B-B14F-4D97-AF65-F5344CB8AC3E}">
        <p14:creationId xmlns:p14="http://schemas.microsoft.com/office/powerpoint/2010/main" val="936018466"/>
      </p:ext>
    </p:extLst>
  </p:cSld>
</p:sld>
</file>

<file path=ppt/slides/slide21.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7" name="s21-kicker">
            <a:extLst xmlns:a="http://schemas.openxmlformats.org/drawingml/2006/main">
              <a:ext uri="{FF2B5EF4-FFF2-40B4-BE49-F238E27FC236}">
                <a16:creationId xmlns:a16="http://schemas.microsoft.com/office/drawing/2014/main" id="{FFF27D20-86DF-43A2-BFF8-E8FD18F2314E}"/>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1-title">
            <a:extLst xmlns:a="http://schemas.openxmlformats.org/drawingml/2006/main">
              <a:ext uri="{FF2B5EF4-FFF2-40B4-BE49-F238E27FC236}">
                <a16:creationId xmlns:a16="http://schemas.microsoft.com/office/drawing/2014/main" id="{A271B780-4C28-49C8-BF70-DE34F50E9347}"/>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01D31"/>
                </a:solidFill>
                <a:latin typeface="DejaVu Sans"/>
                <a:ea typeface="DejaVu Sans"/>
                <a:cs typeface="DejaVu Sans"/>
              </a:defRPr>
            </a:defPPr>
            <a:lvl1pPr algn="l">
              <a:defRPr sz="2550" b="1">
                <a:solidFill>
                  <a:srgbClr val="101D31"/>
                </a:solidFill>
                <a:latin typeface="DejaVu Sans"/>
                <a:ea typeface="DejaVu Sans"/>
                <a:cs typeface="DejaVu Sans"/>
              </a:defRPr>
            </a:lvl1pPr>
            <a:lvl2pPr algn="l">
              <a:defRPr sz="2550" b="1">
                <a:solidFill>
                  <a:srgbClr val="101D31"/>
                </a:solidFill>
                <a:latin typeface="DejaVu Sans"/>
                <a:ea typeface="DejaVu Sans"/>
                <a:cs typeface="DejaVu Sans"/>
              </a:defRPr>
            </a:lvl2pPr>
            <a:lvl3pPr algn="l">
              <a:defRPr sz="2550" b="1">
                <a:solidFill>
                  <a:srgbClr val="101D31"/>
                </a:solidFill>
                <a:latin typeface="DejaVu Sans"/>
                <a:ea typeface="DejaVu Sans"/>
                <a:cs typeface="DejaVu Sans"/>
              </a:defRPr>
            </a:lvl3pPr>
            <a:lvl4pPr algn="l">
              <a:defRPr sz="2550" b="1">
                <a:solidFill>
                  <a:srgbClr val="101D31"/>
                </a:solidFill>
                <a:latin typeface="DejaVu Sans"/>
                <a:ea typeface="DejaVu Sans"/>
                <a:cs typeface="DejaVu Sans"/>
              </a:defRPr>
            </a:lvl4pPr>
            <a:lvl5pPr algn="l">
              <a:defRPr sz="2550" b="1">
                <a:solidFill>
                  <a:srgbClr val="101D31"/>
                </a:solidFill>
                <a:latin typeface="DejaVu Sans"/>
                <a:ea typeface="DejaVu Sans"/>
                <a:cs typeface="DejaVu Sans"/>
              </a:defRPr>
            </a:lvl5pPr>
            <a:lvl6pPr algn="l">
              <a:defRPr sz="2550" b="1">
                <a:solidFill>
                  <a:srgbClr val="101D31"/>
                </a:solidFill>
                <a:latin typeface="DejaVu Sans"/>
                <a:ea typeface="DejaVu Sans"/>
                <a:cs typeface="DejaVu Sans"/>
              </a:defRPr>
            </a:lvl6pPr>
            <a:lvl7pPr algn="l">
              <a:defRPr sz="2550" b="1">
                <a:solidFill>
                  <a:srgbClr val="101D31"/>
                </a:solidFill>
                <a:latin typeface="DejaVu Sans"/>
                <a:ea typeface="DejaVu Sans"/>
                <a:cs typeface="DejaVu Sans"/>
              </a:defRPr>
            </a:lvl7pPr>
            <a:lvl8pPr algn="l">
              <a:defRPr sz="2550" b="1">
                <a:solidFill>
                  <a:srgbClr val="101D31"/>
                </a:solidFill>
                <a:latin typeface="DejaVu Sans"/>
                <a:ea typeface="DejaVu Sans"/>
                <a:cs typeface="DejaVu Sans"/>
              </a:defRPr>
            </a:lvl8pPr>
            <a:lvl9pPr algn="l">
              <a:defRPr sz="2550" b="1">
                <a:solidFill>
                  <a:srgbClr val="101D31"/>
                </a:solidFill>
                <a:latin typeface="DejaVu Sans"/>
                <a:ea typeface="DejaVu Sans"/>
                <a:cs typeface="DejaVu Sans"/>
              </a:defRPr>
            </a:lvl9pPr>
          </a:lstStyle>
          <a:p xmlns:a="http://schemas.openxmlformats.org/drawingml/2006/main">
            <a:pPr algn="l">
              <a:defRPr sz="2550" b="1">
                <a:solidFill>
                  <a:srgbClr val="101D31"/>
                </a:solidFill>
                <a:latin typeface="DejaVu Sans"/>
                <a:ea typeface="DejaVu Sans"/>
                <a:cs typeface="DejaVu Sans"/>
              </a:defRPr>
            </a:pPr>
            <a:r>
              <a:rPr sz="2550" b="1">
                <a:solidFill>
                  <a:srgbClr val="101D31"/>
                </a:solidFill>
                <a:latin typeface="DejaVu Sans"/>
                <a:ea typeface="DejaVu Sans"/>
                <a:cs typeface="DejaVu Sans"/>
              </a:rPr>
              <a:t>Το bit CAN χωρίζεται σε τέσσερα χρονικά τμήματα</a:t>
            </a:r>
          </a:p>
        </p:txBody>
      </p:sp>
      <p:sp>
        <p:nvSpPr>
          <p:cNvPr id="3" name="s21-title-rule">
            <a:extLst xmlns:a="http://schemas.openxmlformats.org/drawingml/2006/main">
              <a:ext uri="{FF2B5EF4-FFF2-40B4-BE49-F238E27FC236}">
                <a16:creationId xmlns:a16="http://schemas.microsoft.com/office/drawing/2014/main" id="{99855EF1-EE3E-4D31-B8F9-C9E94C59BB91}"/>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1-subtitle">
            <a:extLst xmlns:a="http://schemas.openxmlformats.org/drawingml/2006/main">
              <a:ext uri="{FF2B5EF4-FFF2-40B4-BE49-F238E27FC236}">
                <a16:creationId xmlns:a16="http://schemas.microsoft.com/office/drawing/2014/main" id="{1A3D67B9-3B13-4239-86DC-232B782CF0D2}"/>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Κάθε τμήμα βοηθά τους κόμβους να συγχρονιστούν και να διαβάσουν σωστά το bit.</a:t>
            </a:r>
          </a:p>
        </p:txBody>
      </p:sp>
      <p:sp>
        <p:nvSpPr>
          <p:cNvPr id="5" name="s21-segment-0">
            <a:extLst xmlns:a="http://schemas.openxmlformats.org/drawingml/2006/main">
              <a:ext uri="{FF2B5EF4-FFF2-40B4-BE49-F238E27FC236}">
                <a16:creationId xmlns:a16="http://schemas.microsoft.com/office/drawing/2014/main" id="{E3F54B61-6913-42E7-AADA-737B142B6054}"/>
              </a:ext>
            </a:extLst>
          </p:cNvPr>
          <p:cNvSpPr>
            <a:spLocks xmlns:a="http://schemas.openxmlformats.org/drawingml/2006/main" noGrp="1"/>
          </p:cNvSpPr>
          <p:nvPr/>
        </p:nvSpPr>
        <p:spPr>
          <a:xfrm xmlns:a="http://schemas.openxmlformats.org/drawingml/2006/main">
            <a:off x="838200" y="2514600"/>
            <a:ext cx="1952625" cy="933450"/>
          </a:xfrm>
          <a:prstGeom xmlns:a="http://schemas.openxmlformats.org/drawingml/2006/main" prst="rect">
            <a:avLst/>
          </a:prstGeom>
          <a:solidFill xmlns:a="http://schemas.openxmlformats.org/drawingml/2006/main">
            <a:srgbClr val="10BFD9"/>
          </a:solidFill>
          <a:ln xmlns:a="http://schemas.openxmlformats.org/drawingml/2006/main" w="19050">
            <a:solidFill>
              <a:srgbClr val="F4F8FC"/>
            </a:solidFill>
            <a:prstDash val="solid"/>
          </a:ln>
        </p:spPr>
      </p:sp>
      <p:sp>
        <p:nvSpPr>
          <p:cNvPr id="6" name="s21-segment-name-0">
            <a:extLst xmlns:a="http://schemas.openxmlformats.org/drawingml/2006/main">
              <a:ext uri="{FF2B5EF4-FFF2-40B4-BE49-F238E27FC236}">
                <a16:creationId xmlns:a16="http://schemas.microsoft.com/office/drawing/2014/main" id="{80BB8A54-8CF3-46AF-8DEF-904696261BFA}"/>
              </a:ext>
            </a:extLst>
          </p:cNvPr>
          <p:cNvSpPr>
            <a:spLocks xmlns:a="http://schemas.openxmlformats.org/drawingml/2006/main" noGrp="1"/>
          </p:cNvSpPr>
          <p:nvPr/>
        </p:nvSpPr>
        <p:spPr>
          <a:xfrm xmlns:a="http://schemas.openxmlformats.org/drawingml/2006/main">
            <a:off x="914400" y="2676525"/>
            <a:ext cx="18002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Συγχρονισμός</a:t>
            </a:r>
          </a:p>
        </p:txBody>
      </p:sp>
      <p:sp>
        <p:nvSpPr>
          <p:cNvPr id="7" name="s21-segment-code-0">
            <a:extLst xmlns:a="http://schemas.openxmlformats.org/drawingml/2006/main">
              <a:ext uri="{FF2B5EF4-FFF2-40B4-BE49-F238E27FC236}">
                <a16:creationId xmlns:a16="http://schemas.microsoft.com/office/drawing/2014/main" id="{441D8C0F-8934-4E3F-99C9-E0B02923E0CF}"/>
              </a:ext>
            </a:extLst>
          </p:cNvPr>
          <p:cNvSpPr>
            <a:spLocks xmlns:a="http://schemas.openxmlformats.org/drawingml/2006/main" noGrp="1"/>
          </p:cNvSpPr>
          <p:nvPr/>
        </p:nvSpPr>
        <p:spPr>
          <a:xfrm xmlns:a="http://schemas.openxmlformats.org/drawingml/2006/main">
            <a:off x="914400" y="3000375"/>
            <a:ext cx="18002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1D31"/>
                </a:solidFill>
                <a:latin typeface="DejaVu Sans"/>
                <a:ea typeface="DejaVu Sans"/>
                <a:cs typeface="DejaVu Sans"/>
              </a:defRPr>
            </a:defPPr>
            <a:lvl1pPr algn="ctr">
              <a:defRPr sz="975" b="1">
                <a:solidFill>
                  <a:srgbClr val="101D31"/>
                </a:solidFill>
                <a:latin typeface="DejaVu Sans"/>
                <a:ea typeface="DejaVu Sans"/>
                <a:cs typeface="DejaVu Sans"/>
              </a:defRPr>
            </a:lvl1pPr>
            <a:lvl2pPr algn="ctr">
              <a:defRPr sz="975" b="1">
                <a:solidFill>
                  <a:srgbClr val="101D31"/>
                </a:solidFill>
                <a:latin typeface="DejaVu Sans"/>
                <a:ea typeface="DejaVu Sans"/>
                <a:cs typeface="DejaVu Sans"/>
              </a:defRPr>
            </a:lvl2pPr>
            <a:lvl3pPr algn="ctr">
              <a:defRPr sz="975" b="1">
                <a:solidFill>
                  <a:srgbClr val="101D31"/>
                </a:solidFill>
                <a:latin typeface="DejaVu Sans"/>
                <a:ea typeface="DejaVu Sans"/>
                <a:cs typeface="DejaVu Sans"/>
              </a:defRPr>
            </a:lvl3pPr>
            <a:lvl4pPr algn="ctr">
              <a:defRPr sz="975" b="1">
                <a:solidFill>
                  <a:srgbClr val="101D31"/>
                </a:solidFill>
                <a:latin typeface="DejaVu Sans"/>
                <a:ea typeface="DejaVu Sans"/>
                <a:cs typeface="DejaVu Sans"/>
              </a:defRPr>
            </a:lvl4pPr>
            <a:lvl5pPr algn="ctr">
              <a:defRPr sz="975" b="1">
                <a:solidFill>
                  <a:srgbClr val="101D31"/>
                </a:solidFill>
                <a:latin typeface="DejaVu Sans"/>
                <a:ea typeface="DejaVu Sans"/>
                <a:cs typeface="DejaVu Sans"/>
              </a:defRPr>
            </a:lvl5pPr>
            <a:lvl6pPr algn="ctr">
              <a:defRPr sz="975" b="1">
                <a:solidFill>
                  <a:srgbClr val="101D31"/>
                </a:solidFill>
                <a:latin typeface="DejaVu Sans"/>
                <a:ea typeface="DejaVu Sans"/>
                <a:cs typeface="DejaVu Sans"/>
              </a:defRPr>
            </a:lvl6pPr>
            <a:lvl7pPr algn="ctr">
              <a:defRPr sz="975" b="1">
                <a:solidFill>
                  <a:srgbClr val="101D31"/>
                </a:solidFill>
                <a:latin typeface="DejaVu Sans"/>
                <a:ea typeface="DejaVu Sans"/>
                <a:cs typeface="DejaVu Sans"/>
              </a:defRPr>
            </a:lvl7pPr>
            <a:lvl8pPr algn="ctr">
              <a:defRPr sz="975" b="1">
                <a:solidFill>
                  <a:srgbClr val="101D31"/>
                </a:solidFill>
                <a:latin typeface="DejaVu Sans"/>
                <a:ea typeface="DejaVu Sans"/>
                <a:cs typeface="DejaVu Sans"/>
              </a:defRPr>
            </a:lvl8pPr>
            <a:lvl9pPr algn="ctr">
              <a:defRPr sz="975" b="1">
                <a:solidFill>
                  <a:srgbClr val="101D31"/>
                </a:solidFill>
                <a:latin typeface="DejaVu Sans"/>
                <a:ea typeface="DejaVu Sans"/>
                <a:cs typeface="DejaVu Sans"/>
              </a:defRPr>
            </a:lvl9pPr>
          </a:lstStyle>
          <a:p xmlns:a="http://schemas.openxmlformats.org/drawingml/2006/main">
            <a:pPr algn="ctr">
              <a:defRPr sz="975" b="1">
                <a:solidFill>
                  <a:srgbClr val="101D31"/>
                </a:solidFill>
                <a:latin typeface="DejaVu Sans"/>
                <a:ea typeface="DejaVu Sans"/>
                <a:cs typeface="DejaVu Sans"/>
              </a:defRPr>
            </a:pPr>
            <a:r>
              <a:rPr sz="975" b="1">
                <a:solidFill>
                  <a:srgbClr val="101D31"/>
                </a:solidFill>
                <a:latin typeface="DejaVu Sans"/>
                <a:ea typeface="DejaVu Sans"/>
                <a:cs typeface="DejaVu Sans"/>
              </a:rPr>
              <a:t>SYNC_SEG</a:t>
            </a:r>
          </a:p>
        </p:txBody>
      </p:sp>
      <p:sp>
        <p:nvSpPr>
          <p:cNvPr id="8" name="s21-segment-1">
            <a:extLst xmlns:a="http://schemas.openxmlformats.org/drawingml/2006/main">
              <a:ext uri="{FF2B5EF4-FFF2-40B4-BE49-F238E27FC236}">
                <a16:creationId xmlns:a16="http://schemas.microsoft.com/office/drawing/2014/main" id="{32D6C37B-91AA-4C44-91B6-9E17BBF2E88D}"/>
              </a:ext>
            </a:extLst>
          </p:cNvPr>
          <p:cNvSpPr>
            <a:spLocks xmlns:a="http://schemas.openxmlformats.org/drawingml/2006/main" noGrp="1"/>
          </p:cNvSpPr>
          <p:nvPr/>
        </p:nvSpPr>
        <p:spPr>
          <a:xfrm xmlns:a="http://schemas.openxmlformats.org/drawingml/2006/main">
            <a:off x="2790825" y="2514600"/>
            <a:ext cx="2857500" cy="933450"/>
          </a:xfrm>
          <a:prstGeom xmlns:a="http://schemas.openxmlformats.org/drawingml/2006/main" prst="rect">
            <a:avLst/>
          </a:prstGeom>
          <a:solidFill xmlns:a="http://schemas.openxmlformats.org/drawingml/2006/main">
            <a:srgbClr val="22B77C"/>
          </a:solidFill>
          <a:ln xmlns:a="http://schemas.openxmlformats.org/drawingml/2006/main" w="19050">
            <a:solidFill>
              <a:srgbClr val="F4F8FC"/>
            </a:solidFill>
            <a:prstDash val="solid"/>
          </a:ln>
        </p:spPr>
      </p:sp>
      <p:sp>
        <p:nvSpPr>
          <p:cNvPr id="9" name="s21-segment-name-1">
            <a:extLst xmlns:a="http://schemas.openxmlformats.org/drawingml/2006/main">
              <a:ext uri="{FF2B5EF4-FFF2-40B4-BE49-F238E27FC236}">
                <a16:creationId xmlns:a16="http://schemas.microsoft.com/office/drawing/2014/main" id="{BF4B9579-EA34-45A9-8FE2-B4A6D23F41F9}"/>
              </a:ext>
            </a:extLst>
          </p:cNvPr>
          <p:cNvSpPr>
            <a:spLocks xmlns:a="http://schemas.openxmlformats.org/drawingml/2006/main" noGrp="1"/>
          </p:cNvSpPr>
          <p:nvPr/>
        </p:nvSpPr>
        <p:spPr>
          <a:xfrm xmlns:a="http://schemas.openxmlformats.org/drawingml/2006/main">
            <a:off x="2867025" y="2676525"/>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Καθυστέρηση δικτύου</a:t>
            </a:r>
          </a:p>
        </p:txBody>
      </p:sp>
      <p:sp>
        <p:nvSpPr>
          <p:cNvPr id="10" name="s21-segment-code-1">
            <a:extLst xmlns:a="http://schemas.openxmlformats.org/drawingml/2006/main">
              <a:ext uri="{FF2B5EF4-FFF2-40B4-BE49-F238E27FC236}">
                <a16:creationId xmlns:a16="http://schemas.microsoft.com/office/drawing/2014/main" id="{2530156C-2EC4-4834-BC2D-CFFF032EEE02}"/>
              </a:ext>
            </a:extLst>
          </p:cNvPr>
          <p:cNvSpPr>
            <a:spLocks xmlns:a="http://schemas.openxmlformats.org/drawingml/2006/main" noGrp="1"/>
          </p:cNvSpPr>
          <p:nvPr/>
        </p:nvSpPr>
        <p:spPr>
          <a:xfrm xmlns:a="http://schemas.openxmlformats.org/drawingml/2006/main">
            <a:off x="2867025" y="3000375"/>
            <a:ext cx="270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1D31"/>
                </a:solidFill>
                <a:latin typeface="DejaVu Sans"/>
                <a:ea typeface="DejaVu Sans"/>
                <a:cs typeface="DejaVu Sans"/>
              </a:defRPr>
            </a:defPPr>
            <a:lvl1pPr algn="ctr">
              <a:defRPr sz="975" b="1">
                <a:solidFill>
                  <a:srgbClr val="101D31"/>
                </a:solidFill>
                <a:latin typeface="DejaVu Sans"/>
                <a:ea typeface="DejaVu Sans"/>
                <a:cs typeface="DejaVu Sans"/>
              </a:defRPr>
            </a:lvl1pPr>
            <a:lvl2pPr algn="ctr">
              <a:defRPr sz="975" b="1">
                <a:solidFill>
                  <a:srgbClr val="101D31"/>
                </a:solidFill>
                <a:latin typeface="DejaVu Sans"/>
                <a:ea typeface="DejaVu Sans"/>
                <a:cs typeface="DejaVu Sans"/>
              </a:defRPr>
            </a:lvl2pPr>
            <a:lvl3pPr algn="ctr">
              <a:defRPr sz="975" b="1">
                <a:solidFill>
                  <a:srgbClr val="101D31"/>
                </a:solidFill>
                <a:latin typeface="DejaVu Sans"/>
                <a:ea typeface="DejaVu Sans"/>
                <a:cs typeface="DejaVu Sans"/>
              </a:defRPr>
            </a:lvl3pPr>
            <a:lvl4pPr algn="ctr">
              <a:defRPr sz="975" b="1">
                <a:solidFill>
                  <a:srgbClr val="101D31"/>
                </a:solidFill>
                <a:latin typeface="DejaVu Sans"/>
                <a:ea typeface="DejaVu Sans"/>
                <a:cs typeface="DejaVu Sans"/>
              </a:defRPr>
            </a:lvl4pPr>
            <a:lvl5pPr algn="ctr">
              <a:defRPr sz="975" b="1">
                <a:solidFill>
                  <a:srgbClr val="101D31"/>
                </a:solidFill>
                <a:latin typeface="DejaVu Sans"/>
                <a:ea typeface="DejaVu Sans"/>
                <a:cs typeface="DejaVu Sans"/>
              </a:defRPr>
            </a:lvl5pPr>
            <a:lvl6pPr algn="ctr">
              <a:defRPr sz="975" b="1">
                <a:solidFill>
                  <a:srgbClr val="101D31"/>
                </a:solidFill>
                <a:latin typeface="DejaVu Sans"/>
                <a:ea typeface="DejaVu Sans"/>
                <a:cs typeface="DejaVu Sans"/>
              </a:defRPr>
            </a:lvl6pPr>
            <a:lvl7pPr algn="ctr">
              <a:defRPr sz="975" b="1">
                <a:solidFill>
                  <a:srgbClr val="101D31"/>
                </a:solidFill>
                <a:latin typeface="DejaVu Sans"/>
                <a:ea typeface="DejaVu Sans"/>
                <a:cs typeface="DejaVu Sans"/>
              </a:defRPr>
            </a:lvl7pPr>
            <a:lvl8pPr algn="ctr">
              <a:defRPr sz="975" b="1">
                <a:solidFill>
                  <a:srgbClr val="101D31"/>
                </a:solidFill>
                <a:latin typeface="DejaVu Sans"/>
                <a:ea typeface="DejaVu Sans"/>
                <a:cs typeface="DejaVu Sans"/>
              </a:defRPr>
            </a:lvl8pPr>
            <a:lvl9pPr algn="ctr">
              <a:defRPr sz="975" b="1">
                <a:solidFill>
                  <a:srgbClr val="101D31"/>
                </a:solidFill>
                <a:latin typeface="DejaVu Sans"/>
                <a:ea typeface="DejaVu Sans"/>
                <a:cs typeface="DejaVu Sans"/>
              </a:defRPr>
            </a:lvl9pPr>
          </a:lstStyle>
          <a:p xmlns:a="http://schemas.openxmlformats.org/drawingml/2006/main">
            <a:pPr algn="ctr">
              <a:defRPr sz="975" b="1">
                <a:solidFill>
                  <a:srgbClr val="101D31"/>
                </a:solidFill>
                <a:latin typeface="DejaVu Sans"/>
                <a:ea typeface="DejaVu Sans"/>
                <a:cs typeface="DejaVu Sans"/>
              </a:defRPr>
            </a:pPr>
            <a:r>
              <a:rPr sz="975" b="1">
                <a:solidFill>
                  <a:srgbClr val="101D31"/>
                </a:solidFill>
                <a:latin typeface="DejaVu Sans"/>
                <a:ea typeface="DejaVu Sans"/>
                <a:cs typeface="DejaVu Sans"/>
              </a:rPr>
              <a:t>PROP_SEG</a:t>
            </a:r>
          </a:p>
        </p:txBody>
      </p:sp>
      <p:sp>
        <p:nvSpPr>
          <p:cNvPr id="11" name="s21-segment-2">
            <a:extLst xmlns:a="http://schemas.openxmlformats.org/drawingml/2006/main">
              <a:ext uri="{FF2B5EF4-FFF2-40B4-BE49-F238E27FC236}">
                <a16:creationId xmlns:a16="http://schemas.microsoft.com/office/drawing/2014/main" id="{69BD9D24-53CC-4044-B5BB-DDE288E0E709}"/>
              </a:ext>
            </a:extLst>
          </p:cNvPr>
          <p:cNvSpPr>
            <a:spLocks xmlns:a="http://schemas.openxmlformats.org/drawingml/2006/main" noGrp="1"/>
          </p:cNvSpPr>
          <p:nvPr/>
        </p:nvSpPr>
        <p:spPr>
          <a:xfrm xmlns:a="http://schemas.openxmlformats.org/drawingml/2006/main">
            <a:off x="5648325" y="2514600"/>
            <a:ext cx="3000375" cy="933450"/>
          </a:xfrm>
          <a:prstGeom xmlns:a="http://schemas.openxmlformats.org/drawingml/2006/main" prst="rect">
            <a:avLst/>
          </a:prstGeom>
          <a:solidFill xmlns:a="http://schemas.openxmlformats.org/drawingml/2006/main">
            <a:srgbClr val="F7B500"/>
          </a:solidFill>
          <a:ln xmlns:a="http://schemas.openxmlformats.org/drawingml/2006/main" w="19050">
            <a:solidFill>
              <a:srgbClr val="F4F8FC"/>
            </a:solidFill>
            <a:prstDash val="solid"/>
          </a:ln>
        </p:spPr>
      </p:sp>
      <p:sp>
        <p:nvSpPr>
          <p:cNvPr id="12" name="s21-segment-name-2">
            <a:extLst xmlns:a="http://schemas.openxmlformats.org/drawingml/2006/main">
              <a:ext uri="{FF2B5EF4-FFF2-40B4-BE49-F238E27FC236}">
                <a16:creationId xmlns:a16="http://schemas.microsoft.com/office/drawing/2014/main" id="{021D8DEE-8903-4A0C-B4D0-43092FA7F453}"/>
              </a:ext>
            </a:extLst>
          </p:cNvPr>
          <p:cNvSpPr>
            <a:spLocks xmlns:a="http://schemas.openxmlformats.org/drawingml/2006/main" noGrp="1"/>
          </p:cNvSpPr>
          <p:nvPr/>
        </p:nvSpPr>
        <p:spPr>
          <a:xfrm xmlns:a="http://schemas.openxmlformats.org/drawingml/2006/main">
            <a:off x="5724525" y="2676525"/>
            <a:ext cx="28479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Φάση 1</a:t>
            </a:r>
          </a:p>
        </p:txBody>
      </p:sp>
      <p:sp>
        <p:nvSpPr>
          <p:cNvPr id="13" name="s21-segment-code-2">
            <a:extLst xmlns:a="http://schemas.openxmlformats.org/drawingml/2006/main">
              <a:ext uri="{FF2B5EF4-FFF2-40B4-BE49-F238E27FC236}">
                <a16:creationId xmlns:a16="http://schemas.microsoft.com/office/drawing/2014/main" id="{D4B7CB95-8C91-4369-B276-8869836C226F}"/>
              </a:ext>
            </a:extLst>
          </p:cNvPr>
          <p:cNvSpPr>
            <a:spLocks xmlns:a="http://schemas.openxmlformats.org/drawingml/2006/main" noGrp="1"/>
          </p:cNvSpPr>
          <p:nvPr/>
        </p:nvSpPr>
        <p:spPr>
          <a:xfrm xmlns:a="http://schemas.openxmlformats.org/drawingml/2006/main">
            <a:off x="5724525" y="3000375"/>
            <a:ext cx="2847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1D31"/>
                </a:solidFill>
                <a:latin typeface="DejaVu Sans"/>
                <a:ea typeface="DejaVu Sans"/>
                <a:cs typeface="DejaVu Sans"/>
              </a:defRPr>
            </a:defPPr>
            <a:lvl1pPr algn="ctr">
              <a:defRPr sz="975" b="1">
                <a:solidFill>
                  <a:srgbClr val="101D31"/>
                </a:solidFill>
                <a:latin typeface="DejaVu Sans"/>
                <a:ea typeface="DejaVu Sans"/>
                <a:cs typeface="DejaVu Sans"/>
              </a:defRPr>
            </a:lvl1pPr>
            <a:lvl2pPr algn="ctr">
              <a:defRPr sz="975" b="1">
                <a:solidFill>
                  <a:srgbClr val="101D31"/>
                </a:solidFill>
                <a:latin typeface="DejaVu Sans"/>
                <a:ea typeface="DejaVu Sans"/>
                <a:cs typeface="DejaVu Sans"/>
              </a:defRPr>
            </a:lvl2pPr>
            <a:lvl3pPr algn="ctr">
              <a:defRPr sz="975" b="1">
                <a:solidFill>
                  <a:srgbClr val="101D31"/>
                </a:solidFill>
                <a:latin typeface="DejaVu Sans"/>
                <a:ea typeface="DejaVu Sans"/>
                <a:cs typeface="DejaVu Sans"/>
              </a:defRPr>
            </a:lvl3pPr>
            <a:lvl4pPr algn="ctr">
              <a:defRPr sz="975" b="1">
                <a:solidFill>
                  <a:srgbClr val="101D31"/>
                </a:solidFill>
                <a:latin typeface="DejaVu Sans"/>
                <a:ea typeface="DejaVu Sans"/>
                <a:cs typeface="DejaVu Sans"/>
              </a:defRPr>
            </a:lvl4pPr>
            <a:lvl5pPr algn="ctr">
              <a:defRPr sz="975" b="1">
                <a:solidFill>
                  <a:srgbClr val="101D31"/>
                </a:solidFill>
                <a:latin typeface="DejaVu Sans"/>
                <a:ea typeface="DejaVu Sans"/>
                <a:cs typeface="DejaVu Sans"/>
              </a:defRPr>
            </a:lvl5pPr>
            <a:lvl6pPr algn="ctr">
              <a:defRPr sz="975" b="1">
                <a:solidFill>
                  <a:srgbClr val="101D31"/>
                </a:solidFill>
                <a:latin typeface="DejaVu Sans"/>
                <a:ea typeface="DejaVu Sans"/>
                <a:cs typeface="DejaVu Sans"/>
              </a:defRPr>
            </a:lvl6pPr>
            <a:lvl7pPr algn="ctr">
              <a:defRPr sz="975" b="1">
                <a:solidFill>
                  <a:srgbClr val="101D31"/>
                </a:solidFill>
                <a:latin typeface="DejaVu Sans"/>
                <a:ea typeface="DejaVu Sans"/>
                <a:cs typeface="DejaVu Sans"/>
              </a:defRPr>
            </a:lvl7pPr>
            <a:lvl8pPr algn="ctr">
              <a:defRPr sz="975" b="1">
                <a:solidFill>
                  <a:srgbClr val="101D31"/>
                </a:solidFill>
                <a:latin typeface="DejaVu Sans"/>
                <a:ea typeface="DejaVu Sans"/>
                <a:cs typeface="DejaVu Sans"/>
              </a:defRPr>
            </a:lvl8pPr>
            <a:lvl9pPr algn="ctr">
              <a:defRPr sz="975" b="1">
                <a:solidFill>
                  <a:srgbClr val="101D31"/>
                </a:solidFill>
                <a:latin typeface="DejaVu Sans"/>
                <a:ea typeface="DejaVu Sans"/>
                <a:cs typeface="DejaVu Sans"/>
              </a:defRPr>
            </a:lvl9pPr>
          </a:lstStyle>
          <a:p xmlns:a="http://schemas.openxmlformats.org/drawingml/2006/main">
            <a:pPr algn="ctr">
              <a:defRPr sz="975" b="1">
                <a:solidFill>
                  <a:srgbClr val="101D31"/>
                </a:solidFill>
                <a:latin typeface="DejaVu Sans"/>
                <a:ea typeface="DejaVu Sans"/>
                <a:cs typeface="DejaVu Sans"/>
              </a:defRPr>
            </a:pPr>
            <a:r>
              <a:rPr sz="975" b="1">
                <a:solidFill>
                  <a:srgbClr val="101D31"/>
                </a:solidFill>
                <a:latin typeface="DejaVu Sans"/>
                <a:ea typeface="DejaVu Sans"/>
                <a:cs typeface="DejaVu Sans"/>
              </a:rPr>
              <a:t>PHASE_SEG1</a:t>
            </a:r>
          </a:p>
        </p:txBody>
      </p:sp>
      <p:sp>
        <p:nvSpPr>
          <p:cNvPr id="14" name="s21-segment-3">
            <a:extLst xmlns:a="http://schemas.openxmlformats.org/drawingml/2006/main">
              <a:ext uri="{FF2B5EF4-FFF2-40B4-BE49-F238E27FC236}">
                <a16:creationId xmlns:a16="http://schemas.microsoft.com/office/drawing/2014/main" id="{8C0E0330-53D2-453D-8E7B-72557E4E4A18}"/>
              </a:ext>
            </a:extLst>
          </p:cNvPr>
          <p:cNvSpPr>
            <a:spLocks xmlns:a="http://schemas.openxmlformats.org/drawingml/2006/main" noGrp="1"/>
          </p:cNvSpPr>
          <p:nvPr/>
        </p:nvSpPr>
        <p:spPr>
          <a:xfrm xmlns:a="http://schemas.openxmlformats.org/drawingml/2006/main">
            <a:off x="8648700" y="2514600"/>
            <a:ext cx="2705100" cy="933450"/>
          </a:xfrm>
          <a:prstGeom xmlns:a="http://schemas.openxmlformats.org/drawingml/2006/main" prst="rect">
            <a:avLst/>
          </a:prstGeom>
          <a:solidFill xmlns:a="http://schemas.openxmlformats.org/drawingml/2006/main">
            <a:srgbClr val="E87936"/>
          </a:solidFill>
          <a:ln xmlns:a="http://schemas.openxmlformats.org/drawingml/2006/main" w="19050">
            <a:solidFill>
              <a:srgbClr val="F4F8FC"/>
            </a:solidFill>
            <a:prstDash val="solid"/>
          </a:ln>
        </p:spPr>
      </p:sp>
      <p:sp>
        <p:nvSpPr>
          <p:cNvPr id="15" name="s21-segment-name-3">
            <a:extLst xmlns:a="http://schemas.openxmlformats.org/drawingml/2006/main">
              <a:ext uri="{FF2B5EF4-FFF2-40B4-BE49-F238E27FC236}">
                <a16:creationId xmlns:a16="http://schemas.microsoft.com/office/drawing/2014/main" id="{01DEA946-78CF-4F66-9013-2775FA19640B}"/>
              </a:ext>
            </a:extLst>
          </p:cNvPr>
          <p:cNvSpPr>
            <a:spLocks xmlns:a="http://schemas.openxmlformats.org/drawingml/2006/main" noGrp="1"/>
          </p:cNvSpPr>
          <p:nvPr/>
        </p:nvSpPr>
        <p:spPr>
          <a:xfrm xmlns:a="http://schemas.openxmlformats.org/drawingml/2006/main">
            <a:off x="8724900" y="2676525"/>
            <a:ext cx="2552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101D31"/>
                </a:solidFill>
                <a:latin typeface="DejaVu Sans"/>
                <a:ea typeface="DejaVu Sans"/>
                <a:cs typeface="DejaVu Sans"/>
              </a:defRPr>
            </a:defPPr>
            <a:lvl1pPr algn="ctr">
              <a:defRPr sz="1200" b="1">
                <a:solidFill>
                  <a:srgbClr val="101D31"/>
                </a:solidFill>
                <a:latin typeface="DejaVu Sans"/>
                <a:ea typeface="DejaVu Sans"/>
                <a:cs typeface="DejaVu Sans"/>
              </a:defRPr>
            </a:lvl1pPr>
            <a:lvl2pPr algn="ctr">
              <a:defRPr sz="1200" b="1">
                <a:solidFill>
                  <a:srgbClr val="101D31"/>
                </a:solidFill>
                <a:latin typeface="DejaVu Sans"/>
                <a:ea typeface="DejaVu Sans"/>
                <a:cs typeface="DejaVu Sans"/>
              </a:defRPr>
            </a:lvl2pPr>
            <a:lvl3pPr algn="ctr">
              <a:defRPr sz="1200" b="1">
                <a:solidFill>
                  <a:srgbClr val="101D31"/>
                </a:solidFill>
                <a:latin typeface="DejaVu Sans"/>
                <a:ea typeface="DejaVu Sans"/>
                <a:cs typeface="DejaVu Sans"/>
              </a:defRPr>
            </a:lvl3pPr>
            <a:lvl4pPr algn="ctr">
              <a:defRPr sz="1200" b="1">
                <a:solidFill>
                  <a:srgbClr val="101D31"/>
                </a:solidFill>
                <a:latin typeface="DejaVu Sans"/>
                <a:ea typeface="DejaVu Sans"/>
                <a:cs typeface="DejaVu Sans"/>
              </a:defRPr>
            </a:lvl4pPr>
            <a:lvl5pPr algn="ctr">
              <a:defRPr sz="1200" b="1">
                <a:solidFill>
                  <a:srgbClr val="101D31"/>
                </a:solidFill>
                <a:latin typeface="DejaVu Sans"/>
                <a:ea typeface="DejaVu Sans"/>
                <a:cs typeface="DejaVu Sans"/>
              </a:defRPr>
            </a:lvl5pPr>
            <a:lvl6pPr algn="ctr">
              <a:defRPr sz="1200" b="1">
                <a:solidFill>
                  <a:srgbClr val="101D31"/>
                </a:solidFill>
                <a:latin typeface="DejaVu Sans"/>
                <a:ea typeface="DejaVu Sans"/>
                <a:cs typeface="DejaVu Sans"/>
              </a:defRPr>
            </a:lvl6pPr>
            <a:lvl7pPr algn="ctr">
              <a:defRPr sz="1200" b="1">
                <a:solidFill>
                  <a:srgbClr val="101D31"/>
                </a:solidFill>
                <a:latin typeface="DejaVu Sans"/>
                <a:ea typeface="DejaVu Sans"/>
                <a:cs typeface="DejaVu Sans"/>
              </a:defRPr>
            </a:lvl7pPr>
            <a:lvl8pPr algn="ctr">
              <a:defRPr sz="1200" b="1">
                <a:solidFill>
                  <a:srgbClr val="101D31"/>
                </a:solidFill>
                <a:latin typeface="DejaVu Sans"/>
                <a:ea typeface="DejaVu Sans"/>
                <a:cs typeface="DejaVu Sans"/>
              </a:defRPr>
            </a:lvl8pPr>
            <a:lvl9pPr algn="ctr">
              <a:defRPr sz="1200" b="1">
                <a:solidFill>
                  <a:srgbClr val="101D31"/>
                </a:solidFill>
                <a:latin typeface="DejaVu Sans"/>
                <a:ea typeface="DejaVu Sans"/>
                <a:cs typeface="DejaVu Sans"/>
              </a:defRPr>
            </a:lvl9pPr>
          </a:lstStyle>
          <a:p xmlns:a="http://schemas.openxmlformats.org/drawingml/2006/main">
            <a:pPr algn="ctr">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Φάση 2</a:t>
            </a:r>
          </a:p>
        </p:txBody>
      </p:sp>
      <p:sp>
        <p:nvSpPr>
          <p:cNvPr id="16" name="s21-segment-code-3">
            <a:extLst xmlns:a="http://schemas.openxmlformats.org/drawingml/2006/main">
              <a:ext uri="{FF2B5EF4-FFF2-40B4-BE49-F238E27FC236}">
                <a16:creationId xmlns:a16="http://schemas.microsoft.com/office/drawing/2014/main" id="{11A355E8-2034-4A42-A87D-C49F3858A757}"/>
              </a:ext>
            </a:extLst>
          </p:cNvPr>
          <p:cNvSpPr>
            <a:spLocks xmlns:a="http://schemas.openxmlformats.org/drawingml/2006/main" noGrp="1"/>
          </p:cNvSpPr>
          <p:nvPr/>
        </p:nvSpPr>
        <p:spPr>
          <a:xfrm xmlns:a="http://schemas.openxmlformats.org/drawingml/2006/main">
            <a:off x="8724900" y="3000375"/>
            <a:ext cx="2552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1D31"/>
                </a:solidFill>
                <a:latin typeface="DejaVu Sans"/>
                <a:ea typeface="DejaVu Sans"/>
                <a:cs typeface="DejaVu Sans"/>
              </a:defRPr>
            </a:defPPr>
            <a:lvl1pPr algn="ctr">
              <a:defRPr sz="975" b="1">
                <a:solidFill>
                  <a:srgbClr val="101D31"/>
                </a:solidFill>
                <a:latin typeface="DejaVu Sans"/>
                <a:ea typeface="DejaVu Sans"/>
                <a:cs typeface="DejaVu Sans"/>
              </a:defRPr>
            </a:lvl1pPr>
            <a:lvl2pPr algn="ctr">
              <a:defRPr sz="975" b="1">
                <a:solidFill>
                  <a:srgbClr val="101D31"/>
                </a:solidFill>
                <a:latin typeface="DejaVu Sans"/>
                <a:ea typeface="DejaVu Sans"/>
                <a:cs typeface="DejaVu Sans"/>
              </a:defRPr>
            </a:lvl2pPr>
            <a:lvl3pPr algn="ctr">
              <a:defRPr sz="975" b="1">
                <a:solidFill>
                  <a:srgbClr val="101D31"/>
                </a:solidFill>
                <a:latin typeface="DejaVu Sans"/>
                <a:ea typeface="DejaVu Sans"/>
                <a:cs typeface="DejaVu Sans"/>
              </a:defRPr>
            </a:lvl3pPr>
            <a:lvl4pPr algn="ctr">
              <a:defRPr sz="975" b="1">
                <a:solidFill>
                  <a:srgbClr val="101D31"/>
                </a:solidFill>
                <a:latin typeface="DejaVu Sans"/>
                <a:ea typeface="DejaVu Sans"/>
                <a:cs typeface="DejaVu Sans"/>
              </a:defRPr>
            </a:lvl4pPr>
            <a:lvl5pPr algn="ctr">
              <a:defRPr sz="975" b="1">
                <a:solidFill>
                  <a:srgbClr val="101D31"/>
                </a:solidFill>
                <a:latin typeface="DejaVu Sans"/>
                <a:ea typeface="DejaVu Sans"/>
                <a:cs typeface="DejaVu Sans"/>
              </a:defRPr>
            </a:lvl5pPr>
            <a:lvl6pPr algn="ctr">
              <a:defRPr sz="975" b="1">
                <a:solidFill>
                  <a:srgbClr val="101D31"/>
                </a:solidFill>
                <a:latin typeface="DejaVu Sans"/>
                <a:ea typeface="DejaVu Sans"/>
                <a:cs typeface="DejaVu Sans"/>
              </a:defRPr>
            </a:lvl6pPr>
            <a:lvl7pPr algn="ctr">
              <a:defRPr sz="975" b="1">
                <a:solidFill>
                  <a:srgbClr val="101D31"/>
                </a:solidFill>
                <a:latin typeface="DejaVu Sans"/>
                <a:ea typeface="DejaVu Sans"/>
                <a:cs typeface="DejaVu Sans"/>
              </a:defRPr>
            </a:lvl7pPr>
            <a:lvl8pPr algn="ctr">
              <a:defRPr sz="975" b="1">
                <a:solidFill>
                  <a:srgbClr val="101D31"/>
                </a:solidFill>
                <a:latin typeface="DejaVu Sans"/>
                <a:ea typeface="DejaVu Sans"/>
                <a:cs typeface="DejaVu Sans"/>
              </a:defRPr>
            </a:lvl8pPr>
            <a:lvl9pPr algn="ctr">
              <a:defRPr sz="975" b="1">
                <a:solidFill>
                  <a:srgbClr val="101D31"/>
                </a:solidFill>
                <a:latin typeface="DejaVu Sans"/>
                <a:ea typeface="DejaVu Sans"/>
                <a:cs typeface="DejaVu Sans"/>
              </a:defRPr>
            </a:lvl9pPr>
          </a:lstStyle>
          <a:p xmlns:a="http://schemas.openxmlformats.org/drawingml/2006/main">
            <a:pPr algn="ctr">
              <a:defRPr sz="975" b="1">
                <a:solidFill>
                  <a:srgbClr val="101D31"/>
                </a:solidFill>
                <a:latin typeface="DejaVu Sans"/>
                <a:ea typeface="DejaVu Sans"/>
                <a:cs typeface="DejaVu Sans"/>
              </a:defRPr>
            </a:pPr>
            <a:r>
              <a:rPr sz="975" b="1">
                <a:solidFill>
                  <a:srgbClr val="101D31"/>
                </a:solidFill>
                <a:latin typeface="DejaVu Sans"/>
                <a:ea typeface="DejaVu Sans"/>
                <a:cs typeface="DejaVu Sans"/>
              </a:rPr>
              <a:t>PHASE_SEG2</a:t>
            </a:r>
          </a:p>
        </p:txBody>
      </p:sp>
      <p:sp>
        <p:nvSpPr>
          <p:cNvPr id="17" name="s21-sample-line">
            <a:extLst xmlns:a="http://schemas.openxmlformats.org/drawingml/2006/main">
              <a:ext uri="{FF2B5EF4-FFF2-40B4-BE49-F238E27FC236}">
                <a16:creationId xmlns:a16="http://schemas.microsoft.com/office/drawing/2014/main" id="{D3B619D8-BCE8-4C70-99F8-701580CAE072}"/>
              </a:ext>
            </a:extLst>
          </p:cNvPr>
          <p:cNvSpPr>
            <a:spLocks xmlns:a="http://schemas.openxmlformats.org/drawingml/2006/main" noGrp="1"/>
          </p:cNvSpPr>
          <p:nvPr/>
        </p:nvSpPr>
        <p:spPr>
          <a:xfrm xmlns:a="http://schemas.openxmlformats.org/drawingml/2006/main">
            <a:off x="8629650" y="2343150"/>
            <a:ext cx="38100" cy="1362075"/>
          </a:xfrm>
          <a:prstGeom xmlns:a="http://schemas.openxmlformats.org/drawingml/2006/main" prst="rect">
            <a:avLst/>
          </a:prstGeom>
          <a:solidFill xmlns:a="http://schemas.openxmlformats.org/drawingml/2006/main">
            <a:srgbClr val="071426"/>
          </a:solidFill>
          <a:ln xmlns:a="http://schemas.openxmlformats.org/drawingml/2006/main" w="0">
            <a:noFill/>
            <a:prstDash val="solid"/>
          </a:ln>
        </p:spPr>
      </p:sp>
      <p:sp>
        <p:nvSpPr>
          <p:cNvPr id="18" name="s21-sample-dot">
            <a:extLst xmlns:a="http://schemas.openxmlformats.org/drawingml/2006/main">
              <a:ext uri="{FF2B5EF4-FFF2-40B4-BE49-F238E27FC236}">
                <a16:creationId xmlns:a16="http://schemas.microsoft.com/office/drawing/2014/main" id="{11A0D07D-428D-4B46-86B5-9AD12570CC0F}"/>
              </a:ext>
            </a:extLst>
          </p:cNvPr>
          <p:cNvSpPr>
            <a:spLocks xmlns:a="http://schemas.openxmlformats.org/drawingml/2006/main" noGrp="1"/>
          </p:cNvSpPr>
          <p:nvPr/>
        </p:nvSpPr>
        <p:spPr>
          <a:xfrm xmlns:a="http://schemas.openxmlformats.org/drawingml/2006/main">
            <a:off x="8572500" y="2286000"/>
            <a:ext cx="152400" cy="152400"/>
          </a:xfrm>
          <a:prstGeom xmlns:a="http://schemas.openxmlformats.org/drawingml/2006/main" prst="ellipse">
            <a:avLst/>
          </a:prstGeom>
          <a:solidFill xmlns:a="http://schemas.openxmlformats.org/drawingml/2006/main">
            <a:srgbClr val="071426"/>
          </a:solidFill>
          <a:ln xmlns:a="http://schemas.openxmlformats.org/drawingml/2006/main" w="0">
            <a:noFill/>
            <a:prstDash val="solid"/>
          </a:ln>
        </p:spPr>
      </p:sp>
      <p:sp>
        <p:nvSpPr>
          <p:cNvPr id="19" name="s21-sample-label">
            <a:extLst xmlns:a="http://schemas.openxmlformats.org/drawingml/2006/main">
              <a:ext uri="{FF2B5EF4-FFF2-40B4-BE49-F238E27FC236}">
                <a16:creationId xmlns:a16="http://schemas.microsoft.com/office/drawing/2014/main" id="{42D76D71-CF21-4695-9AD1-0905BF3A5709}"/>
              </a:ext>
            </a:extLst>
          </p:cNvPr>
          <p:cNvSpPr>
            <a:spLocks xmlns:a="http://schemas.openxmlformats.org/drawingml/2006/main" noGrp="1"/>
          </p:cNvSpPr>
          <p:nvPr/>
        </p:nvSpPr>
        <p:spPr>
          <a:xfrm xmlns:a="http://schemas.openxmlformats.org/drawingml/2006/main">
            <a:off x="7391400" y="2009775"/>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071426"/>
                </a:solidFill>
                <a:latin typeface="DejaVu Sans"/>
                <a:ea typeface="DejaVu Sans"/>
                <a:cs typeface="DejaVu Sans"/>
              </a:defRPr>
            </a:defPPr>
            <a:lvl1pPr algn="ctr">
              <a:defRPr sz="975" b="1">
                <a:solidFill>
                  <a:srgbClr val="071426"/>
                </a:solidFill>
                <a:latin typeface="DejaVu Sans"/>
                <a:ea typeface="DejaVu Sans"/>
                <a:cs typeface="DejaVu Sans"/>
              </a:defRPr>
            </a:lvl1pPr>
            <a:lvl2pPr algn="ctr">
              <a:defRPr sz="975" b="1">
                <a:solidFill>
                  <a:srgbClr val="071426"/>
                </a:solidFill>
                <a:latin typeface="DejaVu Sans"/>
                <a:ea typeface="DejaVu Sans"/>
                <a:cs typeface="DejaVu Sans"/>
              </a:defRPr>
            </a:lvl2pPr>
            <a:lvl3pPr algn="ctr">
              <a:defRPr sz="975" b="1">
                <a:solidFill>
                  <a:srgbClr val="071426"/>
                </a:solidFill>
                <a:latin typeface="DejaVu Sans"/>
                <a:ea typeface="DejaVu Sans"/>
                <a:cs typeface="DejaVu Sans"/>
              </a:defRPr>
            </a:lvl3pPr>
            <a:lvl4pPr algn="ctr">
              <a:defRPr sz="975" b="1">
                <a:solidFill>
                  <a:srgbClr val="071426"/>
                </a:solidFill>
                <a:latin typeface="DejaVu Sans"/>
                <a:ea typeface="DejaVu Sans"/>
                <a:cs typeface="DejaVu Sans"/>
              </a:defRPr>
            </a:lvl4pPr>
            <a:lvl5pPr algn="ctr">
              <a:defRPr sz="975" b="1">
                <a:solidFill>
                  <a:srgbClr val="071426"/>
                </a:solidFill>
                <a:latin typeface="DejaVu Sans"/>
                <a:ea typeface="DejaVu Sans"/>
                <a:cs typeface="DejaVu Sans"/>
              </a:defRPr>
            </a:lvl5pPr>
            <a:lvl6pPr algn="ctr">
              <a:defRPr sz="975" b="1">
                <a:solidFill>
                  <a:srgbClr val="071426"/>
                </a:solidFill>
                <a:latin typeface="DejaVu Sans"/>
                <a:ea typeface="DejaVu Sans"/>
                <a:cs typeface="DejaVu Sans"/>
              </a:defRPr>
            </a:lvl6pPr>
            <a:lvl7pPr algn="ctr">
              <a:defRPr sz="975" b="1">
                <a:solidFill>
                  <a:srgbClr val="071426"/>
                </a:solidFill>
                <a:latin typeface="DejaVu Sans"/>
                <a:ea typeface="DejaVu Sans"/>
                <a:cs typeface="DejaVu Sans"/>
              </a:defRPr>
            </a:lvl7pPr>
            <a:lvl8pPr algn="ctr">
              <a:defRPr sz="975" b="1">
                <a:solidFill>
                  <a:srgbClr val="071426"/>
                </a:solidFill>
                <a:latin typeface="DejaVu Sans"/>
                <a:ea typeface="DejaVu Sans"/>
                <a:cs typeface="DejaVu Sans"/>
              </a:defRPr>
            </a:lvl8pPr>
            <a:lvl9pPr algn="ctr">
              <a:defRPr sz="975" b="1">
                <a:solidFill>
                  <a:srgbClr val="071426"/>
                </a:solidFill>
                <a:latin typeface="DejaVu Sans"/>
                <a:ea typeface="DejaVu Sans"/>
                <a:cs typeface="DejaVu Sans"/>
              </a:defRPr>
            </a:lvl9pPr>
          </a:lstStyle>
          <a:p xmlns:a="http://schemas.openxmlformats.org/drawingml/2006/main">
            <a:pPr algn="ctr">
              <a:defRPr sz="975" b="1">
                <a:solidFill>
                  <a:srgbClr val="071426"/>
                </a:solidFill>
                <a:latin typeface="DejaVu Sans"/>
                <a:ea typeface="DejaVu Sans"/>
                <a:cs typeface="DejaVu Sans"/>
              </a:defRPr>
            </a:pPr>
            <a:r>
              <a:rPr sz="975" b="1">
                <a:solidFill>
                  <a:srgbClr val="071426"/>
                </a:solidFill>
                <a:latin typeface="DejaVu Sans"/>
                <a:ea typeface="DejaVu Sans"/>
                <a:cs typeface="DejaVu Sans"/>
              </a:rPr>
              <a:t>Σημείο δειγματοληψίας</a:t>
            </a:r>
          </a:p>
        </p:txBody>
      </p:sp>
      <p:sp>
        <p:nvSpPr>
          <p:cNvPr id="20" name="s21-card-mark-0">
            <a:extLst xmlns:a="http://schemas.openxmlformats.org/drawingml/2006/main">
              <a:ext uri="{FF2B5EF4-FFF2-40B4-BE49-F238E27FC236}">
                <a16:creationId xmlns:a16="http://schemas.microsoft.com/office/drawing/2014/main" id="{DF9E2C47-5869-47D9-AB79-298AC574E779}"/>
              </a:ext>
            </a:extLst>
          </p:cNvPr>
          <p:cNvSpPr>
            <a:spLocks xmlns:a="http://schemas.openxmlformats.org/drawingml/2006/main" noGrp="1"/>
          </p:cNvSpPr>
          <p:nvPr/>
        </p:nvSpPr>
        <p:spPr>
          <a:xfrm xmlns:a="http://schemas.openxmlformats.org/drawingml/2006/main">
            <a:off x="609600" y="4210050"/>
            <a:ext cx="2524125"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1" name="s21-card-heading-0">
            <a:extLst xmlns:a="http://schemas.openxmlformats.org/drawingml/2006/main">
              <a:ext uri="{FF2B5EF4-FFF2-40B4-BE49-F238E27FC236}">
                <a16:creationId xmlns:a16="http://schemas.microsoft.com/office/drawing/2014/main" id="{C28D8E12-894F-4D0E-88CA-21C31C911CE0}"/>
              </a:ext>
            </a:extLst>
          </p:cNvPr>
          <p:cNvSpPr>
            <a:spLocks xmlns:a="http://schemas.openxmlformats.org/drawingml/2006/main" noGrp="1"/>
          </p:cNvSpPr>
          <p:nvPr/>
        </p:nvSpPr>
        <p:spPr>
          <a:xfrm xmlns:a="http://schemas.openxmlformats.org/drawingml/2006/main">
            <a:off x="609600" y="4343400"/>
            <a:ext cx="2524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01D31"/>
                </a:solidFill>
                <a:latin typeface="DejaVu Sans"/>
                <a:ea typeface="DejaVu Sans"/>
                <a:cs typeface="DejaVu Sans"/>
              </a:defRPr>
            </a:defPPr>
            <a:lvl1pPr algn="l">
              <a:defRPr sz="1275" b="1">
                <a:solidFill>
                  <a:srgbClr val="101D31"/>
                </a:solidFill>
                <a:latin typeface="DejaVu Sans"/>
                <a:ea typeface="DejaVu Sans"/>
                <a:cs typeface="DejaVu Sans"/>
              </a:defRPr>
            </a:lvl1pPr>
            <a:lvl2pPr algn="l">
              <a:defRPr sz="1275" b="1">
                <a:solidFill>
                  <a:srgbClr val="101D31"/>
                </a:solidFill>
                <a:latin typeface="DejaVu Sans"/>
                <a:ea typeface="DejaVu Sans"/>
                <a:cs typeface="DejaVu Sans"/>
              </a:defRPr>
            </a:lvl2pPr>
            <a:lvl3pPr algn="l">
              <a:defRPr sz="1275" b="1">
                <a:solidFill>
                  <a:srgbClr val="101D31"/>
                </a:solidFill>
                <a:latin typeface="DejaVu Sans"/>
                <a:ea typeface="DejaVu Sans"/>
                <a:cs typeface="DejaVu Sans"/>
              </a:defRPr>
            </a:lvl3pPr>
            <a:lvl4pPr algn="l">
              <a:defRPr sz="1275" b="1">
                <a:solidFill>
                  <a:srgbClr val="101D31"/>
                </a:solidFill>
                <a:latin typeface="DejaVu Sans"/>
                <a:ea typeface="DejaVu Sans"/>
                <a:cs typeface="DejaVu Sans"/>
              </a:defRPr>
            </a:lvl4pPr>
            <a:lvl5pPr algn="l">
              <a:defRPr sz="1275" b="1">
                <a:solidFill>
                  <a:srgbClr val="101D31"/>
                </a:solidFill>
                <a:latin typeface="DejaVu Sans"/>
                <a:ea typeface="DejaVu Sans"/>
                <a:cs typeface="DejaVu Sans"/>
              </a:defRPr>
            </a:lvl5pPr>
            <a:lvl6pPr algn="l">
              <a:defRPr sz="1275" b="1">
                <a:solidFill>
                  <a:srgbClr val="101D31"/>
                </a:solidFill>
                <a:latin typeface="DejaVu Sans"/>
                <a:ea typeface="DejaVu Sans"/>
                <a:cs typeface="DejaVu Sans"/>
              </a:defRPr>
            </a:lvl6pPr>
            <a:lvl7pPr algn="l">
              <a:defRPr sz="1275" b="1">
                <a:solidFill>
                  <a:srgbClr val="101D31"/>
                </a:solidFill>
                <a:latin typeface="DejaVu Sans"/>
                <a:ea typeface="DejaVu Sans"/>
                <a:cs typeface="DejaVu Sans"/>
              </a:defRPr>
            </a:lvl7pPr>
            <a:lvl8pPr algn="l">
              <a:defRPr sz="1275" b="1">
                <a:solidFill>
                  <a:srgbClr val="101D31"/>
                </a:solidFill>
                <a:latin typeface="DejaVu Sans"/>
                <a:ea typeface="DejaVu Sans"/>
                <a:cs typeface="DejaVu Sans"/>
              </a:defRPr>
            </a:lvl8pPr>
            <a:lvl9pPr algn="l">
              <a:defRPr sz="1275" b="1">
                <a:solidFill>
                  <a:srgbClr val="101D31"/>
                </a:solidFill>
                <a:latin typeface="DejaVu Sans"/>
                <a:ea typeface="DejaVu Sans"/>
                <a:cs typeface="DejaVu Sans"/>
              </a:defRPr>
            </a:lvl9pPr>
          </a:lstStyle>
          <a:p xmlns:a="http://schemas.openxmlformats.org/drawingml/2006/main">
            <a:pPr algn="l">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Συγχρονισμός</a:t>
            </a:r>
          </a:p>
        </p:txBody>
      </p:sp>
      <p:sp>
        <p:nvSpPr>
          <p:cNvPr id="22" name="s21-card-text-0">
            <a:extLst xmlns:a="http://schemas.openxmlformats.org/drawingml/2006/main">
              <a:ext uri="{FF2B5EF4-FFF2-40B4-BE49-F238E27FC236}">
                <a16:creationId xmlns:a16="http://schemas.microsoft.com/office/drawing/2014/main" id="{586EFC91-0B3C-4F5D-B337-B216BE86D4AE}"/>
              </a:ext>
            </a:extLst>
          </p:cNvPr>
          <p:cNvSpPr>
            <a:spLocks xmlns:a="http://schemas.openxmlformats.org/drawingml/2006/main" noGrp="1"/>
          </p:cNvSpPr>
          <p:nvPr/>
        </p:nvSpPr>
        <p:spPr>
          <a:xfrm xmlns:a="http://schemas.openxmlformats.org/drawingml/2006/main">
            <a:off x="609600" y="4676775"/>
            <a:ext cx="2524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Εδώ αναμένεται η αλλαγή του σήματος που βοηθά στον συγχρονισμό.</a:t>
            </a:r>
          </a:p>
        </p:txBody>
      </p:sp>
      <p:sp>
        <p:nvSpPr>
          <p:cNvPr id="23" name="s21-card-mark-1">
            <a:extLst xmlns:a="http://schemas.openxmlformats.org/drawingml/2006/main">
              <a:ext uri="{FF2B5EF4-FFF2-40B4-BE49-F238E27FC236}">
                <a16:creationId xmlns:a16="http://schemas.microsoft.com/office/drawing/2014/main" id="{FF3E1023-CF59-4A94-A802-E279064FAB38}"/>
              </a:ext>
            </a:extLst>
          </p:cNvPr>
          <p:cNvSpPr>
            <a:spLocks xmlns:a="http://schemas.openxmlformats.org/drawingml/2006/main" noGrp="1"/>
          </p:cNvSpPr>
          <p:nvPr/>
        </p:nvSpPr>
        <p:spPr>
          <a:xfrm xmlns:a="http://schemas.openxmlformats.org/drawingml/2006/main">
            <a:off x="3362325" y="4210050"/>
            <a:ext cx="2524125" cy="47625"/>
          </a:xfrm>
          <a:prstGeom xmlns:a="http://schemas.openxmlformats.org/drawingml/2006/main" prst="rect">
            <a:avLst/>
          </a:prstGeom>
          <a:solidFill xmlns:a="http://schemas.openxmlformats.org/drawingml/2006/main">
            <a:srgbClr val="22B77C"/>
          </a:solidFill>
          <a:ln xmlns:a="http://schemas.openxmlformats.org/drawingml/2006/main" w="0">
            <a:noFill/>
            <a:prstDash val="solid"/>
          </a:ln>
        </p:spPr>
      </p:sp>
      <p:sp>
        <p:nvSpPr>
          <p:cNvPr id="24" name="s21-card-heading-1">
            <a:extLst xmlns:a="http://schemas.openxmlformats.org/drawingml/2006/main">
              <a:ext uri="{FF2B5EF4-FFF2-40B4-BE49-F238E27FC236}">
                <a16:creationId xmlns:a16="http://schemas.microsoft.com/office/drawing/2014/main" id="{4C301FEE-D6AB-4369-8FD7-32867D3383BD}"/>
              </a:ext>
            </a:extLst>
          </p:cNvPr>
          <p:cNvSpPr>
            <a:spLocks xmlns:a="http://schemas.openxmlformats.org/drawingml/2006/main" noGrp="1"/>
          </p:cNvSpPr>
          <p:nvPr/>
        </p:nvSpPr>
        <p:spPr>
          <a:xfrm xmlns:a="http://schemas.openxmlformats.org/drawingml/2006/main">
            <a:off x="3362325" y="4343400"/>
            <a:ext cx="2524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01D31"/>
                </a:solidFill>
                <a:latin typeface="DejaVu Sans"/>
                <a:ea typeface="DejaVu Sans"/>
                <a:cs typeface="DejaVu Sans"/>
              </a:defRPr>
            </a:defPPr>
            <a:lvl1pPr algn="l">
              <a:defRPr sz="1275" b="1">
                <a:solidFill>
                  <a:srgbClr val="101D31"/>
                </a:solidFill>
                <a:latin typeface="DejaVu Sans"/>
                <a:ea typeface="DejaVu Sans"/>
                <a:cs typeface="DejaVu Sans"/>
              </a:defRPr>
            </a:lvl1pPr>
            <a:lvl2pPr algn="l">
              <a:defRPr sz="1275" b="1">
                <a:solidFill>
                  <a:srgbClr val="101D31"/>
                </a:solidFill>
                <a:latin typeface="DejaVu Sans"/>
                <a:ea typeface="DejaVu Sans"/>
                <a:cs typeface="DejaVu Sans"/>
              </a:defRPr>
            </a:lvl2pPr>
            <a:lvl3pPr algn="l">
              <a:defRPr sz="1275" b="1">
                <a:solidFill>
                  <a:srgbClr val="101D31"/>
                </a:solidFill>
                <a:latin typeface="DejaVu Sans"/>
                <a:ea typeface="DejaVu Sans"/>
                <a:cs typeface="DejaVu Sans"/>
              </a:defRPr>
            </a:lvl3pPr>
            <a:lvl4pPr algn="l">
              <a:defRPr sz="1275" b="1">
                <a:solidFill>
                  <a:srgbClr val="101D31"/>
                </a:solidFill>
                <a:latin typeface="DejaVu Sans"/>
                <a:ea typeface="DejaVu Sans"/>
                <a:cs typeface="DejaVu Sans"/>
              </a:defRPr>
            </a:lvl4pPr>
            <a:lvl5pPr algn="l">
              <a:defRPr sz="1275" b="1">
                <a:solidFill>
                  <a:srgbClr val="101D31"/>
                </a:solidFill>
                <a:latin typeface="DejaVu Sans"/>
                <a:ea typeface="DejaVu Sans"/>
                <a:cs typeface="DejaVu Sans"/>
              </a:defRPr>
            </a:lvl5pPr>
            <a:lvl6pPr algn="l">
              <a:defRPr sz="1275" b="1">
                <a:solidFill>
                  <a:srgbClr val="101D31"/>
                </a:solidFill>
                <a:latin typeface="DejaVu Sans"/>
                <a:ea typeface="DejaVu Sans"/>
                <a:cs typeface="DejaVu Sans"/>
              </a:defRPr>
            </a:lvl6pPr>
            <a:lvl7pPr algn="l">
              <a:defRPr sz="1275" b="1">
                <a:solidFill>
                  <a:srgbClr val="101D31"/>
                </a:solidFill>
                <a:latin typeface="DejaVu Sans"/>
                <a:ea typeface="DejaVu Sans"/>
                <a:cs typeface="DejaVu Sans"/>
              </a:defRPr>
            </a:lvl7pPr>
            <a:lvl8pPr algn="l">
              <a:defRPr sz="1275" b="1">
                <a:solidFill>
                  <a:srgbClr val="101D31"/>
                </a:solidFill>
                <a:latin typeface="DejaVu Sans"/>
                <a:ea typeface="DejaVu Sans"/>
                <a:cs typeface="DejaVu Sans"/>
              </a:defRPr>
            </a:lvl8pPr>
            <a:lvl9pPr algn="l">
              <a:defRPr sz="1275" b="1">
                <a:solidFill>
                  <a:srgbClr val="101D31"/>
                </a:solidFill>
                <a:latin typeface="DejaVu Sans"/>
                <a:ea typeface="DejaVu Sans"/>
                <a:cs typeface="DejaVu Sans"/>
              </a:defRPr>
            </a:lvl9pPr>
          </a:lstStyle>
          <a:p xmlns:a="http://schemas.openxmlformats.org/drawingml/2006/main">
            <a:pPr algn="l">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Καθυστέρηση δικτύου</a:t>
            </a:r>
          </a:p>
        </p:txBody>
      </p:sp>
      <p:sp>
        <p:nvSpPr>
          <p:cNvPr id="25" name="s21-card-text-1">
            <a:extLst xmlns:a="http://schemas.openxmlformats.org/drawingml/2006/main">
              <a:ext uri="{FF2B5EF4-FFF2-40B4-BE49-F238E27FC236}">
                <a16:creationId xmlns:a16="http://schemas.microsoft.com/office/drawing/2014/main" id="{C14BCCD1-CAA2-41AA-B81F-224324213D54}"/>
              </a:ext>
            </a:extLst>
          </p:cNvPr>
          <p:cNvSpPr>
            <a:spLocks xmlns:a="http://schemas.openxmlformats.org/drawingml/2006/main" noGrp="1"/>
          </p:cNvSpPr>
          <p:nvPr/>
        </p:nvSpPr>
        <p:spPr>
          <a:xfrm xmlns:a="http://schemas.openxmlformats.org/drawingml/2006/main">
            <a:off x="3362325" y="4676775"/>
            <a:ext cx="2524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Αφήνει χρόνο για καθυστερήσεις στο καλώδιο και στους κόμβους.</a:t>
            </a:r>
          </a:p>
        </p:txBody>
      </p:sp>
      <p:sp>
        <p:nvSpPr>
          <p:cNvPr id="26" name="s21-card-mark-2">
            <a:extLst xmlns:a="http://schemas.openxmlformats.org/drawingml/2006/main">
              <a:ext uri="{FF2B5EF4-FFF2-40B4-BE49-F238E27FC236}">
                <a16:creationId xmlns:a16="http://schemas.microsoft.com/office/drawing/2014/main" id="{06BEF05D-3565-442B-A56E-7A87039C058A}"/>
              </a:ext>
            </a:extLst>
          </p:cNvPr>
          <p:cNvSpPr>
            <a:spLocks xmlns:a="http://schemas.openxmlformats.org/drawingml/2006/main" noGrp="1"/>
          </p:cNvSpPr>
          <p:nvPr/>
        </p:nvSpPr>
        <p:spPr>
          <a:xfrm xmlns:a="http://schemas.openxmlformats.org/drawingml/2006/main">
            <a:off x="6115050" y="4210050"/>
            <a:ext cx="2524125"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7" name="s21-card-heading-2">
            <a:extLst xmlns:a="http://schemas.openxmlformats.org/drawingml/2006/main">
              <a:ext uri="{FF2B5EF4-FFF2-40B4-BE49-F238E27FC236}">
                <a16:creationId xmlns:a16="http://schemas.microsoft.com/office/drawing/2014/main" id="{0AE53EB4-5C6E-4C16-A456-4E2B63994C2A}"/>
              </a:ext>
            </a:extLst>
          </p:cNvPr>
          <p:cNvSpPr>
            <a:spLocks xmlns:a="http://schemas.openxmlformats.org/drawingml/2006/main" noGrp="1"/>
          </p:cNvSpPr>
          <p:nvPr/>
        </p:nvSpPr>
        <p:spPr>
          <a:xfrm xmlns:a="http://schemas.openxmlformats.org/drawingml/2006/main">
            <a:off x="6115050" y="4343400"/>
            <a:ext cx="2524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01D31"/>
                </a:solidFill>
                <a:latin typeface="DejaVu Sans"/>
                <a:ea typeface="DejaVu Sans"/>
                <a:cs typeface="DejaVu Sans"/>
              </a:defRPr>
            </a:defPPr>
            <a:lvl1pPr algn="l">
              <a:defRPr sz="1275" b="1">
                <a:solidFill>
                  <a:srgbClr val="101D31"/>
                </a:solidFill>
                <a:latin typeface="DejaVu Sans"/>
                <a:ea typeface="DejaVu Sans"/>
                <a:cs typeface="DejaVu Sans"/>
              </a:defRPr>
            </a:lvl1pPr>
            <a:lvl2pPr algn="l">
              <a:defRPr sz="1275" b="1">
                <a:solidFill>
                  <a:srgbClr val="101D31"/>
                </a:solidFill>
                <a:latin typeface="DejaVu Sans"/>
                <a:ea typeface="DejaVu Sans"/>
                <a:cs typeface="DejaVu Sans"/>
              </a:defRPr>
            </a:lvl2pPr>
            <a:lvl3pPr algn="l">
              <a:defRPr sz="1275" b="1">
                <a:solidFill>
                  <a:srgbClr val="101D31"/>
                </a:solidFill>
                <a:latin typeface="DejaVu Sans"/>
                <a:ea typeface="DejaVu Sans"/>
                <a:cs typeface="DejaVu Sans"/>
              </a:defRPr>
            </a:lvl3pPr>
            <a:lvl4pPr algn="l">
              <a:defRPr sz="1275" b="1">
                <a:solidFill>
                  <a:srgbClr val="101D31"/>
                </a:solidFill>
                <a:latin typeface="DejaVu Sans"/>
                <a:ea typeface="DejaVu Sans"/>
                <a:cs typeface="DejaVu Sans"/>
              </a:defRPr>
            </a:lvl4pPr>
            <a:lvl5pPr algn="l">
              <a:defRPr sz="1275" b="1">
                <a:solidFill>
                  <a:srgbClr val="101D31"/>
                </a:solidFill>
                <a:latin typeface="DejaVu Sans"/>
                <a:ea typeface="DejaVu Sans"/>
                <a:cs typeface="DejaVu Sans"/>
              </a:defRPr>
            </a:lvl5pPr>
            <a:lvl6pPr algn="l">
              <a:defRPr sz="1275" b="1">
                <a:solidFill>
                  <a:srgbClr val="101D31"/>
                </a:solidFill>
                <a:latin typeface="DejaVu Sans"/>
                <a:ea typeface="DejaVu Sans"/>
                <a:cs typeface="DejaVu Sans"/>
              </a:defRPr>
            </a:lvl6pPr>
            <a:lvl7pPr algn="l">
              <a:defRPr sz="1275" b="1">
                <a:solidFill>
                  <a:srgbClr val="101D31"/>
                </a:solidFill>
                <a:latin typeface="DejaVu Sans"/>
                <a:ea typeface="DejaVu Sans"/>
                <a:cs typeface="DejaVu Sans"/>
              </a:defRPr>
            </a:lvl7pPr>
            <a:lvl8pPr algn="l">
              <a:defRPr sz="1275" b="1">
                <a:solidFill>
                  <a:srgbClr val="101D31"/>
                </a:solidFill>
                <a:latin typeface="DejaVu Sans"/>
                <a:ea typeface="DejaVu Sans"/>
                <a:cs typeface="DejaVu Sans"/>
              </a:defRPr>
            </a:lvl8pPr>
            <a:lvl9pPr algn="l">
              <a:defRPr sz="1275" b="1">
                <a:solidFill>
                  <a:srgbClr val="101D31"/>
                </a:solidFill>
                <a:latin typeface="DejaVu Sans"/>
                <a:ea typeface="DejaVu Sans"/>
                <a:cs typeface="DejaVu Sans"/>
              </a:defRPr>
            </a:lvl9pPr>
          </a:lstStyle>
          <a:p xmlns:a="http://schemas.openxmlformats.org/drawingml/2006/main">
            <a:pPr algn="l">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Φάση 1</a:t>
            </a:r>
          </a:p>
        </p:txBody>
      </p:sp>
      <p:sp>
        <p:nvSpPr>
          <p:cNvPr id="28" name="s21-card-text-2">
            <a:extLst xmlns:a="http://schemas.openxmlformats.org/drawingml/2006/main">
              <a:ext uri="{FF2B5EF4-FFF2-40B4-BE49-F238E27FC236}">
                <a16:creationId xmlns:a16="http://schemas.microsoft.com/office/drawing/2014/main" id="{C1F56C37-7ED8-48E4-AD91-21309783A92A}"/>
              </a:ext>
            </a:extLst>
          </p:cNvPr>
          <p:cNvSpPr>
            <a:spLocks xmlns:a="http://schemas.openxmlformats.org/drawingml/2006/main" noGrp="1"/>
          </p:cNvSpPr>
          <p:nvPr/>
        </p:nvSpPr>
        <p:spPr>
          <a:xfrm xmlns:a="http://schemas.openxmlformats.org/drawingml/2006/main">
            <a:off x="6115050" y="4676775"/>
            <a:ext cx="2524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Βοηθά στη διόρθωση του χρονισμού πριν από την ανάγνωση.</a:t>
            </a:r>
          </a:p>
        </p:txBody>
      </p:sp>
      <p:sp>
        <p:nvSpPr>
          <p:cNvPr id="29" name="s21-card-mark-3">
            <a:extLst xmlns:a="http://schemas.openxmlformats.org/drawingml/2006/main">
              <a:ext uri="{FF2B5EF4-FFF2-40B4-BE49-F238E27FC236}">
                <a16:creationId xmlns:a16="http://schemas.microsoft.com/office/drawing/2014/main" id="{BB9E597E-D7B9-496A-B576-9E3817A7476C}"/>
              </a:ext>
            </a:extLst>
          </p:cNvPr>
          <p:cNvSpPr>
            <a:spLocks xmlns:a="http://schemas.openxmlformats.org/drawingml/2006/main" noGrp="1"/>
          </p:cNvSpPr>
          <p:nvPr/>
        </p:nvSpPr>
        <p:spPr>
          <a:xfrm xmlns:a="http://schemas.openxmlformats.org/drawingml/2006/main">
            <a:off x="8867775" y="4210050"/>
            <a:ext cx="2524125" cy="47625"/>
          </a:xfrm>
          <a:prstGeom xmlns:a="http://schemas.openxmlformats.org/drawingml/2006/main" prst="rect">
            <a:avLst/>
          </a:prstGeom>
          <a:solidFill xmlns:a="http://schemas.openxmlformats.org/drawingml/2006/main">
            <a:srgbClr val="E87936"/>
          </a:solidFill>
          <a:ln xmlns:a="http://schemas.openxmlformats.org/drawingml/2006/main" w="0">
            <a:noFill/>
            <a:prstDash val="solid"/>
          </a:ln>
        </p:spPr>
      </p:sp>
      <p:sp>
        <p:nvSpPr>
          <p:cNvPr id="30" name="s21-card-heading-3">
            <a:extLst xmlns:a="http://schemas.openxmlformats.org/drawingml/2006/main">
              <a:ext uri="{FF2B5EF4-FFF2-40B4-BE49-F238E27FC236}">
                <a16:creationId xmlns:a16="http://schemas.microsoft.com/office/drawing/2014/main" id="{16C9E545-26C0-4F11-AFBF-AAB0B3A46698}"/>
              </a:ext>
            </a:extLst>
          </p:cNvPr>
          <p:cNvSpPr>
            <a:spLocks xmlns:a="http://schemas.openxmlformats.org/drawingml/2006/main" noGrp="1"/>
          </p:cNvSpPr>
          <p:nvPr/>
        </p:nvSpPr>
        <p:spPr>
          <a:xfrm xmlns:a="http://schemas.openxmlformats.org/drawingml/2006/main">
            <a:off x="8867775" y="4343400"/>
            <a:ext cx="2524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101D31"/>
                </a:solidFill>
                <a:latin typeface="DejaVu Sans"/>
                <a:ea typeface="DejaVu Sans"/>
                <a:cs typeface="DejaVu Sans"/>
              </a:defRPr>
            </a:defPPr>
            <a:lvl1pPr algn="l">
              <a:defRPr sz="1275" b="1">
                <a:solidFill>
                  <a:srgbClr val="101D31"/>
                </a:solidFill>
                <a:latin typeface="DejaVu Sans"/>
                <a:ea typeface="DejaVu Sans"/>
                <a:cs typeface="DejaVu Sans"/>
              </a:defRPr>
            </a:lvl1pPr>
            <a:lvl2pPr algn="l">
              <a:defRPr sz="1275" b="1">
                <a:solidFill>
                  <a:srgbClr val="101D31"/>
                </a:solidFill>
                <a:latin typeface="DejaVu Sans"/>
                <a:ea typeface="DejaVu Sans"/>
                <a:cs typeface="DejaVu Sans"/>
              </a:defRPr>
            </a:lvl2pPr>
            <a:lvl3pPr algn="l">
              <a:defRPr sz="1275" b="1">
                <a:solidFill>
                  <a:srgbClr val="101D31"/>
                </a:solidFill>
                <a:latin typeface="DejaVu Sans"/>
                <a:ea typeface="DejaVu Sans"/>
                <a:cs typeface="DejaVu Sans"/>
              </a:defRPr>
            </a:lvl3pPr>
            <a:lvl4pPr algn="l">
              <a:defRPr sz="1275" b="1">
                <a:solidFill>
                  <a:srgbClr val="101D31"/>
                </a:solidFill>
                <a:latin typeface="DejaVu Sans"/>
                <a:ea typeface="DejaVu Sans"/>
                <a:cs typeface="DejaVu Sans"/>
              </a:defRPr>
            </a:lvl4pPr>
            <a:lvl5pPr algn="l">
              <a:defRPr sz="1275" b="1">
                <a:solidFill>
                  <a:srgbClr val="101D31"/>
                </a:solidFill>
                <a:latin typeface="DejaVu Sans"/>
                <a:ea typeface="DejaVu Sans"/>
                <a:cs typeface="DejaVu Sans"/>
              </a:defRPr>
            </a:lvl5pPr>
            <a:lvl6pPr algn="l">
              <a:defRPr sz="1275" b="1">
                <a:solidFill>
                  <a:srgbClr val="101D31"/>
                </a:solidFill>
                <a:latin typeface="DejaVu Sans"/>
                <a:ea typeface="DejaVu Sans"/>
                <a:cs typeface="DejaVu Sans"/>
              </a:defRPr>
            </a:lvl6pPr>
            <a:lvl7pPr algn="l">
              <a:defRPr sz="1275" b="1">
                <a:solidFill>
                  <a:srgbClr val="101D31"/>
                </a:solidFill>
                <a:latin typeface="DejaVu Sans"/>
                <a:ea typeface="DejaVu Sans"/>
                <a:cs typeface="DejaVu Sans"/>
              </a:defRPr>
            </a:lvl7pPr>
            <a:lvl8pPr algn="l">
              <a:defRPr sz="1275" b="1">
                <a:solidFill>
                  <a:srgbClr val="101D31"/>
                </a:solidFill>
                <a:latin typeface="DejaVu Sans"/>
                <a:ea typeface="DejaVu Sans"/>
                <a:cs typeface="DejaVu Sans"/>
              </a:defRPr>
            </a:lvl8pPr>
            <a:lvl9pPr algn="l">
              <a:defRPr sz="1275" b="1">
                <a:solidFill>
                  <a:srgbClr val="101D31"/>
                </a:solidFill>
                <a:latin typeface="DejaVu Sans"/>
                <a:ea typeface="DejaVu Sans"/>
                <a:cs typeface="DejaVu Sans"/>
              </a:defRPr>
            </a:lvl9pPr>
          </a:lstStyle>
          <a:p xmlns:a="http://schemas.openxmlformats.org/drawingml/2006/main">
            <a:pPr algn="l">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Φάση 2</a:t>
            </a:r>
          </a:p>
        </p:txBody>
      </p:sp>
      <p:sp>
        <p:nvSpPr>
          <p:cNvPr id="31" name="s21-card-text-3">
            <a:extLst xmlns:a="http://schemas.openxmlformats.org/drawingml/2006/main">
              <a:ext uri="{FF2B5EF4-FFF2-40B4-BE49-F238E27FC236}">
                <a16:creationId xmlns:a16="http://schemas.microsoft.com/office/drawing/2014/main" id="{8C62094D-BA22-43E0-AD00-CF925B0B53AB}"/>
              </a:ext>
            </a:extLst>
          </p:cNvPr>
          <p:cNvSpPr>
            <a:spLocks xmlns:a="http://schemas.openxmlformats.org/drawingml/2006/main" noGrp="1"/>
          </p:cNvSpPr>
          <p:nvPr/>
        </p:nvSpPr>
        <p:spPr>
          <a:xfrm xmlns:a="http://schemas.openxmlformats.org/drawingml/2006/main">
            <a:off x="8867775" y="4676775"/>
            <a:ext cx="25241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Μεσολαβεί από την ανάγνωση ως την αρχή του επόμενου bit.</a:t>
            </a:r>
          </a:p>
        </p:txBody>
      </p:sp>
      <p:sp>
        <p:nvSpPr>
          <p:cNvPr id="32" name="s21-takeaway">
            <a:extLst xmlns:a="http://schemas.openxmlformats.org/drawingml/2006/main">
              <a:ext uri="{FF2B5EF4-FFF2-40B4-BE49-F238E27FC236}">
                <a16:creationId xmlns:a16="http://schemas.microsoft.com/office/drawing/2014/main" id="{1E9574D2-88E8-4395-B3CF-8431E0A49138}"/>
              </a:ext>
            </a:extLst>
          </p:cNvPr>
          <p:cNvSpPr>
            <a:spLocks xmlns:a="http://schemas.openxmlformats.org/drawingml/2006/main" noGrp="1"/>
          </p:cNvSpPr>
          <p:nvPr/>
        </p:nvSpPr>
        <p:spPr>
          <a:xfrm xmlns:a="http://schemas.openxmlformats.org/drawingml/2006/main">
            <a:off x="609600" y="5581650"/>
            <a:ext cx="10972800" cy="514350"/>
          </a:xfrm>
          <a:prstGeom xmlns:a="http://schemas.openxmlformats.org/drawingml/2006/main" prst="roundRect">
            <a:avLst>
              <a:gd name="adj" fmla="val 14815"/>
            </a:avLst>
          </a:prstGeom>
          <a:solidFill xmlns:a="http://schemas.openxmlformats.org/drawingml/2006/main">
            <a:srgbClr val="E4F7FA"/>
          </a:solidFill>
          <a:ln xmlns:a="http://schemas.openxmlformats.org/drawingml/2006/main" w="9525">
            <a:solidFill>
              <a:srgbClr val="C5E8ED"/>
            </a:solidFill>
            <a:prstDash val="solid"/>
          </a:ln>
        </p:spPr>
      </p:sp>
      <p:sp>
        <p:nvSpPr>
          <p:cNvPr id="33" name="s21-takeaway-text">
            <a:extLst xmlns:a="http://schemas.openxmlformats.org/drawingml/2006/main">
              <a:ext uri="{FF2B5EF4-FFF2-40B4-BE49-F238E27FC236}">
                <a16:creationId xmlns:a16="http://schemas.microsoft.com/office/drawing/2014/main" id="{04F17B1F-474B-4A95-83FD-BBDE7C183CE6}"/>
              </a:ext>
            </a:extLst>
          </p:cNvPr>
          <p:cNvSpPr>
            <a:spLocks xmlns:a="http://schemas.openxmlformats.org/drawingml/2006/main" noGrp="1"/>
          </p:cNvSpPr>
          <p:nvPr/>
        </p:nvSpPr>
        <p:spPr>
          <a:xfrm xmlns:a="http://schemas.openxmlformats.org/drawingml/2006/main">
            <a:off x="819150" y="5648325"/>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Το σημείο δειγματοληψίας βρίσκεται στο τέλος της Φάσης 1.</a:t>
            </a:r>
          </a:p>
        </p:txBody>
      </p:sp>
      <p:sp>
        <p:nvSpPr>
          <p:cNvPr id="34" name="s21-note">
            <a:extLst xmlns:a="http://schemas.openxmlformats.org/drawingml/2006/main">
              <a:ext uri="{FF2B5EF4-FFF2-40B4-BE49-F238E27FC236}">
                <a16:creationId xmlns:a16="http://schemas.microsoft.com/office/drawing/2014/main" id="{9E3C0DCF-1177-496E-8323-75BEEB0FCF74}"/>
              </a:ext>
            </a:extLst>
          </p:cNvPr>
          <p:cNvSpPr>
            <a:spLocks xmlns:a="http://schemas.openxmlformats.org/drawingml/2006/main" noGrp="1"/>
          </p:cNvSpPr>
          <p:nvPr/>
        </p:nvSpPr>
        <p:spPr>
          <a:xfrm xmlns:a="http://schemas.openxmlformats.org/drawingml/2006/main">
            <a:off x="609600" y="62007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Τα μήκη των τμημάτων είναι ενδεικτικά και αλλάζουν ανάλογα με τις ρυθμίσεις του δικτύου.</a:t>
            </a:r>
          </a:p>
        </p:txBody>
      </p:sp>
      <p:sp>
        <p:nvSpPr>
          <p:cNvPr id="35" name="s21-footer">
            <a:extLst xmlns:a="http://schemas.openxmlformats.org/drawingml/2006/main">
              <a:ext uri="{FF2B5EF4-FFF2-40B4-BE49-F238E27FC236}">
                <a16:creationId xmlns:a16="http://schemas.microsoft.com/office/drawing/2014/main" id="{33E2D6D7-7BD7-4385-A7AC-6A5C477F0ECB}"/>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6" name="s21-page-number">
            <a:extLst xmlns:a="http://schemas.openxmlformats.org/drawingml/2006/main">
              <a:ext uri="{FF2B5EF4-FFF2-40B4-BE49-F238E27FC236}">
                <a16:creationId xmlns:a16="http://schemas.microsoft.com/office/drawing/2014/main" id="{48165AB0-919C-4204-A07E-EE5990A4A4E6}"/>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21</a:t>
            </a:r>
          </a:p>
        </p:txBody>
      </p:sp>
    </p:spTree>
    <p:extLst>
      <p:ext uri="{BB962C8B-B14F-4D97-AF65-F5344CB8AC3E}">
        <p14:creationId xmlns:p14="http://schemas.microsoft.com/office/powerpoint/2010/main" val="1445712469"/>
      </p:ext>
    </p:extLst>
  </p:cSld>
</p:sld>
</file>

<file path=ppt/slides/slide22.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6" name="s22-kicker">
            <a:extLst xmlns:a="http://schemas.openxmlformats.org/drawingml/2006/main">
              <a:ext uri="{FF2B5EF4-FFF2-40B4-BE49-F238E27FC236}">
                <a16:creationId xmlns:a16="http://schemas.microsoft.com/office/drawing/2014/main" id="{2E37942C-1026-403E-B37B-45C4D73D8F92}"/>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2-title">
            <a:extLst xmlns:a="http://schemas.openxmlformats.org/drawingml/2006/main">
              <a:ext uri="{FF2B5EF4-FFF2-40B4-BE49-F238E27FC236}">
                <a16:creationId xmlns:a16="http://schemas.microsoft.com/office/drawing/2014/main" id="{F595E4BC-905C-47E9-8FA1-4EE43CFA0C7B}"/>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101D31"/>
                </a:solidFill>
                <a:latin typeface="DejaVu Sans"/>
                <a:ea typeface="DejaVu Sans"/>
                <a:cs typeface="DejaVu Sans"/>
              </a:defRPr>
            </a:defPPr>
            <a:lvl1pPr algn="l">
              <a:defRPr sz="2625" b="1">
                <a:solidFill>
                  <a:srgbClr val="101D31"/>
                </a:solidFill>
                <a:latin typeface="DejaVu Sans"/>
                <a:ea typeface="DejaVu Sans"/>
                <a:cs typeface="DejaVu Sans"/>
              </a:defRPr>
            </a:lvl1pPr>
            <a:lvl2pPr algn="l">
              <a:defRPr sz="2625" b="1">
                <a:solidFill>
                  <a:srgbClr val="101D31"/>
                </a:solidFill>
                <a:latin typeface="DejaVu Sans"/>
                <a:ea typeface="DejaVu Sans"/>
                <a:cs typeface="DejaVu Sans"/>
              </a:defRPr>
            </a:lvl2pPr>
            <a:lvl3pPr algn="l">
              <a:defRPr sz="2625" b="1">
                <a:solidFill>
                  <a:srgbClr val="101D31"/>
                </a:solidFill>
                <a:latin typeface="DejaVu Sans"/>
                <a:ea typeface="DejaVu Sans"/>
                <a:cs typeface="DejaVu Sans"/>
              </a:defRPr>
            </a:lvl3pPr>
            <a:lvl4pPr algn="l">
              <a:defRPr sz="2625" b="1">
                <a:solidFill>
                  <a:srgbClr val="101D31"/>
                </a:solidFill>
                <a:latin typeface="DejaVu Sans"/>
                <a:ea typeface="DejaVu Sans"/>
                <a:cs typeface="DejaVu Sans"/>
              </a:defRPr>
            </a:lvl4pPr>
            <a:lvl5pPr algn="l">
              <a:defRPr sz="2625" b="1">
                <a:solidFill>
                  <a:srgbClr val="101D31"/>
                </a:solidFill>
                <a:latin typeface="DejaVu Sans"/>
                <a:ea typeface="DejaVu Sans"/>
                <a:cs typeface="DejaVu Sans"/>
              </a:defRPr>
            </a:lvl5pPr>
            <a:lvl6pPr algn="l">
              <a:defRPr sz="2625" b="1">
                <a:solidFill>
                  <a:srgbClr val="101D31"/>
                </a:solidFill>
                <a:latin typeface="DejaVu Sans"/>
                <a:ea typeface="DejaVu Sans"/>
                <a:cs typeface="DejaVu Sans"/>
              </a:defRPr>
            </a:lvl6pPr>
            <a:lvl7pPr algn="l">
              <a:defRPr sz="2625" b="1">
                <a:solidFill>
                  <a:srgbClr val="101D31"/>
                </a:solidFill>
                <a:latin typeface="DejaVu Sans"/>
                <a:ea typeface="DejaVu Sans"/>
                <a:cs typeface="DejaVu Sans"/>
              </a:defRPr>
            </a:lvl7pPr>
            <a:lvl8pPr algn="l">
              <a:defRPr sz="2625" b="1">
                <a:solidFill>
                  <a:srgbClr val="101D31"/>
                </a:solidFill>
                <a:latin typeface="DejaVu Sans"/>
                <a:ea typeface="DejaVu Sans"/>
                <a:cs typeface="DejaVu Sans"/>
              </a:defRPr>
            </a:lvl8pPr>
            <a:lvl9pPr algn="l">
              <a:defRPr sz="2625" b="1">
                <a:solidFill>
                  <a:srgbClr val="101D31"/>
                </a:solidFill>
                <a:latin typeface="DejaVu Sans"/>
                <a:ea typeface="DejaVu Sans"/>
                <a:cs typeface="DejaVu Sans"/>
              </a:defRPr>
            </a:lvl9pPr>
          </a:lstStyle>
          <a:p xmlns:a="http://schemas.openxmlformats.org/drawingml/2006/main">
            <a:pPr algn="l">
              <a:defRPr sz="2625" b="1">
                <a:solidFill>
                  <a:srgbClr val="101D31"/>
                </a:solidFill>
                <a:latin typeface="DejaVu Sans"/>
                <a:ea typeface="DejaVu Sans"/>
                <a:cs typeface="DejaVu Sans"/>
              </a:defRPr>
            </a:pPr>
            <a:r>
              <a:rPr sz="2625" b="1">
                <a:solidFill>
                  <a:srgbClr val="101D31"/>
                </a:solidFill>
                <a:latin typeface="DejaVu Sans"/>
                <a:ea typeface="DejaVu Sans"/>
                <a:cs typeface="DejaVu Sans"/>
              </a:rPr>
              <a:t>Το TQ είναι το μικρό βήμα μέτρησης του bit</a:t>
            </a:r>
          </a:p>
        </p:txBody>
      </p:sp>
      <p:sp>
        <p:nvSpPr>
          <p:cNvPr id="3" name="s22-title-rule">
            <a:extLst xmlns:a="http://schemas.openxmlformats.org/drawingml/2006/main">
              <a:ext uri="{FF2B5EF4-FFF2-40B4-BE49-F238E27FC236}">
                <a16:creationId xmlns:a16="http://schemas.microsoft.com/office/drawing/2014/main" id="{DA186BA4-2A69-4E5B-9BE6-9DAA93BF0E2A}"/>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2-subtitle">
            <a:extLst xmlns:a="http://schemas.openxmlformats.org/drawingml/2006/main">
              <a:ext uri="{FF2B5EF4-FFF2-40B4-BE49-F238E27FC236}">
                <a16:creationId xmlns:a16="http://schemas.microsoft.com/office/drawing/2014/main" id="{652A8CD8-1970-43D0-8234-E2AEE7FCA5BC}"/>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Ο ελεγκτής μετρά μικρές μονάδες χρόνου για να σχηματίσει τα τμήματα και ολόκληρο το bit.</a:t>
            </a:r>
          </a:p>
        </p:txBody>
      </p:sp>
      <p:sp>
        <p:nvSpPr>
          <p:cNvPr id="5" name="s22-main-card">
            <a:extLst xmlns:a="http://schemas.openxmlformats.org/drawingml/2006/main">
              <a:ext uri="{FF2B5EF4-FFF2-40B4-BE49-F238E27FC236}">
                <a16:creationId xmlns:a16="http://schemas.microsoft.com/office/drawing/2014/main" id="{8C50CF95-9633-4B9B-9DEF-C81E77259146}"/>
              </a:ext>
            </a:extLst>
          </p:cNvPr>
          <p:cNvSpPr>
            <a:spLocks xmlns:a="http://schemas.openxmlformats.org/drawingml/2006/main" noGrp="1"/>
          </p:cNvSpPr>
          <p:nvPr/>
        </p:nvSpPr>
        <p:spPr>
          <a:xfrm xmlns:a="http://schemas.openxmlformats.org/drawingml/2006/main">
            <a:off x="609600" y="2305050"/>
            <a:ext cx="10972800" cy="2324100"/>
          </a:xfrm>
          <a:prstGeom xmlns:a="http://schemas.openxmlformats.org/drawingml/2006/main" prst="roundRect">
            <a:avLst>
              <a:gd name="adj" fmla="val 3279"/>
            </a:avLst>
          </a:prstGeom>
          <a:solidFill xmlns:a="http://schemas.openxmlformats.org/drawingml/2006/main">
            <a:srgbClr val="071426"/>
          </a:solidFill>
          <a:ln xmlns:a="http://schemas.openxmlformats.org/drawingml/2006/main" w="0">
            <a:noFill/>
            <a:prstDash val="solid"/>
          </a:ln>
        </p:spPr>
      </p:sp>
      <p:sp>
        <p:nvSpPr>
          <p:cNvPr id="6" name="s22-main-heading">
            <a:extLst xmlns:a="http://schemas.openxmlformats.org/drawingml/2006/main">
              <a:ext uri="{FF2B5EF4-FFF2-40B4-BE49-F238E27FC236}">
                <a16:creationId xmlns:a16="http://schemas.microsoft.com/office/drawing/2014/main" id="{4C0E9BEF-C098-4973-90DF-FBF8F5340898}"/>
              </a:ext>
            </a:extLst>
          </p:cNvPr>
          <p:cNvSpPr>
            <a:spLocks xmlns:a="http://schemas.openxmlformats.org/drawingml/2006/main" noGrp="1"/>
          </p:cNvSpPr>
          <p:nvPr/>
        </p:nvSpPr>
        <p:spPr>
          <a:xfrm xmlns:a="http://schemas.openxmlformats.org/drawingml/2006/main">
            <a:off x="914400" y="2524125"/>
            <a:ext cx="1036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BFD9"/>
                </a:solidFill>
                <a:latin typeface="DejaVu Sans"/>
                <a:ea typeface="DejaVu Sans"/>
                <a:cs typeface="DejaVu Sans"/>
              </a:defRPr>
            </a:defPPr>
            <a:lvl1pPr algn="l">
              <a:defRPr sz="1125" b="1">
                <a:solidFill>
                  <a:srgbClr val="10BFD9"/>
                </a:solidFill>
                <a:latin typeface="DejaVu Sans"/>
                <a:ea typeface="DejaVu Sans"/>
                <a:cs typeface="DejaVu Sans"/>
              </a:defRPr>
            </a:lvl1pPr>
            <a:lvl2pPr algn="l">
              <a:defRPr sz="1125" b="1">
                <a:solidFill>
                  <a:srgbClr val="10BFD9"/>
                </a:solidFill>
                <a:latin typeface="DejaVu Sans"/>
                <a:ea typeface="DejaVu Sans"/>
                <a:cs typeface="DejaVu Sans"/>
              </a:defRPr>
            </a:lvl2pPr>
            <a:lvl3pPr algn="l">
              <a:defRPr sz="1125" b="1">
                <a:solidFill>
                  <a:srgbClr val="10BFD9"/>
                </a:solidFill>
                <a:latin typeface="DejaVu Sans"/>
                <a:ea typeface="DejaVu Sans"/>
                <a:cs typeface="DejaVu Sans"/>
              </a:defRPr>
            </a:lvl3pPr>
            <a:lvl4pPr algn="l">
              <a:defRPr sz="1125" b="1">
                <a:solidFill>
                  <a:srgbClr val="10BFD9"/>
                </a:solidFill>
                <a:latin typeface="DejaVu Sans"/>
                <a:ea typeface="DejaVu Sans"/>
                <a:cs typeface="DejaVu Sans"/>
              </a:defRPr>
            </a:lvl4pPr>
            <a:lvl5pPr algn="l">
              <a:defRPr sz="1125" b="1">
                <a:solidFill>
                  <a:srgbClr val="10BFD9"/>
                </a:solidFill>
                <a:latin typeface="DejaVu Sans"/>
                <a:ea typeface="DejaVu Sans"/>
                <a:cs typeface="DejaVu Sans"/>
              </a:defRPr>
            </a:lvl5pPr>
            <a:lvl6pPr algn="l">
              <a:defRPr sz="1125" b="1">
                <a:solidFill>
                  <a:srgbClr val="10BFD9"/>
                </a:solidFill>
                <a:latin typeface="DejaVu Sans"/>
                <a:ea typeface="DejaVu Sans"/>
                <a:cs typeface="DejaVu Sans"/>
              </a:defRPr>
            </a:lvl6pPr>
            <a:lvl7pPr algn="l">
              <a:defRPr sz="1125" b="1">
                <a:solidFill>
                  <a:srgbClr val="10BFD9"/>
                </a:solidFill>
                <a:latin typeface="DejaVu Sans"/>
                <a:ea typeface="DejaVu Sans"/>
                <a:cs typeface="DejaVu Sans"/>
              </a:defRPr>
            </a:lvl7pPr>
            <a:lvl8pPr algn="l">
              <a:defRPr sz="1125" b="1">
                <a:solidFill>
                  <a:srgbClr val="10BFD9"/>
                </a:solidFill>
                <a:latin typeface="DejaVu Sans"/>
                <a:ea typeface="DejaVu Sans"/>
                <a:cs typeface="DejaVu Sans"/>
              </a:defRPr>
            </a:lvl8pPr>
            <a:lvl9pPr algn="l">
              <a:defRPr sz="1125" b="1">
                <a:solidFill>
                  <a:srgbClr val="10BFD9"/>
                </a:solidFill>
                <a:latin typeface="DejaVu Sans"/>
                <a:ea typeface="DejaVu Sans"/>
                <a:cs typeface="DejaVu Sans"/>
              </a:defRPr>
            </a:lvl9pPr>
          </a:lstStyle>
          <a:p xmlns:a="http://schemas.openxmlformats.org/drawingml/2006/main">
            <a:pPr algn="l">
              <a:defRPr sz="1125" b="1">
                <a:solidFill>
                  <a:srgbClr val="10BFD9"/>
                </a:solidFill>
                <a:latin typeface="DejaVu Sans"/>
                <a:ea typeface="DejaVu Sans"/>
                <a:cs typeface="DejaVu Sans"/>
              </a:defRPr>
            </a:pPr>
            <a:r>
              <a:rPr sz="1125" b="1">
                <a:solidFill>
                  <a:srgbClr val="10BFD9"/>
                </a:solidFill>
                <a:latin typeface="DejaVu Sans"/>
                <a:ea typeface="DejaVu Sans"/>
                <a:cs typeface="DejaVu Sans"/>
              </a:rPr>
              <a:t>ΕΝΑ BIT ΑΠΟΤΕΛΕΙΤΑΙ ΑΠΟ ΠΟΛΛΑ TQ</a:t>
            </a:r>
          </a:p>
        </p:txBody>
      </p:sp>
      <p:sp>
        <p:nvSpPr>
          <p:cNvPr id="7" name="s22-tq-cell-0">
            <a:extLst xmlns:a="http://schemas.openxmlformats.org/drawingml/2006/main">
              <a:ext uri="{FF2B5EF4-FFF2-40B4-BE49-F238E27FC236}">
                <a16:creationId xmlns:a16="http://schemas.microsoft.com/office/drawing/2014/main" id="{6DB277F1-107F-4786-B955-0E809C02B172}"/>
              </a:ext>
            </a:extLst>
          </p:cNvPr>
          <p:cNvSpPr>
            <a:spLocks xmlns:a="http://schemas.openxmlformats.org/drawingml/2006/main" noGrp="1"/>
          </p:cNvSpPr>
          <p:nvPr/>
        </p:nvSpPr>
        <p:spPr>
          <a:xfrm xmlns:a="http://schemas.openxmlformats.org/drawingml/2006/main">
            <a:off x="1000125" y="3190875"/>
            <a:ext cx="742950" cy="628650"/>
          </a:xfrm>
          <a:prstGeom xmlns:a="http://schemas.openxmlformats.org/drawingml/2006/main" prst="roundRect">
            <a:avLst>
              <a:gd name="adj" fmla="val 12121"/>
            </a:avLst>
          </a:prstGeom>
          <a:solidFill xmlns:a="http://schemas.openxmlformats.org/drawingml/2006/main">
            <a:srgbClr val="F7B500"/>
          </a:solidFill>
          <a:ln xmlns:a="http://schemas.openxmlformats.org/drawingml/2006/main" w="14288">
            <a:solidFill>
              <a:srgbClr val="F4F8FC"/>
            </a:solidFill>
            <a:prstDash val="solid"/>
          </a:ln>
        </p:spPr>
      </p:sp>
      <p:sp>
        <p:nvSpPr>
          <p:cNvPr id="8" name="s22-tq-first-label-0">
            <a:extLst xmlns:a="http://schemas.openxmlformats.org/drawingml/2006/main">
              <a:ext uri="{FF2B5EF4-FFF2-40B4-BE49-F238E27FC236}">
                <a16:creationId xmlns:a16="http://schemas.microsoft.com/office/drawing/2014/main" id="{EF1E3B70-3BBF-49B8-A9C8-CE8383249E41}"/>
              </a:ext>
            </a:extLst>
          </p:cNvPr>
          <p:cNvSpPr>
            <a:spLocks xmlns:a="http://schemas.openxmlformats.org/drawingml/2006/main" noGrp="1"/>
          </p:cNvSpPr>
          <p:nvPr/>
        </p:nvSpPr>
        <p:spPr>
          <a:xfrm xmlns:a="http://schemas.openxmlformats.org/drawingml/2006/main">
            <a:off x="10287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9" name="s22-tq-cell-1">
            <a:extLst xmlns:a="http://schemas.openxmlformats.org/drawingml/2006/main">
              <a:ext uri="{FF2B5EF4-FFF2-40B4-BE49-F238E27FC236}">
                <a16:creationId xmlns:a16="http://schemas.microsoft.com/office/drawing/2014/main" id="{92D750DE-0462-48FE-83D5-0F27A1AB35EE}"/>
              </a:ext>
            </a:extLst>
          </p:cNvPr>
          <p:cNvSpPr>
            <a:spLocks xmlns:a="http://schemas.openxmlformats.org/drawingml/2006/main" noGrp="1"/>
          </p:cNvSpPr>
          <p:nvPr/>
        </p:nvSpPr>
        <p:spPr>
          <a:xfrm xmlns:a="http://schemas.openxmlformats.org/drawingml/2006/main">
            <a:off x="18383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10" name="s22-tq-first-label-1">
            <a:extLst xmlns:a="http://schemas.openxmlformats.org/drawingml/2006/main">
              <a:ext uri="{FF2B5EF4-FFF2-40B4-BE49-F238E27FC236}">
                <a16:creationId xmlns:a16="http://schemas.microsoft.com/office/drawing/2014/main" id="{BB1DB910-0601-4CA6-B558-7CEC0BF52A7D}"/>
              </a:ext>
            </a:extLst>
          </p:cNvPr>
          <p:cNvSpPr>
            <a:spLocks xmlns:a="http://schemas.openxmlformats.org/drawingml/2006/main" noGrp="1"/>
          </p:cNvSpPr>
          <p:nvPr/>
        </p:nvSpPr>
        <p:spPr>
          <a:xfrm xmlns:a="http://schemas.openxmlformats.org/drawingml/2006/main">
            <a:off x="18669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11" name="s22-tq-cell-2">
            <a:extLst xmlns:a="http://schemas.openxmlformats.org/drawingml/2006/main">
              <a:ext uri="{FF2B5EF4-FFF2-40B4-BE49-F238E27FC236}">
                <a16:creationId xmlns:a16="http://schemas.microsoft.com/office/drawing/2014/main" id="{8C138311-98A5-45DD-B3FF-FE20AC63A35C}"/>
              </a:ext>
            </a:extLst>
          </p:cNvPr>
          <p:cNvSpPr>
            <a:spLocks xmlns:a="http://schemas.openxmlformats.org/drawingml/2006/main" noGrp="1"/>
          </p:cNvSpPr>
          <p:nvPr/>
        </p:nvSpPr>
        <p:spPr>
          <a:xfrm xmlns:a="http://schemas.openxmlformats.org/drawingml/2006/main">
            <a:off x="26765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12" name="s22-tq-first-label-2">
            <a:extLst xmlns:a="http://schemas.openxmlformats.org/drawingml/2006/main">
              <a:ext uri="{FF2B5EF4-FFF2-40B4-BE49-F238E27FC236}">
                <a16:creationId xmlns:a16="http://schemas.microsoft.com/office/drawing/2014/main" id="{DA4424B1-8A81-46B7-B45C-D829C03F4C23}"/>
              </a:ext>
            </a:extLst>
          </p:cNvPr>
          <p:cNvSpPr>
            <a:spLocks xmlns:a="http://schemas.openxmlformats.org/drawingml/2006/main" noGrp="1"/>
          </p:cNvSpPr>
          <p:nvPr/>
        </p:nvSpPr>
        <p:spPr>
          <a:xfrm xmlns:a="http://schemas.openxmlformats.org/drawingml/2006/main">
            <a:off x="27051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13" name="s22-tq-cell-3">
            <a:extLst xmlns:a="http://schemas.openxmlformats.org/drawingml/2006/main">
              <a:ext uri="{FF2B5EF4-FFF2-40B4-BE49-F238E27FC236}">
                <a16:creationId xmlns:a16="http://schemas.microsoft.com/office/drawing/2014/main" id="{659D5C52-7514-445E-9308-BAC77EAEE1A8}"/>
              </a:ext>
            </a:extLst>
          </p:cNvPr>
          <p:cNvSpPr>
            <a:spLocks xmlns:a="http://schemas.openxmlformats.org/drawingml/2006/main" noGrp="1"/>
          </p:cNvSpPr>
          <p:nvPr/>
        </p:nvSpPr>
        <p:spPr>
          <a:xfrm xmlns:a="http://schemas.openxmlformats.org/drawingml/2006/main">
            <a:off x="35147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14" name="s22-tq-first-label-3">
            <a:extLst xmlns:a="http://schemas.openxmlformats.org/drawingml/2006/main">
              <a:ext uri="{FF2B5EF4-FFF2-40B4-BE49-F238E27FC236}">
                <a16:creationId xmlns:a16="http://schemas.microsoft.com/office/drawing/2014/main" id="{8DF5BCAC-2A4F-42C6-A230-948DD2BE3634}"/>
              </a:ext>
            </a:extLst>
          </p:cNvPr>
          <p:cNvSpPr>
            <a:spLocks xmlns:a="http://schemas.openxmlformats.org/drawingml/2006/main" noGrp="1"/>
          </p:cNvSpPr>
          <p:nvPr/>
        </p:nvSpPr>
        <p:spPr>
          <a:xfrm xmlns:a="http://schemas.openxmlformats.org/drawingml/2006/main">
            <a:off x="35433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15" name="s22-tq-cell-4">
            <a:extLst xmlns:a="http://schemas.openxmlformats.org/drawingml/2006/main">
              <a:ext uri="{FF2B5EF4-FFF2-40B4-BE49-F238E27FC236}">
                <a16:creationId xmlns:a16="http://schemas.microsoft.com/office/drawing/2014/main" id="{FB9566D6-9E7F-4955-A62B-E0CAC6AB914B}"/>
              </a:ext>
            </a:extLst>
          </p:cNvPr>
          <p:cNvSpPr>
            <a:spLocks xmlns:a="http://schemas.openxmlformats.org/drawingml/2006/main" noGrp="1"/>
          </p:cNvSpPr>
          <p:nvPr/>
        </p:nvSpPr>
        <p:spPr>
          <a:xfrm xmlns:a="http://schemas.openxmlformats.org/drawingml/2006/main">
            <a:off x="43529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16" name="s22-tq-first-label-4">
            <a:extLst xmlns:a="http://schemas.openxmlformats.org/drawingml/2006/main">
              <a:ext uri="{FF2B5EF4-FFF2-40B4-BE49-F238E27FC236}">
                <a16:creationId xmlns:a16="http://schemas.microsoft.com/office/drawing/2014/main" id="{306D0C7B-0499-4FB2-983B-9B535525F515}"/>
              </a:ext>
            </a:extLst>
          </p:cNvPr>
          <p:cNvSpPr>
            <a:spLocks xmlns:a="http://schemas.openxmlformats.org/drawingml/2006/main" noGrp="1"/>
          </p:cNvSpPr>
          <p:nvPr/>
        </p:nvSpPr>
        <p:spPr>
          <a:xfrm xmlns:a="http://schemas.openxmlformats.org/drawingml/2006/main">
            <a:off x="43815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17" name="s22-tq-cell-5">
            <a:extLst xmlns:a="http://schemas.openxmlformats.org/drawingml/2006/main">
              <a:ext uri="{FF2B5EF4-FFF2-40B4-BE49-F238E27FC236}">
                <a16:creationId xmlns:a16="http://schemas.microsoft.com/office/drawing/2014/main" id="{176183FE-6449-4F1B-8665-6F8E1E9020ED}"/>
              </a:ext>
            </a:extLst>
          </p:cNvPr>
          <p:cNvSpPr>
            <a:spLocks xmlns:a="http://schemas.openxmlformats.org/drawingml/2006/main" noGrp="1"/>
          </p:cNvSpPr>
          <p:nvPr/>
        </p:nvSpPr>
        <p:spPr>
          <a:xfrm xmlns:a="http://schemas.openxmlformats.org/drawingml/2006/main">
            <a:off x="51911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18" name="s22-tq-first-label-5">
            <a:extLst xmlns:a="http://schemas.openxmlformats.org/drawingml/2006/main">
              <a:ext uri="{FF2B5EF4-FFF2-40B4-BE49-F238E27FC236}">
                <a16:creationId xmlns:a16="http://schemas.microsoft.com/office/drawing/2014/main" id="{35B29B2F-17D0-4B11-9D18-A27A1AE02257}"/>
              </a:ext>
            </a:extLst>
          </p:cNvPr>
          <p:cNvSpPr>
            <a:spLocks xmlns:a="http://schemas.openxmlformats.org/drawingml/2006/main" noGrp="1"/>
          </p:cNvSpPr>
          <p:nvPr/>
        </p:nvSpPr>
        <p:spPr>
          <a:xfrm xmlns:a="http://schemas.openxmlformats.org/drawingml/2006/main">
            <a:off x="52197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19" name="s22-tq-cell-6">
            <a:extLst xmlns:a="http://schemas.openxmlformats.org/drawingml/2006/main">
              <a:ext uri="{FF2B5EF4-FFF2-40B4-BE49-F238E27FC236}">
                <a16:creationId xmlns:a16="http://schemas.microsoft.com/office/drawing/2014/main" id="{E6EC96B8-4FBE-45EF-A082-955E10D1D6CB}"/>
              </a:ext>
            </a:extLst>
          </p:cNvPr>
          <p:cNvSpPr>
            <a:spLocks xmlns:a="http://schemas.openxmlformats.org/drawingml/2006/main" noGrp="1"/>
          </p:cNvSpPr>
          <p:nvPr/>
        </p:nvSpPr>
        <p:spPr>
          <a:xfrm xmlns:a="http://schemas.openxmlformats.org/drawingml/2006/main">
            <a:off x="60293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20" name="s22-tq-first-label-6">
            <a:extLst xmlns:a="http://schemas.openxmlformats.org/drawingml/2006/main">
              <a:ext uri="{FF2B5EF4-FFF2-40B4-BE49-F238E27FC236}">
                <a16:creationId xmlns:a16="http://schemas.microsoft.com/office/drawing/2014/main" id="{0210904B-A51B-4D7D-B97B-53F60310B92A}"/>
              </a:ext>
            </a:extLst>
          </p:cNvPr>
          <p:cNvSpPr>
            <a:spLocks xmlns:a="http://schemas.openxmlformats.org/drawingml/2006/main" noGrp="1"/>
          </p:cNvSpPr>
          <p:nvPr/>
        </p:nvSpPr>
        <p:spPr>
          <a:xfrm xmlns:a="http://schemas.openxmlformats.org/drawingml/2006/main">
            <a:off x="60579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21" name="s22-tq-cell-7">
            <a:extLst xmlns:a="http://schemas.openxmlformats.org/drawingml/2006/main">
              <a:ext uri="{FF2B5EF4-FFF2-40B4-BE49-F238E27FC236}">
                <a16:creationId xmlns:a16="http://schemas.microsoft.com/office/drawing/2014/main" id="{8B02ACDC-094B-4201-83C1-0F55CFF25E51}"/>
              </a:ext>
            </a:extLst>
          </p:cNvPr>
          <p:cNvSpPr>
            <a:spLocks xmlns:a="http://schemas.openxmlformats.org/drawingml/2006/main" noGrp="1"/>
          </p:cNvSpPr>
          <p:nvPr/>
        </p:nvSpPr>
        <p:spPr>
          <a:xfrm xmlns:a="http://schemas.openxmlformats.org/drawingml/2006/main">
            <a:off x="68675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22" name="s22-tq-first-label-7">
            <a:extLst xmlns:a="http://schemas.openxmlformats.org/drawingml/2006/main">
              <a:ext uri="{FF2B5EF4-FFF2-40B4-BE49-F238E27FC236}">
                <a16:creationId xmlns:a16="http://schemas.microsoft.com/office/drawing/2014/main" id="{EB027600-CC04-4B93-9176-E256184F17D3}"/>
              </a:ext>
            </a:extLst>
          </p:cNvPr>
          <p:cNvSpPr>
            <a:spLocks xmlns:a="http://schemas.openxmlformats.org/drawingml/2006/main" noGrp="1"/>
          </p:cNvSpPr>
          <p:nvPr/>
        </p:nvSpPr>
        <p:spPr>
          <a:xfrm xmlns:a="http://schemas.openxmlformats.org/drawingml/2006/main">
            <a:off x="68961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23" name="s22-tq-cell-8">
            <a:extLst xmlns:a="http://schemas.openxmlformats.org/drawingml/2006/main">
              <a:ext uri="{FF2B5EF4-FFF2-40B4-BE49-F238E27FC236}">
                <a16:creationId xmlns:a16="http://schemas.microsoft.com/office/drawing/2014/main" id="{3F8DF4F7-D733-4C5E-972C-E6C304CBD21F}"/>
              </a:ext>
            </a:extLst>
          </p:cNvPr>
          <p:cNvSpPr>
            <a:spLocks xmlns:a="http://schemas.openxmlformats.org/drawingml/2006/main" noGrp="1"/>
          </p:cNvSpPr>
          <p:nvPr/>
        </p:nvSpPr>
        <p:spPr>
          <a:xfrm xmlns:a="http://schemas.openxmlformats.org/drawingml/2006/main">
            <a:off x="77057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24" name="s22-tq-first-label-8">
            <a:extLst xmlns:a="http://schemas.openxmlformats.org/drawingml/2006/main">
              <a:ext uri="{FF2B5EF4-FFF2-40B4-BE49-F238E27FC236}">
                <a16:creationId xmlns:a16="http://schemas.microsoft.com/office/drawing/2014/main" id="{F4FE674D-1EE1-4A3C-9CE5-F83CFDA194AA}"/>
              </a:ext>
            </a:extLst>
          </p:cNvPr>
          <p:cNvSpPr>
            <a:spLocks xmlns:a="http://schemas.openxmlformats.org/drawingml/2006/main" noGrp="1"/>
          </p:cNvSpPr>
          <p:nvPr/>
        </p:nvSpPr>
        <p:spPr>
          <a:xfrm xmlns:a="http://schemas.openxmlformats.org/drawingml/2006/main">
            <a:off x="77343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25" name="s22-tq-cell-9">
            <a:extLst xmlns:a="http://schemas.openxmlformats.org/drawingml/2006/main">
              <a:ext uri="{FF2B5EF4-FFF2-40B4-BE49-F238E27FC236}">
                <a16:creationId xmlns:a16="http://schemas.microsoft.com/office/drawing/2014/main" id="{85991F38-7C50-4390-8741-EB2CBBA572FE}"/>
              </a:ext>
            </a:extLst>
          </p:cNvPr>
          <p:cNvSpPr>
            <a:spLocks xmlns:a="http://schemas.openxmlformats.org/drawingml/2006/main" noGrp="1"/>
          </p:cNvSpPr>
          <p:nvPr/>
        </p:nvSpPr>
        <p:spPr>
          <a:xfrm xmlns:a="http://schemas.openxmlformats.org/drawingml/2006/main">
            <a:off x="85439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26" name="s22-tq-first-label-9">
            <a:extLst xmlns:a="http://schemas.openxmlformats.org/drawingml/2006/main">
              <a:ext uri="{FF2B5EF4-FFF2-40B4-BE49-F238E27FC236}">
                <a16:creationId xmlns:a16="http://schemas.microsoft.com/office/drawing/2014/main" id="{C4E4ACE0-2B99-49CC-95F3-35FA27542416}"/>
              </a:ext>
            </a:extLst>
          </p:cNvPr>
          <p:cNvSpPr>
            <a:spLocks xmlns:a="http://schemas.openxmlformats.org/drawingml/2006/main" noGrp="1"/>
          </p:cNvSpPr>
          <p:nvPr/>
        </p:nvSpPr>
        <p:spPr>
          <a:xfrm xmlns:a="http://schemas.openxmlformats.org/drawingml/2006/main">
            <a:off x="85725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27" name="s22-tq-cell-10">
            <a:extLst xmlns:a="http://schemas.openxmlformats.org/drawingml/2006/main">
              <a:ext uri="{FF2B5EF4-FFF2-40B4-BE49-F238E27FC236}">
                <a16:creationId xmlns:a16="http://schemas.microsoft.com/office/drawing/2014/main" id="{007D2F38-58EA-4DEC-8566-6359486FE9C1}"/>
              </a:ext>
            </a:extLst>
          </p:cNvPr>
          <p:cNvSpPr>
            <a:spLocks xmlns:a="http://schemas.openxmlformats.org/drawingml/2006/main" noGrp="1"/>
          </p:cNvSpPr>
          <p:nvPr/>
        </p:nvSpPr>
        <p:spPr>
          <a:xfrm xmlns:a="http://schemas.openxmlformats.org/drawingml/2006/main">
            <a:off x="93821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28" name="s22-tq-first-label-10">
            <a:extLst xmlns:a="http://schemas.openxmlformats.org/drawingml/2006/main">
              <a:ext uri="{FF2B5EF4-FFF2-40B4-BE49-F238E27FC236}">
                <a16:creationId xmlns:a16="http://schemas.microsoft.com/office/drawing/2014/main" id="{812033F1-EE9E-49F0-88A9-AB750827F088}"/>
              </a:ext>
            </a:extLst>
          </p:cNvPr>
          <p:cNvSpPr>
            <a:spLocks xmlns:a="http://schemas.openxmlformats.org/drawingml/2006/main" noGrp="1"/>
          </p:cNvSpPr>
          <p:nvPr/>
        </p:nvSpPr>
        <p:spPr>
          <a:xfrm xmlns:a="http://schemas.openxmlformats.org/drawingml/2006/main">
            <a:off x="94107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29" name="s22-tq-cell-11">
            <a:extLst xmlns:a="http://schemas.openxmlformats.org/drawingml/2006/main">
              <a:ext uri="{FF2B5EF4-FFF2-40B4-BE49-F238E27FC236}">
                <a16:creationId xmlns:a16="http://schemas.microsoft.com/office/drawing/2014/main" id="{05482112-76BA-472B-8632-FE73F1E7FC4D}"/>
              </a:ext>
            </a:extLst>
          </p:cNvPr>
          <p:cNvSpPr>
            <a:spLocks xmlns:a="http://schemas.openxmlformats.org/drawingml/2006/main" noGrp="1"/>
          </p:cNvSpPr>
          <p:nvPr/>
        </p:nvSpPr>
        <p:spPr>
          <a:xfrm xmlns:a="http://schemas.openxmlformats.org/drawingml/2006/main">
            <a:off x="10220325" y="3190875"/>
            <a:ext cx="742950" cy="628650"/>
          </a:xfrm>
          <a:prstGeom xmlns:a="http://schemas.openxmlformats.org/drawingml/2006/main" prst="roundRect">
            <a:avLst>
              <a:gd name="adj" fmla="val 12121"/>
            </a:avLst>
          </a:prstGeom>
          <a:solidFill xmlns:a="http://schemas.openxmlformats.org/drawingml/2006/main">
            <a:srgbClr val="D7E5F1"/>
          </a:solidFill>
          <a:ln xmlns:a="http://schemas.openxmlformats.org/drawingml/2006/main" w="14288">
            <a:solidFill>
              <a:srgbClr val="F4F8FC"/>
            </a:solidFill>
            <a:prstDash val="solid"/>
          </a:ln>
        </p:spPr>
      </p:sp>
      <p:sp>
        <p:nvSpPr>
          <p:cNvPr id="30" name="s22-tq-first-label-11">
            <a:extLst xmlns:a="http://schemas.openxmlformats.org/drawingml/2006/main">
              <a:ext uri="{FF2B5EF4-FFF2-40B4-BE49-F238E27FC236}">
                <a16:creationId xmlns:a16="http://schemas.microsoft.com/office/drawing/2014/main" id="{6FBCE22A-1333-4D5B-A461-A2DDC15F81C6}"/>
              </a:ext>
            </a:extLst>
          </p:cNvPr>
          <p:cNvSpPr>
            <a:spLocks xmlns:a="http://schemas.openxmlformats.org/drawingml/2006/main" noGrp="1"/>
          </p:cNvSpPr>
          <p:nvPr/>
        </p:nvSpPr>
        <p:spPr>
          <a:xfrm xmlns:a="http://schemas.openxmlformats.org/drawingml/2006/main">
            <a:off x="10248900" y="32956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TQ</a:t>
            </a:r>
          </a:p>
        </p:txBody>
      </p:sp>
      <p:sp>
        <p:nvSpPr>
          <p:cNvPr id="31" name="s22-one-unit">
            <a:extLst xmlns:a="http://schemas.openxmlformats.org/drawingml/2006/main">
              <a:ext uri="{FF2B5EF4-FFF2-40B4-BE49-F238E27FC236}">
                <a16:creationId xmlns:a16="http://schemas.microsoft.com/office/drawing/2014/main" id="{9CEAC2D5-48E4-45DA-8CA0-B991988A24FC}"/>
              </a:ext>
            </a:extLst>
          </p:cNvPr>
          <p:cNvSpPr>
            <a:spLocks xmlns:a="http://schemas.openxmlformats.org/drawingml/2006/main" noGrp="1"/>
          </p:cNvSpPr>
          <p:nvPr/>
        </p:nvSpPr>
        <p:spPr>
          <a:xfrm xmlns:a="http://schemas.openxmlformats.org/drawingml/2006/main">
            <a:off x="971550" y="2886075"/>
            <a:ext cx="8001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7B500"/>
                </a:solidFill>
                <a:latin typeface="DejaVu Sans"/>
                <a:ea typeface="DejaVu Sans"/>
                <a:cs typeface="DejaVu Sans"/>
              </a:defRPr>
            </a:defPPr>
            <a:lvl1pPr algn="ctr">
              <a:defRPr sz="1050" b="1">
                <a:solidFill>
                  <a:srgbClr val="F7B500"/>
                </a:solidFill>
                <a:latin typeface="DejaVu Sans"/>
                <a:ea typeface="DejaVu Sans"/>
                <a:cs typeface="DejaVu Sans"/>
              </a:defRPr>
            </a:lvl1pPr>
            <a:lvl2pPr algn="ctr">
              <a:defRPr sz="1050" b="1">
                <a:solidFill>
                  <a:srgbClr val="F7B500"/>
                </a:solidFill>
                <a:latin typeface="DejaVu Sans"/>
                <a:ea typeface="DejaVu Sans"/>
                <a:cs typeface="DejaVu Sans"/>
              </a:defRPr>
            </a:lvl2pPr>
            <a:lvl3pPr algn="ctr">
              <a:defRPr sz="1050" b="1">
                <a:solidFill>
                  <a:srgbClr val="F7B500"/>
                </a:solidFill>
                <a:latin typeface="DejaVu Sans"/>
                <a:ea typeface="DejaVu Sans"/>
                <a:cs typeface="DejaVu Sans"/>
              </a:defRPr>
            </a:lvl3pPr>
            <a:lvl4pPr algn="ctr">
              <a:defRPr sz="1050" b="1">
                <a:solidFill>
                  <a:srgbClr val="F7B500"/>
                </a:solidFill>
                <a:latin typeface="DejaVu Sans"/>
                <a:ea typeface="DejaVu Sans"/>
                <a:cs typeface="DejaVu Sans"/>
              </a:defRPr>
            </a:lvl4pPr>
            <a:lvl5pPr algn="ctr">
              <a:defRPr sz="1050" b="1">
                <a:solidFill>
                  <a:srgbClr val="F7B500"/>
                </a:solidFill>
                <a:latin typeface="DejaVu Sans"/>
                <a:ea typeface="DejaVu Sans"/>
                <a:cs typeface="DejaVu Sans"/>
              </a:defRPr>
            </a:lvl5pPr>
            <a:lvl6pPr algn="ctr">
              <a:defRPr sz="1050" b="1">
                <a:solidFill>
                  <a:srgbClr val="F7B500"/>
                </a:solidFill>
                <a:latin typeface="DejaVu Sans"/>
                <a:ea typeface="DejaVu Sans"/>
                <a:cs typeface="DejaVu Sans"/>
              </a:defRPr>
            </a:lvl6pPr>
            <a:lvl7pPr algn="ctr">
              <a:defRPr sz="1050" b="1">
                <a:solidFill>
                  <a:srgbClr val="F7B500"/>
                </a:solidFill>
                <a:latin typeface="DejaVu Sans"/>
                <a:ea typeface="DejaVu Sans"/>
                <a:cs typeface="DejaVu Sans"/>
              </a:defRPr>
            </a:lvl7pPr>
            <a:lvl8pPr algn="ctr">
              <a:defRPr sz="1050" b="1">
                <a:solidFill>
                  <a:srgbClr val="F7B500"/>
                </a:solidFill>
                <a:latin typeface="DejaVu Sans"/>
                <a:ea typeface="DejaVu Sans"/>
                <a:cs typeface="DejaVu Sans"/>
              </a:defRPr>
            </a:lvl8pPr>
            <a:lvl9pPr algn="ctr">
              <a:defRPr sz="1050" b="1">
                <a:solidFill>
                  <a:srgbClr val="F7B500"/>
                </a:solidFill>
                <a:latin typeface="DejaVu Sans"/>
                <a:ea typeface="DejaVu Sans"/>
                <a:cs typeface="DejaVu Sans"/>
              </a:defRPr>
            </a:lvl9pPr>
          </a:lstStyle>
          <a:p xmlns:a="http://schemas.openxmlformats.org/drawingml/2006/main">
            <a:pPr algn="ctr">
              <a:defRPr sz="1050" b="1">
                <a:solidFill>
                  <a:srgbClr val="F7B500"/>
                </a:solidFill>
                <a:latin typeface="DejaVu Sans"/>
                <a:ea typeface="DejaVu Sans"/>
                <a:cs typeface="DejaVu Sans"/>
              </a:defRPr>
            </a:pPr>
            <a:r>
              <a:rPr sz="1050" b="1">
                <a:solidFill>
                  <a:srgbClr val="F7B500"/>
                </a:solidFill>
                <a:latin typeface="DejaVu Sans"/>
                <a:ea typeface="DejaVu Sans"/>
                <a:cs typeface="DejaVu Sans"/>
              </a:rPr>
              <a:t>1 TQ</a:t>
            </a:r>
          </a:p>
        </p:txBody>
      </p:sp>
      <p:sp>
        <p:nvSpPr>
          <p:cNvPr id="32" name="s22-unit-pointer">
            <a:extLst xmlns:a="http://schemas.openxmlformats.org/drawingml/2006/main">
              <a:ext uri="{FF2B5EF4-FFF2-40B4-BE49-F238E27FC236}">
                <a16:creationId xmlns:a16="http://schemas.microsoft.com/office/drawing/2014/main" id="{DCCF9072-4C16-41BB-A3E5-E1A99DC316CA}"/>
              </a:ext>
            </a:extLst>
          </p:cNvPr>
          <p:cNvSpPr>
            <a:spLocks xmlns:a="http://schemas.openxmlformats.org/drawingml/2006/main" noGrp="1"/>
          </p:cNvSpPr>
          <p:nvPr/>
        </p:nvSpPr>
        <p:spPr>
          <a:xfrm xmlns:a="http://schemas.openxmlformats.org/drawingml/2006/main">
            <a:off x="1362075" y="3114675"/>
            <a:ext cx="19050" cy="7620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3" name="s22-total-bracket-left">
            <a:extLst xmlns:a="http://schemas.openxmlformats.org/drawingml/2006/main">
              <a:ext uri="{FF2B5EF4-FFF2-40B4-BE49-F238E27FC236}">
                <a16:creationId xmlns:a16="http://schemas.microsoft.com/office/drawing/2014/main" id="{1CB1AC16-67DB-403D-81B3-2A9E4727CADE}"/>
              </a:ext>
            </a:extLst>
          </p:cNvPr>
          <p:cNvSpPr>
            <a:spLocks xmlns:a="http://schemas.openxmlformats.org/drawingml/2006/main" noGrp="1"/>
          </p:cNvSpPr>
          <p:nvPr/>
        </p:nvSpPr>
        <p:spPr>
          <a:xfrm xmlns:a="http://schemas.openxmlformats.org/drawingml/2006/main">
            <a:off x="1000125" y="3905250"/>
            <a:ext cx="19050" cy="857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4" name="s22-total-bracket-mid">
            <a:extLst xmlns:a="http://schemas.openxmlformats.org/drawingml/2006/main">
              <a:ext uri="{FF2B5EF4-FFF2-40B4-BE49-F238E27FC236}">
                <a16:creationId xmlns:a16="http://schemas.microsoft.com/office/drawing/2014/main" id="{8A7616E5-5DAC-40D3-BB14-6780AFE70E4A}"/>
              </a:ext>
            </a:extLst>
          </p:cNvPr>
          <p:cNvSpPr>
            <a:spLocks xmlns:a="http://schemas.openxmlformats.org/drawingml/2006/main" noGrp="1"/>
          </p:cNvSpPr>
          <p:nvPr/>
        </p:nvSpPr>
        <p:spPr>
          <a:xfrm xmlns:a="http://schemas.openxmlformats.org/drawingml/2006/main">
            <a:off x="1000125" y="3971925"/>
            <a:ext cx="9963150" cy="2857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5" name="s22-total-bracket-right">
            <a:extLst xmlns:a="http://schemas.openxmlformats.org/drawingml/2006/main">
              <a:ext uri="{FF2B5EF4-FFF2-40B4-BE49-F238E27FC236}">
                <a16:creationId xmlns:a16="http://schemas.microsoft.com/office/drawing/2014/main" id="{51433290-66AD-43C9-8CEC-5AAF4396ECAB}"/>
              </a:ext>
            </a:extLst>
          </p:cNvPr>
          <p:cNvSpPr>
            <a:spLocks xmlns:a="http://schemas.openxmlformats.org/drawingml/2006/main" noGrp="1"/>
          </p:cNvSpPr>
          <p:nvPr/>
        </p:nvSpPr>
        <p:spPr>
          <a:xfrm xmlns:a="http://schemas.openxmlformats.org/drawingml/2006/main">
            <a:off x="10944225" y="3905250"/>
            <a:ext cx="19050" cy="857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6" name="s22-total-label">
            <a:extLst xmlns:a="http://schemas.openxmlformats.org/drawingml/2006/main">
              <a:ext uri="{FF2B5EF4-FFF2-40B4-BE49-F238E27FC236}">
                <a16:creationId xmlns:a16="http://schemas.microsoft.com/office/drawing/2014/main" id="{E5A32081-E5B8-4AA8-BE09-20AB60D23B44}"/>
              </a:ext>
            </a:extLst>
          </p:cNvPr>
          <p:cNvSpPr>
            <a:spLocks xmlns:a="http://schemas.openxmlformats.org/drawingml/2006/main" noGrp="1"/>
          </p:cNvSpPr>
          <p:nvPr/>
        </p:nvSpPr>
        <p:spPr>
          <a:xfrm xmlns:a="http://schemas.openxmlformats.org/drawingml/2006/main">
            <a:off x="2600325" y="4057650"/>
            <a:ext cx="7239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FFFFFF"/>
                </a:solidFill>
                <a:latin typeface="DejaVu Sans"/>
                <a:ea typeface="DejaVu Sans"/>
                <a:cs typeface="DejaVu Sans"/>
              </a:defRPr>
            </a:defPPr>
            <a:lvl1pPr algn="ctr">
              <a:defRPr sz="1275" b="1">
                <a:solidFill>
                  <a:srgbClr val="FFFFFF"/>
                </a:solidFill>
                <a:latin typeface="DejaVu Sans"/>
                <a:ea typeface="DejaVu Sans"/>
                <a:cs typeface="DejaVu Sans"/>
              </a:defRPr>
            </a:lvl1pPr>
            <a:lvl2pPr algn="ctr">
              <a:defRPr sz="1275" b="1">
                <a:solidFill>
                  <a:srgbClr val="FFFFFF"/>
                </a:solidFill>
                <a:latin typeface="DejaVu Sans"/>
                <a:ea typeface="DejaVu Sans"/>
                <a:cs typeface="DejaVu Sans"/>
              </a:defRPr>
            </a:lvl2pPr>
            <a:lvl3pPr algn="ctr">
              <a:defRPr sz="1275" b="1">
                <a:solidFill>
                  <a:srgbClr val="FFFFFF"/>
                </a:solidFill>
                <a:latin typeface="DejaVu Sans"/>
                <a:ea typeface="DejaVu Sans"/>
                <a:cs typeface="DejaVu Sans"/>
              </a:defRPr>
            </a:lvl3pPr>
            <a:lvl4pPr algn="ctr">
              <a:defRPr sz="1275" b="1">
                <a:solidFill>
                  <a:srgbClr val="FFFFFF"/>
                </a:solidFill>
                <a:latin typeface="DejaVu Sans"/>
                <a:ea typeface="DejaVu Sans"/>
                <a:cs typeface="DejaVu Sans"/>
              </a:defRPr>
            </a:lvl4pPr>
            <a:lvl5pPr algn="ctr">
              <a:defRPr sz="1275" b="1">
                <a:solidFill>
                  <a:srgbClr val="FFFFFF"/>
                </a:solidFill>
                <a:latin typeface="DejaVu Sans"/>
                <a:ea typeface="DejaVu Sans"/>
                <a:cs typeface="DejaVu Sans"/>
              </a:defRPr>
            </a:lvl5pPr>
            <a:lvl6pPr algn="ctr">
              <a:defRPr sz="1275" b="1">
                <a:solidFill>
                  <a:srgbClr val="FFFFFF"/>
                </a:solidFill>
                <a:latin typeface="DejaVu Sans"/>
                <a:ea typeface="DejaVu Sans"/>
                <a:cs typeface="DejaVu Sans"/>
              </a:defRPr>
            </a:lvl6pPr>
            <a:lvl7pPr algn="ctr">
              <a:defRPr sz="1275" b="1">
                <a:solidFill>
                  <a:srgbClr val="FFFFFF"/>
                </a:solidFill>
                <a:latin typeface="DejaVu Sans"/>
                <a:ea typeface="DejaVu Sans"/>
                <a:cs typeface="DejaVu Sans"/>
              </a:defRPr>
            </a:lvl7pPr>
            <a:lvl8pPr algn="ctr">
              <a:defRPr sz="1275" b="1">
                <a:solidFill>
                  <a:srgbClr val="FFFFFF"/>
                </a:solidFill>
                <a:latin typeface="DejaVu Sans"/>
                <a:ea typeface="DejaVu Sans"/>
                <a:cs typeface="DejaVu Sans"/>
              </a:defRPr>
            </a:lvl8pPr>
            <a:lvl9pPr algn="ctr">
              <a:defRPr sz="1275" b="1">
                <a:solidFill>
                  <a:srgbClr val="FFFFFF"/>
                </a:solidFill>
                <a:latin typeface="DejaVu Sans"/>
                <a:ea typeface="DejaVu Sans"/>
                <a:cs typeface="DejaVu Sans"/>
              </a:defRPr>
            </a:lvl9pPr>
          </a:lstStyle>
          <a:p xmlns:a="http://schemas.openxmlformats.org/drawingml/2006/main">
            <a:pPr algn="ctr">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πολλά TQ μαζί = χρόνος ενός bit</a:t>
            </a:r>
          </a:p>
        </p:txBody>
      </p:sp>
      <p:sp>
        <p:nvSpPr>
          <p:cNvPr id="37" name="s22-info-card">
            <a:extLst xmlns:a="http://schemas.openxmlformats.org/drawingml/2006/main">
              <a:ext uri="{FF2B5EF4-FFF2-40B4-BE49-F238E27FC236}">
                <a16:creationId xmlns:a16="http://schemas.microsoft.com/office/drawing/2014/main" id="{BCE970A8-CA62-4D63-B652-2A0596190A9C}"/>
              </a:ext>
            </a:extLst>
          </p:cNvPr>
          <p:cNvSpPr>
            <a:spLocks xmlns:a="http://schemas.openxmlformats.org/drawingml/2006/main" noGrp="1"/>
          </p:cNvSpPr>
          <p:nvPr/>
        </p:nvSpPr>
        <p:spPr>
          <a:xfrm xmlns:a="http://schemas.openxmlformats.org/drawingml/2006/main">
            <a:off x="609600" y="4953000"/>
            <a:ext cx="5257800" cy="1066800"/>
          </a:xfrm>
          <a:prstGeom xmlns:a="http://schemas.openxmlformats.org/drawingml/2006/main" prst="roundRect">
            <a:avLst>
              <a:gd name="adj" fmla="val 7143"/>
            </a:avLst>
          </a:prstGeom>
          <a:solidFill xmlns:a="http://schemas.openxmlformats.org/drawingml/2006/main">
            <a:srgbClr val="E4F7FA"/>
          </a:solidFill>
          <a:ln xmlns:a="http://schemas.openxmlformats.org/drawingml/2006/main" w="9525">
            <a:solidFill>
              <a:srgbClr val="C5E8ED"/>
            </a:solidFill>
            <a:prstDash val="solid"/>
          </a:ln>
        </p:spPr>
      </p:sp>
      <p:sp>
        <p:nvSpPr>
          <p:cNvPr id="38" name="s22-info-title">
            <a:extLst xmlns:a="http://schemas.openxmlformats.org/drawingml/2006/main">
              <a:ext uri="{FF2B5EF4-FFF2-40B4-BE49-F238E27FC236}">
                <a16:creationId xmlns:a16="http://schemas.microsoft.com/office/drawing/2014/main" id="{8FE3E979-4BC3-4075-8B08-296CBBE80D55}"/>
              </a:ext>
            </a:extLst>
          </p:cNvPr>
          <p:cNvSpPr>
            <a:spLocks xmlns:a="http://schemas.openxmlformats.org/drawingml/2006/main" noGrp="1"/>
          </p:cNvSpPr>
          <p:nvPr/>
        </p:nvSpPr>
        <p:spPr>
          <a:xfrm xmlns:a="http://schemas.openxmlformats.org/drawingml/2006/main">
            <a:off x="838200" y="509587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1D31"/>
                </a:solidFill>
                <a:latin typeface="DejaVu Sans"/>
                <a:ea typeface="DejaVu Sans"/>
                <a:cs typeface="DejaVu Sans"/>
              </a:defRPr>
            </a:defPPr>
            <a:lvl1pPr algn="l">
              <a:defRPr sz="1200" b="1">
                <a:solidFill>
                  <a:srgbClr val="101D31"/>
                </a:solidFill>
                <a:latin typeface="DejaVu Sans"/>
                <a:ea typeface="DejaVu Sans"/>
                <a:cs typeface="DejaVu Sans"/>
              </a:defRPr>
            </a:lvl1pPr>
            <a:lvl2pPr algn="l">
              <a:defRPr sz="1200" b="1">
                <a:solidFill>
                  <a:srgbClr val="101D31"/>
                </a:solidFill>
                <a:latin typeface="DejaVu Sans"/>
                <a:ea typeface="DejaVu Sans"/>
                <a:cs typeface="DejaVu Sans"/>
              </a:defRPr>
            </a:lvl2pPr>
            <a:lvl3pPr algn="l">
              <a:defRPr sz="1200" b="1">
                <a:solidFill>
                  <a:srgbClr val="101D31"/>
                </a:solidFill>
                <a:latin typeface="DejaVu Sans"/>
                <a:ea typeface="DejaVu Sans"/>
                <a:cs typeface="DejaVu Sans"/>
              </a:defRPr>
            </a:lvl3pPr>
            <a:lvl4pPr algn="l">
              <a:defRPr sz="1200" b="1">
                <a:solidFill>
                  <a:srgbClr val="101D31"/>
                </a:solidFill>
                <a:latin typeface="DejaVu Sans"/>
                <a:ea typeface="DejaVu Sans"/>
                <a:cs typeface="DejaVu Sans"/>
              </a:defRPr>
            </a:lvl4pPr>
            <a:lvl5pPr algn="l">
              <a:defRPr sz="1200" b="1">
                <a:solidFill>
                  <a:srgbClr val="101D31"/>
                </a:solidFill>
                <a:latin typeface="DejaVu Sans"/>
                <a:ea typeface="DejaVu Sans"/>
                <a:cs typeface="DejaVu Sans"/>
              </a:defRPr>
            </a:lvl5pPr>
            <a:lvl6pPr algn="l">
              <a:defRPr sz="1200" b="1">
                <a:solidFill>
                  <a:srgbClr val="101D31"/>
                </a:solidFill>
                <a:latin typeface="DejaVu Sans"/>
                <a:ea typeface="DejaVu Sans"/>
                <a:cs typeface="DejaVu Sans"/>
              </a:defRPr>
            </a:lvl6pPr>
            <a:lvl7pPr algn="l">
              <a:defRPr sz="1200" b="1">
                <a:solidFill>
                  <a:srgbClr val="101D31"/>
                </a:solidFill>
                <a:latin typeface="DejaVu Sans"/>
                <a:ea typeface="DejaVu Sans"/>
                <a:cs typeface="DejaVu Sans"/>
              </a:defRPr>
            </a:lvl7pPr>
            <a:lvl8pPr algn="l">
              <a:defRPr sz="1200" b="1">
                <a:solidFill>
                  <a:srgbClr val="101D31"/>
                </a:solidFill>
                <a:latin typeface="DejaVu Sans"/>
                <a:ea typeface="DejaVu Sans"/>
                <a:cs typeface="DejaVu Sans"/>
              </a:defRPr>
            </a:lvl8pPr>
            <a:lvl9pPr algn="l">
              <a:defRPr sz="1200" b="1">
                <a:solidFill>
                  <a:srgbClr val="101D31"/>
                </a:solidFill>
                <a:latin typeface="DejaVu Sans"/>
                <a:ea typeface="DejaVu Sans"/>
                <a:cs typeface="DejaVu Sans"/>
              </a:defRPr>
            </a:lvl9pPr>
          </a:lstStyle>
          <a:p xmlns:a="http://schemas.openxmlformats.org/drawingml/2006/main">
            <a:pPr algn="l">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Από πού προκύπτει;</a:t>
            </a:r>
          </a:p>
        </p:txBody>
      </p:sp>
      <p:sp>
        <p:nvSpPr>
          <p:cNvPr id="39" name="s22-info-text">
            <a:extLst xmlns:a="http://schemas.openxmlformats.org/drawingml/2006/main">
              <a:ext uri="{FF2B5EF4-FFF2-40B4-BE49-F238E27FC236}">
                <a16:creationId xmlns:a16="http://schemas.microsoft.com/office/drawing/2014/main" id="{47854C92-C764-4192-922E-4B6F0EDF8499}"/>
              </a:ext>
            </a:extLst>
          </p:cNvPr>
          <p:cNvSpPr>
            <a:spLocks xmlns:a="http://schemas.openxmlformats.org/drawingml/2006/main" noGrp="1"/>
          </p:cNvSpPr>
          <p:nvPr/>
        </p:nvSpPr>
        <p:spPr>
          <a:xfrm xmlns:a="http://schemas.openxmlformats.org/drawingml/2006/main">
            <a:off x="838200" y="540067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Το TQ βασίζεται στο ρολόι του ελεγκτή και στον διαιρέτη του.</a:t>
            </a:r>
          </a:p>
        </p:txBody>
      </p:sp>
      <p:sp>
        <p:nvSpPr>
          <p:cNvPr id="40" name="s22-info-card2">
            <a:extLst xmlns:a="http://schemas.openxmlformats.org/drawingml/2006/main">
              <a:ext uri="{FF2B5EF4-FFF2-40B4-BE49-F238E27FC236}">
                <a16:creationId xmlns:a16="http://schemas.microsoft.com/office/drawing/2014/main" id="{47FF099D-138D-4785-8AFF-93E06C76D7BA}"/>
              </a:ext>
            </a:extLst>
          </p:cNvPr>
          <p:cNvSpPr>
            <a:spLocks xmlns:a="http://schemas.openxmlformats.org/drawingml/2006/main" noGrp="1"/>
          </p:cNvSpPr>
          <p:nvPr/>
        </p:nvSpPr>
        <p:spPr>
          <a:xfrm xmlns:a="http://schemas.openxmlformats.org/drawingml/2006/main">
            <a:off x="6115050" y="4953000"/>
            <a:ext cx="54673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4288">
            <a:solidFill>
              <a:srgbClr val="D6E2ED"/>
            </a:solidFill>
            <a:prstDash val="solid"/>
          </a:ln>
        </p:spPr>
      </p:sp>
      <p:sp>
        <p:nvSpPr>
          <p:cNvPr id="41" name="s22-info-title2">
            <a:extLst xmlns:a="http://schemas.openxmlformats.org/drawingml/2006/main">
              <a:ext uri="{FF2B5EF4-FFF2-40B4-BE49-F238E27FC236}">
                <a16:creationId xmlns:a16="http://schemas.microsoft.com/office/drawing/2014/main" id="{6AB4148B-4034-4F6F-9BFE-C6535C15534F}"/>
              </a:ext>
            </a:extLst>
          </p:cNvPr>
          <p:cNvSpPr>
            <a:spLocks xmlns:a="http://schemas.openxmlformats.org/drawingml/2006/main" noGrp="1"/>
          </p:cNvSpPr>
          <p:nvPr/>
        </p:nvSpPr>
        <p:spPr>
          <a:xfrm xmlns:a="http://schemas.openxmlformats.org/drawingml/2006/main">
            <a:off x="6343650" y="509587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1D31"/>
                </a:solidFill>
                <a:latin typeface="DejaVu Sans"/>
                <a:ea typeface="DejaVu Sans"/>
                <a:cs typeface="DejaVu Sans"/>
              </a:defRPr>
            </a:defPPr>
            <a:lvl1pPr algn="l">
              <a:defRPr sz="1200" b="1">
                <a:solidFill>
                  <a:srgbClr val="101D31"/>
                </a:solidFill>
                <a:latin typeface="DejaVu Sans"/>
                <a:ea typeface="DejaVu Sans"/>
                <a:cs typeface="DejaVu Sans"/>
              </a:defRPr>
            </a:lvl1pPr>
            <a:lvl2pPr algn="l">
              <a:defRPr sz="1200" b="1">
                <a:solidFill>
                  <a:srgbClr val="101D31"/>
                </a:solidFill>
                <a:latin typeface="DejaVu Sans"/>
                <a:ea typeface="DejaVu Sans"/>
                <a:cs typeface="DejaVu Sans"/>
              </a:defRPr>
            </a:lvl2pPr>
            <a:lvl3pPr algn="l">
              <a:defRPr sz="1200" b="1">
                <a:solidFill>
                  <a:srgbClr val="101D31"/>
                </a:solidFill>
                <a:latin typeface="DejaVu Sans"/>
                <a:ea typeface="DejaVu Sans"/>
                <a:cs typeface="DejaVu Sans"/>
              </a:defRPr>
            </a:lvl3pPr>
            <a:lvl4pPr algn="l">
              <a:defRPr sz="1200" b="1">
                <a:solidFill>
                  <a:srgbClr val="101D31"/>
                </a:solidFill>
                <a:latin typeface="DejaVu Sans"/>
                <a:ea typeface="DejaVu Sans"/>
                <a:cs typeface="DejaVu Sans"/>
              </a:defRPr>
            </a:lvl4pPr>
            <a:lvl5pPr algn="l">
              <a:defRPr sz="1200" b="1">
                <a:solidFill>
                  <a:srgbClr val="101D31"/>
                </a:solidFill>
                <a:latin typeface="DejaVu Sans"/>
                <a:ea typeface="DejaVu Sans"/>
                <a:cs typeface="DejaVu Sans"/>
              </a:defRPr>
            </a:lvl5pPr>
            <a:lvl6pPr algn="l">
              <a:defRPr sz="1200" b="1">
                <a:solidFill>
                  <a:srgbClr val="101D31"/>
                </a:solidFill>
                <a:latin typeface="DejaVu Sans"/>
                <a:ea typeface="DejaVu Sans"/>
                <a:cs typeface="DejaVu Sans"/>
              </a:defRPr>
            </a:lvl6pPr>
            <a:lvl7pPr algn="l">
              <a:defRPr sz="1200" b="1">
                <a:solidFill>
                  <a:srgbClr val="101D31"/>
                </a:solidFill>
                <a:latin typeface="DejaVu Sans"/>
                <a:ea typeface="DejaVu Sans"/>
                <a:cs typeface="DejaVu Sans"/>
              </a:defRPr>
            </a:lvl7pPr>
            <a:lvl8pPr algn="l">
              <a:defRPr sz="1200" b="1">
                <a:solidFill>
                  <a:srgbClr val="101D31"/>
                </a:solidFill>
                <a:latin typeface="DejaVu Sans"/>
                <a:ea typeface="DejaVu Sans"/>
                <a:cs typeface="DejaVu Sans"/>
              </a:defRPr>
            </a:lvl8pPr>
            <a:lvl9pPr algn="l">
              <a:defRPr sz="1200" b="1">
                <a:solidFill>
                  <a:srgbClr val="101D31"/>
                </a:solidFill>
                <a:latin typeface="DejaVu Sans"/>
                <a:ea typeface="DejaVu Sans"/>
                <a:cs typeface="DejaVu Sans"/>
              </a:defRPr>
            </a:lvl9pPr>
          </a:lstStyle>
          <a:p xmlns:a="http://schemas.openxmlformats.org/drawingml/2006/main">
            <a:pPr algn="l">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Τι να θυμάμαι;</a:t>
            </a:r>
          </a:p>
        </p:txBody>
      </p:sp>
      <p:sp>
        <p:nvSpPr>
          <p:cNvPr id="42" name="s22-info-text2">
            <a:extLst xmlns:a="http://schemas.openxmlformats.org/drawingml/2006/main">
              <a:ext uri="{FF2B5EF4-FFF2-40B4-BE49-F238E27FC236}">
                <a16:creationId xmlns:a16="http://schemas.microsoft.com/office/drawing/2014/main" id="{35F1707F-FDB4-4005-9075-93634D2FC7E1}"/>
              </a:ext>
            </a:extLst>
          </p:cNvPr>
          <p:cNvSpPr>
            <a:spLocks xmlns:a="http://schemas.openxmlformats.org/drawingml/2006/main" noGrp="1"/>
          </p:cNvSpPr>
          <p:nvPr/>
        </p:nvSpPr>
        <p:spPr>
          <a:xfrm xmlns:a="http://schemas.openxmlformats.org/drawingml/2006/main">
            <a:off x="6343650" y="5400675"/>
            <a:ext cx="50101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Το TQ είναι μονάδα μέτρησης, όχι ένας ίδιος χρόνος για όλα τα οχήματα.</a:t>
            </a:r>
          </a:p>
        </p:txBody>
      </p:sp>
      <p:sp>
        <p:nvSpPr>
          <p:cNvPr id="43" name="s22-note">
            <a:extLst xmlns:a="http://schemas.openxmlformats.org/drawingml/2006/main">
              <a:ext uri="{FF2B5EF4-FFF2-40B4-BE49-F238E27FC236}">
                <a16:creationId xmlns:a16="http://schemas.microsoft.com/office/drawing/2014/main" id="{40A1E008-1661-4681-822B-43425AC2EDDB}"/>
              </a:ext>
            </a:extLst>
          </p:cNvPr>
          <p:cNvSpPr>
            <a:spLocks xmlns:a="http://schemas.openxmlformats.org/drawingml/2006/main" noGrp="1"/>
          </p:cNvSpPr>
          <p:nvPr/>
        </p:nvSpPr>
        <p:spPr>
          <a:xfrm xmlns:a="http://schemas.openxmlformats.org/drawingml/2006/main">
            <a:off x="609600" y="6200775"/>
            <a:ext cx="1009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Το πλήθος των TQ στο σχήμα είναι ενδεικτικό· οι πραγματικές ρυθμίσεις εξαρτώνται από τον ελεγκτή CAN.</a:t>
            </a:r>
          </a:p>
        </p:txBody>
      </p:sp>
      <p:sp>
        <p:nvSpPr>
          <p:cNvPr id="44" name="s22-footer">
            <a:extLst xmlns:a="http://schemas.openxmlformats.org/drawingml/2006/main">
              <a:ext uri="{FF2B5EF4-FFF2-40B4-BE49-F238E27FC236}">
                <a16:creationId xmlns:a16="http://schemas.microsoft.com/office/drawing/2014/main" id="{E00B2978-FFA2-4609-8499-5AFD2B4B4CE2}"/>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45" name="s22-page-number">
            <a:extLst xmlns:a="http://schemas.openxmlformats.org/drawingml/2006/main">
              <a:ext uri="{FF2B5EF4-FFF2-40B4-BE49-F238E27FC236}">
                <a16:creationId xmlns:a16="http://schemas.microsoft.com/office/drawing/2014/main" id="{A3331BA7-83A3-4A5A-ACF2-A14FA1C33A53}"/>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22</a:t>
            </a:r>
          </a:p>
        </p:txBody>
      </p:sp>
    </p:spTree>
    <p:extLst>
      <p:ext uri="{BB962C8B-B14F-4D97-AF65-F5344CB8AC3E}">
        <p14:creationId xmlns:p14="http://schemas.microsoft.com/office/powerpoint/2010/main" val="1281792858"/>
      </p:ext>
    </p:extLst>
  </p:cSld>
</p:sld>
</file>

<file path=ppt/slides/slide2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6" name="s23-kicker">
            <a:extLst xmlns:a="http://schemas.openxmlformats.org/drawingml/2006/main">
              <a:ext uri="{FF2B5EF4-FFF2-40B4-BE49-F238E27FC236}">
                <a16:creationId xmlns:a16="http://schemas.microsoft.com/office/drawing/2014/main" id="{79BB6C03-0963-4A8F-9446-1BB0FE9CCD5C}"/>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3-title">
            <a:extLst xmlns:a="http://schemas.openxmlformats.org/drawingml/2006/main">
              <a:ext uri="{FF2B5EF4-FFF2-40B4-BE49-F238E27FC236}">
                <a16:creationId xmlns:a16="http://schemas.microsoft.com/office/drawing/2014/main" id="{B741107B-D05A-4CF0-868F-29E8D675DF1D}"/>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01D31"/>
                </a:solidFill>
                <a:latin typeface="DejaVu Sans"/>
                <a:ea typeface="DejaVu Sans"/>
                <a:cs typeface="DejaVu Sans"/>
              </a:defRPr>
            </a:defPPr>
            <a:lvl1pPr algn="l">
              <a:defRPr sz="2475" b="1">
                <a:solidFill>
                  <a:srgbClr val="101D31"/>
                </a:solidFill>
                <a:latin typeface="DejaVu Sans"/>
                <a:ea typeface="DejaVu Sans"/>
                <a:cs typeface="DejaVu Sans"/>
              </a:defRPr>
            </a:lvl1pPr>
            <a:lvl2pPr algn="l">
              <a:defRPr sz="2475" b="1">
                <a:solidFill>
                  <a:srgbClr val="101D31"/>
                </a:solidFill>
                <a:latin typeface="DejaVu Sans"/>
                <a:ea typeface="DejaVu Sans"/>
                <a:cs typeface="DejaVu Sans"/>
              </a:defRPr>
            </a:lvl2pPr>
            <a:lvl3pPr algn="l">
              <a:defRPr sz="2475" b="1">
                <a:solidFill>
                  <a:srgbClr val="101D31"/>
                </a:solidFill>
                <a:latin typeface="DejaVu Sans"/>
                <a:ea typeface="DejaVu Sans"/>
                <a:cs typeface="DejaVu Sans"/>
              </a:defRPr>
            </a:lvl3pPr>
            <a:lvl4pPr algn="l">
              <a:defRPr sz="2475" b="1">
                <a:solidFill>
                  <a:srgbClr val="101D31"/>
                </a:solidFill>
                <a:latin typeface="DejaVu Sans"/>
                <a:ea typeface="DejaVu Sans"/>
                <a:cs typeface="DejaVu Sans"/>
              </a:defRPr>
            </a:lvl4pPr>
            <a:lvl5pPr algn="l">
              <a:defRPr sz="2475" b="1">
                <a:solidFill>
                  <a:srgbClr val="101D31"/>
                </a:solidFill>
                <a:latin typeface="DejaVu Sans"/>
                <a:ea typeface="DejaVu Sans"/>
                <a:cs typeface="DejaVu Sans"/>
              </a:defRPr>
            </a:lvl5pPr>
            <a:lvl6pPr algn="l">
              <a:defRPr sz="2475" b="1">
                <a:solidFill>
                  <a:srgbClr val="101D31"/>
                </a:solidFill>
                <a:latin typeface="DejaVu Sans"/>
                <a:ea typeface="DejaVu Sans"/>
                <a:cs typeface="DejaVu Sans"/>
              </a:defRPr>
            </a:lvl6pPr>
            <a:lvl7pPr algn="l">
              <a:defRPr sz="2475" b="1">
                <a:solidFill>
                  <a:srgbClr val="101D31"/>
                </a:solidFill>
                <a:latin typeface="DejaVu Sans"/>
                <a:ea typeface="DejaVu Sans"/>
                <a:cs typeface="DejaVu Sans"/>
              </a:defRPr>
            </a:lvl7pPr>
            <a:lvl8pPr algn="l">
              <a:defRPr sz="2475" b="1">
                <a:solidFill>
                  <a:srgbClr val="101D31"/>
                </a:solidFill>
                <a:latin typeface="DejaVu Sans"/>
                <a:ea typeface="DejaVu Sans"/>
                <a:cs typeface="DejaVu Sans"/>
              </a:defRPr>
            </a:lvl8pPr>
            <a:lvl9pPr algn="l">
              <a:defRPr sz="2475" b="1">
                <a:solidFill>
                  <a:srgbClr val="101D31"/>
                </a:solidFill>
                <a:latin typeface="DejaVu Sans"/>
                <a:ea typeface="DejaVu Sans"/>
                <a:cs typeface="DejaVu Sans"/>
              </a:defRPr>
            </a:lvl9pPr>
          </a:lstStyle>
          <a:p xmlns:a="http://schemas.openxmlformats.org/drawingml/2006/main">
            <a:pPr algn="l">
              <a:defRPr sz="2475" b="1">
                <a:solidFill>
                  <a:srgbClr val="101D31"/>
                </a:solidFill>
                <a:latin typeface="DejaVu Sans"/>
                <a:ea typeface="DejaVu Sans"/>
                <a:cs typeface="DejaVu Sans"/>
              </a:defRPr>
            </a:pPr>
            <a:r>
              <a:rPr sz="2475" b="1">
                <a:solidFill>
                  <a:srgbClr val="101D31"/>
                </a:solidFill>
                <a:latin typeface="DejaVu Sans"/>
                <a:ea typeface="DejaVu Sans"/>
                <a:cs typeface="DejaVu Sans"/>
              </a:rPr>
              <a:t>Οι κόμβοι συγχρονίζονται με τις μεταβάσεις του σήματος</a:t>
            </a:r>
          </a:p>
        </p:txBody>
      </p:sp>
      <p:sp>
        <p:nvSpPr>
          <p:cNvPr id="3" name="s23-title-rule">
            <a:extLst xmlns:a="http://schemas.openxmlformats.org/drawingml/2006/main">
              <a:ext uri="{FF2B5EF4-FFF2-40B4-BE49-F238E27FC236}">
                <a16:creationId xmlns:a16="http://schemas.microsoft.com/office/drawing/2014/main" id="{C7106DE9-D54C-4DB7-88C0-1061B2F5ECF3}"/>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3-subtitle">
            <a:extLst xmlns:a="http://schemas.openxmlformats.org/drawingml/2006/main">
              <a:ext uri="{FF2B5EF4-FFF2-40B4-BE49-F238E27FC236}">
                <a16:creationId xmlns:a16="http://schemas.microsoft.com/office/drawing/2014/main" id="{40EB5CE6-DE77-450C-9F6A-77FBB93E1BFE}"/>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Οι ελεγκτές CAN χρησιμοποιούν τις αλλαγές στο σήμα ως χρονικό σημείο αναφοράς.</a:t>
            </a:r>
          </a:p>
        </p:txBody>
      </p:sp>
      <p:sp>
        <p:nvSpPr>
          <p:cNvPr id="5" name="s23-wave-card">
            <a:extLst xmlns:a="http://schemas.openxmlformats.org/drawingml/2006/main">
              <a:ext uri="{FF2B5EF4-FFF2-40B4-BE49-F238E27FC236}">
                <a16:creationId xmlns:a16="http://schemas.microsoft.com/office/drawing/2014/main" id="{3830B2B6-BD0B-46E5-8E52-5F82E6523DF7}"/>
              </a:ext>
            </a:extLst>
          </p:cNvPr>
          <p:cNvSpPr>
            <a:spLocks xmlns:a="http://schemas.openxmlformats.org/drawingml/2006/main" noGrp="1"/>
          </p:cNvSpPr>
          <p:nvPr/>
        </p:nvSpPr>
        <p:spPr>
          <a:xfrm xmlns:a="http://schemas.openxmlformats.org/drawingml/2006/main">
            <a:off x="609600" y="2209800"/>
            <a:ext cx="7086600" cy="3067050"/>
          </a:xfrm>
          <a:prstGeom xmlns:a="http://schemas.openxmlformats.org/drawingml/2006/main" prst="roundRect">
            <a:avLst>
              <a:gd name="adj" fmla="val 2484"/>
            </a:avLst>
          </a:prstGeom>
          <a:solidFill xmlns:a="http://schemas.openxmlformats.org/drawingml/2006/main">
            <a:srgbClr val="071426"/>
          </a:solidFill>
          <a:ln xmlns:a="http://schemas.openxmlformats.org/drawingml/2006/main" w="0">
            <a:noFill/>
            <a:prstDash val="solid"/>
          </a:ln>
        </p:spPr>
      </p:sp>
      <p:sp>
        <p:nvSpPr>
          <p:cNvPr id="6" name="s23-wave-title">
            <a:extLst xmlns:a="http://schemas.openxmlformats.org/drawingml/2006/main">
              <a:ext uri="{FF2B5EF4-FFF2-40B4-BE49-F238E27FC236}">
                <a16:creationId xmlns:a16="http://schemas.microsoft.com/office/drawing/2014/main" id="{BC5E4438-4532-43BF-8B11-1E43CD9048F7}"/>
              </a:ext>
            </a:extLst>
          </p:cNvPr>
          <p:cNvSpPr>
            <a:spLocks xmlns:a="http://schemas.openxmlformats.org/drawingml/2006/main" noGrp="1"/>
          </p:cNvSpPr>
          <p:nvPr/>
        </p:nvSpPr>
        <p:spPr>
          <a:xfrm xmlns:a="http://schemas.openxmlformats.org/drawingml/2006/main">
            <a:off x="876300" y="2419350"/>
            <a:ext cx="655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10BFD9"/>
                </a:solidFill>
                <a:latin typeface="DejaVu Sans"/>
                <a:ea typeface="DejaVu Sans"/>
                <a:cs typeface="DejaVu Sans"/>
              </a:defRPr>
            </a:defPPr>
            <a:lvl1pPr algn="l">
              <a:defRPr sz="1050" b="1">
                <a:solidFill>
                  <a:srgbClr val="10BFD9"/>
                </a:solidFill>
                <a:latin typeface="DejaVu Sans"/>
                <a:ea typeface="DejaVu Sans"/>
                <a:cs typeface="DejaVu Sans"/>
              </a:defRPr>
            </a:lvl1pPr>
            <a:lvl2pPr algn="l">
              <a:defRPr sz="1050" b="1">
                <a:solidFill>
                  <a:srgbClr val="10BFD9"/>
                </a:solidFill>
                <a:latin typeface="DejaVu Sans"/>
                <a:ea typeface="DejaVu Sans"/>
                <a:cs typeface="DejaVu Sans"/>
              </a:defRPr>
            </a:lvl2pPr>
            <a:lvl3pPr algn="l">
              <a:defRPr sz="1050" b="1">
                <a:solidFill>
                  <a:srgbClr val="10BFD9"/>
                </a:solidFill>
                <a:latin typeface="DejaVu Sans"/>
                <a:ea typeface="DejaVu Sans"/>
                <a:cs typeface="DejaVu Sans"/>
              </a:defRPr>
            </a:lvl3pPr>
            <a:lvl4pPr algn="l">
              <a:defRPr sz="1050" b="1">
                <a:solidFill>
                  <a:srgbClr val="10BFD9"/>
                </a:solidFill>
                <a:latin typeface="DejaVu Sans"/>
                <a:ea typeface="DejaVu Sans"/>
                <a:cs typeface="DejaVu Sans"/>
              </a:defRPr>
            </a:lvl4pPr>
            <a:lvl5pPr algn="l">
              <a:defRPr sz="1050" b="1">
                <a:solidFill>
                  <a:srgbClr val="10BFD9"/>
                </a:solidFill>
                <a:latin typeface="DejaVu Sans"/>
                <a:ea typeface="DejaVu Sans"/>
                <a:cs typeface="DejaVu Sans"/>
              </a:defRPr>
            </a:lvl5pPr>
            <a:lvl6pPr algn="l">
              <a:defRPr sz="1050" b="1">
                <a:solidFill>
                  <a:srgbClr val="10BFD9"/>
                </a:solidFill>
                <a:latin typeface="DejaVu Sans"/>
                <a:ea typeface="DejaVu Sans"/>
                <a:cs typeface="DejaVu Sans"/>
              </a:defRPr>
            </a:lvl6pPr>
            <a:lvl7pPr algn="l">
              <a:defRPr sz="1050" b="1">
                <a:solidFill>
                  <a:srgbClr val="10BFD9"/>
                </a:solidFill>
                <a:latin typeface="DejaVu Sans"/>
                <a:ea typeface="DejaVu Sans"/>
                <a:cs typeface="DejaVu Sans"/>
              </a:defRPr>
            </a:lvl7pPr>
            <a:lvl8pPr algn="l">
              <a:defRPr sz="1050" b="1">
                <a:solidFill>
                  <a:srgbClr val="10BFD9"/>
                </a:solidFill>
                <a:latin typeface="DejaVu Sans"/>
                <a:ea typeface="DejaVu Sans"/>
                <a:cs typeface="DejaVu Sans"/>
              </a:defRPr>
            </a:lvl8pPr>
            <a:lvl9pPr algn="l">
              <a:defRPr sz="1050" b="1">
                <a:solidFill>
                  <a:srgbClr val="10BFD9"/>
                </a:solidFill>
                <a:latin typeface="DejaVu Sans"/>
                <a:ea typeface="DejaVu Sans"/>
                <a:cs typeface="DejaVu Sans"/>
              </a:defRPr>
            </a:lvl9pPr>
          </a:lstStyle>
          <a:p xmlns:a="http://schemas.openxmlformats.org/drawingml/2006/main">
            <a:pPr algn="l">
              <a:defRPr sz="1050" b="1">
                <a:solidFill>
                  <a:srgbClr val="10BFD9"/>
                </a:solidFill>
                <a:latin typeface="DejaVu Sans"/>
                <a:ea typeface="DejaVu Sans"/>
                <a:cs typeface="DejaVu Sans"/>
              </a:defRPr>
            </a:pPr>
            <a:r>
              <a:rPr sz="1050" b="1">
                <a:solidFill>
                  <a:srgbClr val="10BFD9"/>
                </a:solidFill>
                <a:latin typeface="DejaVu Sans"/>
                <a:ea typeface="DejaVu Sans"/>
                <a:cs typeface="DejaVu Sans"/>
              </a:rPr>
              <a:t>ΜΙΑ ΜΕΤΑΒΑΣΗ ΒΟΗΘΑ ΤΟΝ ΕΛΕΓΚΤΗ ΝΑ ΕΥΘΥΓΡΑΜΜΙΣΤΕΙ</a:t>
            </a:r>
          </a:p>
        </p:txBody>
      </p:sp>
      <p:sp>
        <p:nvSpPr>
          <p:cNvPr id="7" name="s23-high-line">
            <a:extLst xmlns:a="http://schemas.openxmlformats.org/drawingml/2006/main">
              <a:ext uri="{FF2B5EF4-FFF2-40B4-BE49-F238E27FC236}">
                <a16:creationId xmlns:a16="http://schemas.microsoft.com/office/drawing/2014/main" id="{A6BC9F2B-EBBC-4194-BC22-F264BD0CF934}"/>
              </a:ext>
            </a:extLst>
          </p:cNvPr>
          <p:cNvSpPr>
            <a:spLocks xmlns:a="http://schemas.openxmlformats.org/drawingml/2006/main" noGrp="1"/>
          </p:cNvSpPr>
          <p:nvPr/>
        </p:nvSpPr>
        <p:spPr>
          <a:xfrm xmlns:a="http://schemas.openxmlformats.org/drawingml/2006/main">
            <a:off x="1162050" y="3238500"/>
            <a:ext cx="29146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8" name="s23-edge">
            <a:extLst xmlns:a="http://schemas.openxmlformats.org/drawingml/2006/main">
              <a:ext uri="{FF2B5EF4-FFF2-40B4-BE49-F238E27FC236}">
                <a16:creationId xmlns:a16="http://schemas.microsoft.com/office/drawing/2014/main" id="{C030CA1C-32C1-4591-8E98-A70DDFA1E457}"/>
              </a:ext>
            </a:extLst>
          </p:cNvPr>
          <p:cNvSpPr>
            <a:spLocks xmlns:a="http://schemas.openxmlformats.org/drawingml/2006/main" noGrp="1"/>
          </p:cNvSpPr>
          <p:nvPr/>
        </p:nvSpPr>
        <p:spPr>
          <a:xfrm xmlns:a="http://schemas.openxmlformats.org/drawingml/2006/main">
            <a:off x="4076700" y="3238500"/>
            <a:ext cx="47625" cy="76200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9" name="s23-low-line">
            <a:extLst xmlns:a="http://schemas.openxmlformats.org/drawingml/2006/main">
              <a:ext uri="{FF2B5EF4-FFF2-40B4-BE49-F238E27FC236}">
                <a16:creationId xmlns:a16="http://schemas.microsoft.com/office/drawing/2014/main" id="{900EF776-4087-4932-A639-F6B293C946A3}"/>
              </a:ext>
            </a:extLst>
          </p:cNvPr>
          <p:cNvSpPr>
            <a:spLocks xmlns:a="http://schemas.openxmlformats.org/drawingml/2006/main" noGrp="1"/>
          </p:cNvSpPr>
          <p:nvPr/>
        </p:nvSpPr>
        <p:spPr>
          <a:xfrm xmlns:a="http://schemas.openxmlformats.org/drawingml/2006/main">
            <a:off x="4105275" y="3952875"/>
            <a:ext cx="3009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0" name="s23-recessive">
            <a:extLst xmlns:a="http://schemas.openxmlformats.org/drawingml/2006/main">
              <a:ext uri="{FF2B5EF4-FFF2-40B4-BE49-F238E27FC236}">
                <a16:creationId xmlns:a16="http://schemas.microsoft.com/office/drawing/2014/main" id="{79E97056-5BEA-4D4E-A0F3-C07EE2571D2C}"/>
              </a:ext>
            </a:extLst>
          </p:cNvPr>
          <p:cNvSpPr>
            <a:spLocks xmlns:a="http://schemas.openxmlformats.org/drawingml/2006/main" noGrp="1"/>
          </p:cNvSpPr>
          <p:nvPr/>
        </p:nvSpPr>
        <p:spPr>
          <a:xfrm xmlns:a="http://schemas.openxmlformats.org/drawingml/2006/main">
            <a:off x="1619250" y="2886075"/>
            <a:ext cx="714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a:t>
            </a:r>
          </a:p>
        </p:txBody>
      </p:sp>
      <p:sp>
        <p:nvSpPr>
          <p:cNvPr id="11" name="s23-dominant">
            <a:extLst xmlns:a="http://schemas.openxmlformats.org/drawingml/2006/main">
              <a:ext uri="{FF2B5EF4-FFF2-40B4-BE49-F238E27FC236}">
                <a16:creationId xmlns:a16="http://schemas.microsoft.com/office/drawing/2014/main" id="{1097067F-A9E0-48F8-B5CE-67A4F843B72F}"/>
              </a:ext>
            </a:extLst>
          </p:cNvPr>
          <p:cNvSpPr>
            <a:spLocks xmlns:a="http://schemas.openxmlformats.org/drawingml/2006/main" noGrp="1"/>
          </p:cNvSpPr>
          <p:nvPr/>
        </p:nvSpPr>
        <p:spPr>
          <a:xfrm xmlns:a="http://schemas.openxmlformats.org/drawingml/2006/main">
            <a:off x="5981700" y="4086225"/>
            <a:ext cx="714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DejaVu Sans"/>
                <a:ea typeface="DejaVu Sans"/>
                <a:cs typeface="DejaVu Sans"/>
              </a:defRPr>
            </a:defPPr>
            <a:lvl1pPr algn="ctr">
              <a:defRPr sz="1050" b="1">
                <a:solidFill>
                  <a:srgbClr val="FFFFFF"/>
                </a:solidFill>
                <a:latin typeface="DejaVu Sans"/>
                <a:ea typeface="DejaVu Sans"/>
                <a:cs typeface="DejaVu Sans"/>
              </a:defRPr>
            </a:lvl1pPr>
            <a:lvl2pPr algn="ctr">
              <a:defRPr sz="1050" b="1">
                <a:solidFill>
                  <a:srgbClr val="FFFFFF"/>
                </a:solidFill>
                <a:latin typeface="DejaVu Sans"/>
                <a:ea typeface="DejaVu Sans"/>
                <a:cs typeface="DejaVu Sans"/>
              </a:defRPr>
            </a:lvl2pPr>
            <a:lvl3pPr algn="ctr">
              <a:defRPr sz="1050" b="1">
                <a:solidFill>
                  <a:srgbClr val="FFFFFF"/>
                </a:solidFill>
                <a:latin typeface="DejaVu Sans"/>
                <a:ea typeface="DejaVu Sans"/>
                <a:cs typeface="DejaVu Sans"/>
              </a:defRPr>
            </a:lvl3pPr>
            <a:lvl4pPr algn="ctr">
              <a:defRPr sz="1050" b="1">
                <a:solidFill>
                  <a:srgbClr val="FFFFFF"/>
                </a:solidFill>
                <a:latin typeface="DejaVu Sans"/>
                <a:ea typeface="DejaVu Sans"/>
                <a:cs typeface="DejaVu Sans"/>
              </a:defRPr>
            </a:lvl4pPr>
            <a:lvl5pPr algn="ctr">
              <a:defRPr sz="1050" b="1">
                <a:solidFill>
                  <a:srgbClr val="FFFFFF"/>
                </a:solidFill>
                <a:latin typeface="DejaVu Sans"/>
                <a:ea typeface="DejaVu Sans"/>
                <a:cs typeface="DejaVu Sans"/>
              </a:defRPr>
            </a:lvl5pPr>
            <a:lvl6pPr algn="ctr">
              <a:defRPr sz="1050" b="1">
                <a:solidFill>
                  <a:srgbClr val="FFFFFF"/>
                </a:solidFill>
                <a:latin typeface="DejaVu Sans"/>
                <a:ea typeface="DejaVu Sans"/>
                <a:cs typeface="DejaVu Sans"/>
              </a:defRPr>
            </a:lvl6pPr>
            <a:lvl7pPr algn="ctr">
              <a:defRPr sz="1050" b="1">
                <a:solidFill>
                  <a:srgbClr val="FFFFFF"/>
                </a:solidFill>
                <a:latin typeface="DejaVu Sans"/>
                <a:ea typeface="DejaVu Sans"/>
                <a:cs typeface="DejaVu Sans"/>
              </a:defRPr>
            </a:lvl7pPr>
            <a:lvl8pPr algn="ctr">
              <a:defRPr sz="1050" b="1">
                <a:solidFill>
                  <a:srgbClr val="FFFFFF"/>
                </a:solidFill>
                <a:latin typeface="DejaVu Sans"/>
                <a:ea typeface="DejaVu Sans"/>
                <a:cs typeface="DejaVu Sans"/>
              </a:defRPr>
            </a:lvl8pPr>
            <a:lvl9pPr algn="ctr">
              <a:defRPr sz="1050" b="1">
                <a:solidFill>
                  <a:srgbClr val="FFFFFF"/>
                </a:solidFill>
                <a:latin typeface="DejaVu Sans"/>
                <a:ea typeface="DejaVu Sans"/>
                <a:cs typeface="DejaVu Sans"/>
              </a:defRPr>
            </a:lvl9pPr>
          </a:lstStyle>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0</a:t>
            </a:r>
          </a:p>
        </p:txBody>
      </p:sp>
      <p:sp>
        <p:nvSpPr>
          <p:cNvPr id="12" name="s23-edge-dot">
            <a:extLst xmlns:a="http://schemas.openxmlformats.org/drawingml/2006/main">
              <a:ext uri="{FF2B5EF4-FFF2-40B4-BE49-F238E27FC236}">
                <a16:creationId xmlns:a16="http://schemas.microsoft.com/office/drawing/2014/main" id="{B42B9C5B-8C60-4C91-A8BE-D48BE5783DEC}"/>
              </a:ext>
            </a:extLst>
          </p:cNvPr>
          <p:cNvSpPr>
            <a:spLocks xmlns:a="http://schemas.openxmlformats.org/drawingml/2006/main" noGrp="1"/>
          </p:cNvSpPr>
          <p:nvPr/>
        </p:nvSpPr>
        <p:spPr>
          <a:xfrm xmlns:a="http://schemas.openxmlformats.org/drawingml/2006/main">
            <a:off x="4010025" y="3171825"/>
            <a:ext cx="171450" cy="17145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13" name="s23-edge-label">
            <a:extLst xmlns:a="http://schemas.openxmlformats.org/drawingml/2006/main">
              <a:ext uri="{FF2B5EF4-FFF2-40B4-BE49-F238E27FC236}">
                <a16:creationId xmlns:a16="http://schemas.microsoft.com/office/drawing/2014/main" id="{46022DFF-1BBD-4AA3-A931-465F62BCB41E}"/>
              </a:ext>
            </a:extLst>
          </p:cNvPr>
          <p:cNvSpPr>
            <a:spLocks xmlns:a="http://schemas.openxmlformats.org/drawingml/2006/main" noGrp="1"/>
          </p:cNvSpPr>
          <p:nvPr/>
        </p:nvSpPr>
        <p:spPr>
          <a:xfrm xmlns:a="http://schemas.openxmlformats.org/drawingml/2006/main">
            <a:off x="3143250" y="4324350"/>
            <a:ext cx="2000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7B500"/>
                </a:solidFill>
                <a:latin typeface="DejaVu Sans"/>
                <a:ea typeface="DejaVu Sans"/>
                <a:cs typeface="DejaVu Sans"/>
              </a:defRPr>
            </a:defPPr>
            <a:lvl1pPr algn="ctr">
              <a:defRPr sz="1050" b="1">
                <a:solidFill>
                  <a:srgbClr val="F7B500"/>
                </a:solidFill>
                <a:latin typeface="DejaVu Sans"/>
                <a:ea typeface="DejaVu Sans"/>
                <a:cs typeface="DejaVu Sans"/>
              </a:defRPr>
            </a:lvl1pPr>
            <a:lvl2pPr algn="ctr">
              <a:defRPr sz="1050" b="1">
                <a:solidFill>
                  <a:srgbClr val="F7B500"/>
                </a:solidFill>
                <a:latin typeface="DejaVu Sans"/>
                <a:ea typeface="DejaVu Sans"/>
                <a:cs typeface="DejaVu Sans"/>
              </a:defRPr>
            </a:lvl2pPr>
            <a:lvl3pPr algn="ctr">
              <a:defRPr sz="1050" b="1">
                <a:solidFill>
                  <a:srgbClr val="F7B500"/>
                </a:solidFill>
                <a:latin typeface="DejaVu Sans"/>
                <a:ea typeface="DejaVu Sans"/>
                <a:cs typeface="DejaVu Sans"/>
              </a:defRPr>
            </a:lvl3pPr>
            <a:lvl4pPr algn="ctr">
              <a:defRPr sz="1050" b="1">
                <a:solidFill>
                  <a:srgbClr val="F7B500"/>
                </a:solidFill>
                <a:latin typeface="DejaVu Sans"/>
                <a:ea typeface="DejaVu Sans"/>
                <a:cs typeface="DejaVu Sans"/>
              </a:defRPr>
            </a:lvl4pPr>
            <a:lvl5pPr algn="ctr">
              <a:defRPr sz="1050" b="1">
                <a:solidFill>
                  <a:srgbClr val="F7B500"/>
                </a:solidFill>
                <a:latin typeface="DejaVu Sans"/>
                <a:ea typeface="DejaVu Sans"/>
                <a:cs typeface="DejaVu Sans"/>
              </a:defRPr>
            </a:lvl5pPr>
            <a:lvl6pPr algn="ctr">
              <a:defRPr sz="1050" b="1">
                <a:solidFill>
                  <a:srgbClr val="F7B500"/>
                </a:solidFill>
                <a:latin typeface="DejaVu Sans"/>
                <a:ea typeface="DejaVu Sans"/>
                <a:cs typeface="DejaVu Sans"/>
              </a:defRPr>
            </a:lvl6pPr>
            <a:lvl7pPr algn="ctr">
              <a:defRPr sz="1050" b="1">
                <a:solidFill>
                  <a:srgbClr val="F7B500"/>
                </a:solidFill>
                <a:latin typeface="DejaVu Sans"/>
                <a:ea typeface="DejaVu Sans"/>
                <a:cs typeface="DejaVu Sans"/>
              </a:defRPr>
            </a:lvl7pPr>
            <a:lvl8pPr algn="ctr">
              <a:defRPr sz="1050" b="1">
                <a:solidFill>
                  <a:srgbClr val="F7B500"/>
                </a:solidFill>
                <a:latin typeface="DejaVu Sans"/>
                <a:ea typeface="DejaVu Sans"/>
                <a:cs typeface="DejaVu Sans"/>
              </a:defRPr>
            </a:lvl8pPr>
            <a:lvl9pPr algn="ctr">
              <a:defRPr sz="1050" b="1">
                <a:solidFill>
                  <a:srgbClr val="F7B500"/>
                </a:solidFill>
                <a:latin typeface="DejaVu Sans"/>
                <a:ea typeface="DejaVu Sans"/>
                <a:cs typeface="DejaVu Sans"/>
              </a:defRPr>
            </a:lvl9pPr>
          </a:lstStyle>
          <a:p xmlns:a="http://schemas.openxmlformats.org/drawingml/2006/main">
            <a:pPr algn="ctr">
              <a:defRPr sz="1050" b="1">
                <a:solidFill>
                  <a:srgbClr val="F7B500"/>
                </a:solidFill>
                <a:latin typeface="DejaVu Sans"/>
                <a:ea typeface="DejaVu Sans"/>
                <a:cs typeface="DejaVu Sans"/>
              </a:defRPr>
            </a:pPr>
            <a:r>
              <a:rPr sz="1050" b="1">
                <a:solidFill>
                  <a:srgbClr val="F7B500"/>
                </a:solidFill>
                <a:latin typeface="DejaVu Sans"/>
                <a:ea typeface="DejaVu Sans"/>
                <a:cs typeface="DejaVu Sans"/>
              </a:rPr>
              <a:t>μετάβαση</a:t>
            </a:r>
          </a:p>
          <a:p xmlns:a="http://schemas.openxmlformats.org/drawingml/2006/main">
            <a:pPr algn="ctr">
              <a:defRPr sz="1050" b="1">
                <a:solidFill>
                  <a:srgbClr val="F7B500"/>
                </a:solidFill>
                <a:latin typeface="DejaVu Sans"/>
                <a:ea typeface="DejaVu Sans"/>
                <a:cs typeface="DejaVu Sans"/>
              </a:defRPr>
            </a:pPr>
            <a:r>
              <a:rPr sz="1050" b="1">
                <a:solidFill>
                  <a:srgbClr val="F7B500"/>
                </a:solidFill>
                <a:latin typeface="DejaVu Sans"/>
                <a:ea typeface="DejaVu Sans"/>
                <a:cs typeface="DejaVu Sans"/>
              </a:rPr>
              <a:t>σημείο αναφοράς</a:t>
            </a:r>
          </a:p>
        </p:txBody>
      </p:sp>
      <p:sp>
        <p:nvSpPr>
          <p:cNvPr id="14" name="s23-sample-mark">
            <a:extLst xmlns:a="http://schemas.openxmlformats.org/drawingml/2006/main">
              <a:ext uri="{FF2B5EF4-FFF2-40B4-BE49-F238E27FC236}">
                <a16:creationId xmlns:a16="http://schemas.microsoft.com/office/drawing/2014/main" id="{AE703D13-28EC-4716-8927-830733883926}"/>
              </a:ext>
            </a:extLst>
          </p:cNvPr>
          <p:cNvSpPr>
            <a:spLocks xmlns:a="http://schemas.openxmlformats.org/drawingml/2006/main" noGrp="1"/>
          </p:cNvSpPr>
          <p:nvPr/>
        </p:nvSpPr>
        <p:spPr>
          <a:xfrm xmlns:a="http://schemas.openxmlformats.org/drawingml/2006/main">
            <a:off x="6334125" y="3314700"/>
            <a:ext cx="28575" cy="638175"/>
          </a:xfrm>
          <a:prstGeom xmlns:a="http://schemas.openxmlformats.org/drawingml/2006/main" prst="rect">
            <a:avLst/>
          </a:prstGeom>
          <a:solidFill xmlns:a="http://schemas.openxmlformats.org/drawingml/2006/main">
            <a:srgbClr val="22B77C"/>
          </a:solidFill>
          <a:ln xmlns:a="http://schemas.openxmlformats.org/drawingml/2006/main" w="0">
            <a:noFill/>
            <a:prstDash val="solid"/>
          </a:ln>
        </p:spPr>
      </p:sp>
      <p:sp>
        <p:nvSpPr>
          <p:cNvPr id="15" name="s23-sample-label">
            <a:extLst xmlns:a="http://schemas.openxmlformats.org/drawingml/2006/main">
              <a:ext uri="{FF2B5EF4-FFF2-40B4-BE49-F238E27FC236}">
                <a16:creationId xmlns:a16="http://schemas.microsoft.com/office/drawing/2014/main" id="{0AA0416D-4C94-48B7-94E0-28F0190A3543}"/>
              </a:ext>
            </a:extLst>
          </p:cNvPr>
          <p:cNvSpPr>
            <a:spLocks xmlns:a="http://schemas.openxmlformats.org/drawingml/2006/main" noGrp="1"/>
          </p:cNvSpPr>
          <p:nvPr/>
        </p:nvSpPr>
        <p:spPr>
          <a:xfrm xmlns:a="http://schemas.openxmlformats.org/drawingml/2006/main">
            <a:off x="5448300" y="3067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22B77C"/>
                </a:solidFill>
                <a:latin typeface="DejaVu Sans"/>
                <a:ea typeface="DejaVu Sans"/>
                <a:cs typeface="DejaVu Sans"/>
              </a:defRPr>
            </a:defPPr>
            <a:lvl1pPr algn="ctr">
              <a:defRPr sz="975" b="1">
                <a:solidFill>
                  <a:srgbClr val="22B77C"/>
                </a:solidFill>
                <a:latin typeface="DejaVu Sans"/>
                <a:ea typeface="DejaVu Sans"/>
                <a:cs typeface="DejaVu Sans"/>
              </a:defRPr>
            </a:lvl1pPr>
            <a:lvl2pPr algn="ctr">
              <a:defRPr sz="975" b="1">
                <a:solidFill>
                  <a:srgbClr val="22B77C"/>
                </a:solidFill>
                <a:latin typeface="DejaVu Sans"/>
                <a:ea typeface="DejaVu Sans"/>
                <a:cs typeface="DejaVu Sans"/>
              </a:defRPr>
            </a:lvl2pPr>
            <a:lvl3pPr algn="ctr">
              <a:defRPr sz="975" b="1">
                <a:solidFill>
                  <a:srgbClr val="22B77C"/>
                </a:solidFill>
                <a:latin typeface="DejaVu Sans"/>
                <a:ea typeface="DejaVu Sans"/>
                <a:cs typeface="DejaVu Sans"/>
              </a:defRPr>
            </a:lvl3pPr>
            <a:lvl4pPr algn="ctr">
              <a:defRPr sz="975" b="1">
                <a:solidFill>
                  <a:srgbClr val="22B77C"/>
                </a:solidFill>
                <a:latin typeface="DejaVu Sans"/>
                <a:ea typeface="DejaVu Sans"/>
                <a:cs typeface="DejaVu Sans"/>
              </a:defRPr>
            </a:lvl4pPr>
            <a:lvl5pPr algn="ctr">
              <a:defRPr sz="975" b="1">
                <a:solidFill>
                  <a:srgbClr val="22B77C"/>
                </a:solidFill>
                <a:latin typeface="DejaVu Sans"/>
                <a:ea typeface="DejaVu Sans"/>
                <a:cs typeface="DejaVu Sans"/>
              </a:defRPr>
            </a:lvl5pPr>
            <a:lvl6pPr algn="ctr">
              <a:defRPr sz="975" b="1">
                <a:solidFill>
                  <a:srgbClr val="22B77C"/>
                </a:solidFill>
                <a:latin typeface="DejaVu Sans"/>
                <a:ea typeface="DejaVu Sans"/>
                <a:cs typeface="DejaVu Sans"/>
              </a:defRPr>
            </a:lvl6pPr>
            <a:lvl7pPr algn="ctr">
              <a:defRPr sz="975" b="1">
                <a:solidFill>
                  <a:srgbClr val="22B77C"/>
                </a:solidFill>
                <a:latin typeface="DejaVu Sans"/>
                <a:ea typeface="DejaVu Sans"/>
                <a:cs typeface="DejaVu Sans"/>
              </a:defRPr>
            </a:lvl7pPr>
            <a:lvl8pPr algn="ctr">
              <a:defRPr sz="975" b="1">
                <a:solidFill>
                  <a:srgbClr val="22B77C"/>
                </a:solidFill>
                <a:latin typeface="DejaVu Sans"/>
                <a:ea typeface="DejaVu Sans"/>
                <a:cs typeface="DejaVu Sans"/>
              </a:defRPr>
            </a:lvl8pPr>
            <a:lvl9pPr algn="ctr">
              <a:defRPr sz="975" b="1">
                <a:solidFill>
                  <a:srgbClr val="22B77C"/>
                </a:solidFill>
                <a:latin typeface="DejaVu Sans"/>
                <a:ea typeface="DejaVu Sans"/>
                <a:cs typeface="DejaVu Sans"/>
              </a:defRPr>
            </a:lvl9pPr>
          </a:lstStyle>
          <a:p xmlns:a="http://schemas.openxmlformats.org/drawingml/2006/main">
            <a:pPr algn="ctr">
              <a:defRPr sz="975" b="1">
                <a:solidFill>
                  <a:srgbClr val="22B77C"/>
                </a:solidFill>
                <a:latin typeface="DejaVu Sans"/>
                <a:ea typeface="DejaVu Sans"/>
                <a:cs typeface="DejaVu Sans"/>
              </a:defRPr>
            </a:pPr>
            <a:r>
              <a:rPr sz="975" b="1">
                <a:solidFill>
                  <a:srgbClr val="22B77C"/>
                </a:solidFill>
                <a:latin typeface="DejaVu Sans"/>
                <a:ea typeface="DejaVu Sans"/>
                <a:cs typeface="DejaVu Sans"/>
              </a:rPr>
              <a:t>στιγμή ανάγνωσης</a:t>
            </a:r>
          </a:p>
        </p:txBody>
      </p:sp>
      <p:sp>
        <p:nvSpPr>
          <p:cNvPr id="16" name="s23-action-card">
            <a:extLst xmlns:a="http://schemas.openxmlformats.org/drawingml/2006/main">
              <a:ext uri="{FF2B5EF4-FFF2-40B4-BE49-F238E27FC236}">
                <a16:creationId xmlns:a16="http://schemas.microsoft.com/office/drawing/2014/main" id="{F1BC8011-039E-4F5E-9312-A7A455576EBD}"/>
              </a:ext>
            </a:extLst>
          </p:cNvPr>
          <p:cNvSpPr>
            <a:spLocks xmlns:a="http://schemas.openxmlformats.org/drawingml/2006/main" noGrp="1"/>
          </p:cNvSpPr>
          <p:nvPr/>
        </p:nvSpPr>
        <p:spPr>
          <a:xfrm xmlns:a="http://schemas.openxmlformats.org/drawingml/2006/main">
            <a:off x="7981950" y="2209800"/>
            <a:ext cx="3600450" cy="3067050"/>
          </a:xfrm>
          <a:prstGeom xmlns:a="http://schemas.openxmlformats.org/drawingml/2006/main" prst="roundRect">
            <a:avLst>
              <a:gd name="adj" fmla="val 2484"/>
            </a:avLst>
          </a:prstGeom>
          <a:solidFill xmlns:a="http://schemas.openxmlformats.org/drawingml/2006/main">
            <a:srgbClr val="FFFFFF"/>
          </a:solidFill>
          <a:ln xmlns:a="http://schemas.openxmlformats.org/drawingml/2006/main" w="14288">
            <a:solidFill>
              <a:srgbClr val="D6E2ED"/>
            </a:solidFill>
            <a:prstDash val="solid"/>
          </a:ln>
        </p:spPr>
      </p:sp>
      <p:sp>
        <p:nvSpPr>
          <p:cNvPr id="17" name="s23-action-heading">
            <a:extLst xmlns:a="http://schemas.openxmlformats.org/drawingml/2006/main">
              <a:ext uri="{FF2B5EF4-FFF2-40B4-BE49-F238E27FC236}">
                <a16:creationId xmlns:a16="http://schemas.microsoft.com/office/drawing/2014/main" id="{CCE58F38-0E1F-4BF3-A735-F37A5C5F224B}"/>
              </a:ext>
            </a:extLst>
          </p:cNvPr>
          <p:cNvSpPr>
            <a:spLocks xmlns:a="http://schemas.openxmlformats.org/drawingml/2006/main" noGrp="1"/>
          </p:cNvSpPr>
          <p:nvPr/>
        </p:nvSpPr>
        <p:spPr>
          <a:xfrm xmlns:a="http://schemas.openxmlformats.org/drawingml/2006/main">
            <a:off x="8248650" y="243840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53657A"/>
                </a:solidFill>
                <a:latin typeface="DejaVu Sans"/>
                <a:ea typeface="DejaVu Sans"/>
                <a:cs typeface="DejaVu Sans"/>
              </a:defRPr>
            </a:defPPr>
            <a:lvl1pPr algn="l">
              <a:defRPr sz="1125" b="1">
                <a:solidFill>
                  <a:srgbClr val="53657A"/>
                </a:solidFill>
                <a:latin typeface="DejaVu Sans"/>
                <a:ea typeface="DejaVu Sans"/>
                <a:cs typeface="DejaVu Sans"/>
              </a:defRPr>
            </a:lvl1pPr>
            <a:lvl2pPr algn="l">
              <a:defRPr sz="1125" b="1">
                <a:solidFill>
                  <a:srgbClr val="53657A"/>
                </a:solidFill>
                <a:latin typeface="DejaVu Sans"/>
                <a:ea typeface="DejaVu Sans"/>
                <a:cs typeface="DejaVu Sans"/>
              </a:defRPr>
            </a:lvl2pPr>
            <a:lvl3pPr algn="l">
              <a:defRPr sz="1125" b="1">
                <a:solidFill>
                  <a:srgbClr val="53657A"/>
                </a:solidFill>
                <a:latin typeface="DejaVu Sans"/>
                <a:ea typeface="DejaVu Sans"/>
                <a:cs typeface="DejaVu Sans"/>
              </a:defRPr>
            </a:lvl3pPr>
            <a:lvl4pPr algn="l">
              <a:defRPr sz="1125" b="1">
                <a:solidFill>
                  <a:srgbClr val="53657A"/>
                </a:solidFill>
                <a:latin typeface="DejaVu Sans"/>
                <a:ea typeface="DejaVu Sans"/>
                <a:cs typeface="DejaVu Sans"/>
              </a:defRPr>
            </a:lvl4pPr>
            <a:lvl5pPr algn="l">
              <a:defRPr sz="1125" b="1">
                <a:solidFill>
                  <a:srgbClr val="53657A"/>
                </a:solidFill>
                <a:latin typeface="DejaVu Sans"/>
                <a:ea typeface="DejaVu Sans"/>
                <a:cs typeface="DejaVu Sans"/>
              </a:defRPr>
            </a:lvl5pPr>
            <a:lvl6pPr algn="l">
              <a:defRPr sz="1125" b="1">
                <a:solidFill>
                  <a:srgbClr val="53657A"/>
                </a:solidFill>
                <a:latin typeface="DejaVu Sans"/>
                <a:ea typeface="DejaVu Sans"/>
                <a:cs typeface="DejaVu Sans"/>
              </a:defRPr>
            </a:lvl6pPr>
            <a:lvl7pPr algn="l">
              <a:defRPr sz="1125" b="1">
                <a:solidFill>
                  <a:srgbClr val="53657A"/>
                </a:solidFill>
                <a:latin typeface="DejaVu Sans"/>
                <a:ea typeface="DejaVu Sans"/>
                <a:cs typeface="DejaVu Sans"/>
              </a:defRPr>
            </a:lvl7pPr>
            <a:lvl8pPr algn="l">
              <a:defRPr sz="1125" b="1">
                <a:solidFill>
                  <a:srgbClr val="53657A"/>
                </a:solidFill>
                <a:latin typeface="DejaVu Sans"/>
                <a:ea typeface="DejaVu Sans"/>
                <a:cs typeface="DejaVu Sans"/>
              </a:defRPr>
            </a:lvl8pPr>
            <a:lvl9pPr algn="l">
              <a:defRPr sz="1125" b="1">
                <a:solidFill>
                  <a:srgbClr val="53657A"/>
                </a:solidFill>
                <a:latin typeface="DejaVu Sans"/>
                <a:ea typeface="DejaVu Sans"/>
                <a:cs typeface="DejaVu Sans"/>
              </a:defRPr>
            </a:lvl9pPr>
          </a:lstStyle>
          <a:p xmlns:a="http://schemas.openxmlformats.org/drawingml/2006/main">
            <a:pPr algn="l">
              <a:defRPr sz="1125" b="1">
                <a:solidFill>
                  <a:srgbClr val="53657A"/>
                </a:solidFill>
                <a:latin typeface="DejaVu Sans"/>
                <a:ea typeface="DejaVu Sans"/>
                <a:cs typeface="DejaVu Sans"/>
              </a:defRPr>
            </a:pPr>
            <a:r>
              <a:rPr sz="1125" b="1">
                <a:solidFill>
                  <a:srgbClr val="53657A"/>
                </a:solidFill>
                <a:latin typeface="DejaVu Sans"/>
                <a:ea typeface="DejaVu Sans"/>
                <a:cs typeface="DejaVu Sans"/>
              </a:rPr>
              <a:t>ΤΙ ΚΑΝΕΙ Ο ΕΛΕΓΚΤΗΣ;</a:t>
            </a:r>
          </a:p>
        </p:txBody>
      </p:sp>
      <p:sp>
        <p:nvSpPr>
          <p:cNvPr id="18" name="s23-action-1">
            <a:extLst xmlns:a="http://schemas.openxmlformats.org/drawingml/2006/main">
              <a:ext uri="{FF2B5EF4-FFF2-40B4-BE49-F238E27FC236}">
                <a16:creationId xmlns:a16="http://schemas.microsoft.com/office/drawing/2014/main" id="{8710ADA5-AD13-4202-A8B2-E9DA36249A9B}"/>
              </a:ext>
            </a:extLst>
          </p:cNvPr>
          <p:cNvSpPr>
            <a:spLocks xmlns:a="http://schemas.openxmlformats.org/drawingml/2006/main" noGrp="1"/>
          </p:cNvSpPr>
          <p:nvPr/>
        </p:nvSpPr>
        <p:spPr>
          <a:xfrm xmlns:a="http://schemas.openxmlformats.org/drawingml/2006/main">
            <a:off x="8248650" y="2914650"/>
            <a:ext cx="3067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Παρακολουθεί τις αλλαγές στο σήμα του δικτύου.</a:t>
            </a:r>
          </a:p>
        </p:txBody>
      </p:sp>
      <p:sp>
        <p:nvSpPr>
          <p:cNvPr id="19" name="s23-action-2">
            <a:extLst xmlns:a="http://schemas.openxmlformats.org/drawingml/2006/main">
              <a:ext uri="{FF2B5EF4-FFF2-40B4-BE49-F238E27FC236}">
                <a16:creationId xmlns:a16="http://schemas.microsoft.com/office/drawing/2014/main" id="{1F4278BF-9396-47E4-AE06-47446D64D926}"/>
              </a:ext>
            </a:extLst>
          </p:cNvPr>
          <p:cNvSpPr>
            <a:spLocks xmlns:a="http://schemas.openxmlformats.org/drawingml/2006/main" noGrp="1"/>
          </p:cNvSpPr>
          <p:nvPr/>
        </p:nvSpPr>
        <p:spPr>
          <a:xfrm xmlns:a="http://schemas.openxmlformats.org/drawingml/2006/main">
            <a:off x="8248650" y="356235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Χρησιμοποιεί μια κατάλληλη μετάβαση ως χρονική αναφορά.</a:t>
            </a:r>
          </a:p>
        </p:txBody>
      </p:sp>
      <p:sp>
        <p:nvSpPr>
          <p:cNvPr id="20" name="s23-action-3">
            <a:extLst xmlns:a="http://schemas.openxmlformats.org/drawingml/2006/main">
              <a:ext uri="{FF2B5EF4-FFF2-40B4-BE49-F238E27FC236}">
                <a16:creationId xmlns:a16="http://schemas.microsoft.com/office/drawing/2014/main" id="{9D45EB3F-C6C0-41F4-9A58-F6CDF929A078}"/>
              </a:ext>
            </a:extLst>
          </p:cNvPr>
          <p:cNvSpPr>
            <a:spLocks xmlns:a="http://schemas.openxmlformats.org/drawingml/2006/main" noGrp="1"/>
          </p:cNvSpPr>
          <p:nvPr/>
        </p:nvSpPr>
        <p:spPr>
          <a:xfrm xmlns:a="http://schemas.openxmlformats.org/drawingml/2006/main">
            <a:off x="8248650" y="428625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01D31"/>
                </a:solidFill>
                <a:latin typeface="DejaVu Sans"/>
                <a:ea typeface="DejaVu Sans"/>
                <a:cs typeface="DejaVu Sans"/>
              </a:defRPr>
            </a:defPPr>
            <a:lvl1pPr algn="l">
              <a:defRPr sz="1200" b="1">
                <a:solidFill>
                  <a:srgbClr val="101D31"/>
                </a:solidFill>
                <a:latin typeface="DejaVu Sans"/>
                <a:ea typeface="DejaVu Sans"/>
                <a:cs typeface="DejaVu Sans"/>
              </a:defRPr>
            </a:lvl1pPr>
            <a:lvl2pPr algn="l">
              <a:defRPr sz="1200" b="1">
                <a:solidFill>
                  <a:srgbClr val="101D31"/>
                </a:solidFill>
                <a:latin typeface="DejaVu Sans"/>
                <a:ea typeface="DejaVu Sans"/>
                <a:cs typeface="DejaVu Sans"/>
              </a:defRPr>
            </a:lvl2pPr>
            <a:lvl3pPr algn="l">
              <a:defRPr sz="1200" b="1">
                <a:solidFill>
                  <a:srgbClr val="101D31"/>
                </a:solidFill>
                <a:latin typeface="DejaVu Sans"/>
                <a:ea typeface="DejaVu Sans"/>
                <a:cs typeface="DejaVu Sans"/>
              </a:defRPr>
            </a:lvl3pPr>
            <a:lvl4pPr algn="l">
              <a:defRPr sz="1200" b="1">
                <a:solidFill>
                  <a:srgbClr val="101D31"/>
                </a:solidFill>
                <a:latin typeface="DejaVu Sans"/>
                <a:ea typeface="DejaVu Sans"/>
                <a:cs typeface="DejaVu Sans"/>
              </a:defRPr>
            </a:lvl4pPr>
            <a:lvl5pPr algn="l">
              <a:defRPr sz="1200" b="1">
                <a:solidFill>
                  <a:srgbClr val="101D31"/>
                </a:solidFill>
                <a:latin typeface="DejaVu Sans"/>
                <a:ea typeface="DejaVu Sans"/>
                <a:cs typeface="DejaVu Sans"/>
              </a:defRPr>
            </a:lvl5pPr>
            <a:lvl6pPr algn="l">
              <a:defRPr sz="1200" b="1">
                <a:solidFill>
                  <a:srgbClr val="101D31"/>
                </a:solidFill>
                <a:latin typeface="DejaVu Sans"/>
                <a:ea typeface="DejaVu Sans"/>
                <a:cs typeface="DejaVu Sans"/>
              </a:defRPr>
            </a:lvl6pPr>
            <a:lvl7pPr algn="l">
              <a:defRPr sz="1200" b="1">
                <a:solidFill>
                  <a:srgbClr val="101D31"/>
                </a:solidFill>
                <a:latin typeface="DejaVu Sans"/>
                <a:ea typeface="DejaVu Sans"/>
                <a:cs typeface="DejaVu Sans"/>
              </a:defRPr>
            </a:lvl7pPr>
            <a:lvl8pPr algn="l">
              <a:defRPr sz="1200" b="1">
                <a:solidFill>
                  <a:srgbClr val="101D31"/>
                </a:solidFill>
                <a:latin typeface="DejaVu Sans"/>
                <a:ea typeface="DejaVu Sans"/>
                <a:cs typeface="DejaVu Sans"/>
              </a:defRPr>
            </a:lvl8pPr>
            <a:lvl9pPr algn="l">
              <a:defRPr sz="1200" b="1">
                <a:solidFill>
                  <a:srgbClr val="101D31"/>
                </a:solidFill>
                <a:latin typeface="DejaVu Sans"/>
                <a:ea typeface="DejaVu Sans"/>
                <a:cs typeface="DejaVu Sans"/>
              </a:defRPr>
            </a:lvl9pPr>
          </a:lstStyle>
          <a:p xmlns:a="http://schemas.openxmlformats.org/drawingml/2006/main">
            <a:pPr algn="l">
              <a:defRPr sz="1200" b="1">
                <a:solidFill>
                  <a:srgbClr val="101D31"/>
                </a:solidFill>
                <a:latin typeface="DejaVu Sans"/>
                <a:ea typeface="DejaVu Sans"/>
                <a:cs typeface="DejaVu Sans"/>
              </a:defRPr>
            </a:pPr>
            <a:r>
              <a:rPr sz="1200" b="1">
                <a:solidFill>
                  <a:srgbClr val="101D31"/>
                </a:solidFill>
                <a:latin typeface="DejaVu Sans"/>
                <a:ea typeface="DejaVu Sans"/>
                <a:cs typeface="DejaVu Sans"/>
              </a:rPr>
              <a:t>Διορθώνει λίγο τον χρονισμό, μέσα στα επιτρεπόμενα όρια.</a:t>
            </a:r>
          </a:p>
        </p:txBody>
      </p:sp>
      <p:sp>
        <p:nvSpPr>
          <p:cNvPr id="21" name="s23-takeaway">
            <a:extLst xmlns:a="http://schemas.openxmlformats.org/drawingml/2006/main">
              <a:ext uri="{FF2B5EF4-FFF2-40B4-BE49-F238E27FC236}">
                <a16:creationId xmlns:a16="http://schemas.microsoft.com/office/drawing/2014/main" id="{9456B1D3-087C-4FA7-B383-D4977C1470B0}"/>
              </a:ext>
            </a:extLst>
          </p:cNvPr>
          <p:cNvSpPr>
            <a:spLocks xmlns:a="http://schemas.openxmlformats.org/drawingml/2006/main" noGrp="1"/>
          </p:cNvSpPr>
          <p:nvPr/>
        </p:nvSpPr>
        <p:spPr>
          <a:xfrm xmlns:a="http://schemas.openxmlformats.org/drawingml/2006/main">
            <a:off x="609600" y="5524500"/>
            <a:ext cx="10972800" cy="552450"/>
          </a:xfrm>
          <a:prstGeom xmlns:a="http://schemas.openxmlformats.org/drawingml/2006/main" prst="roundRect">
            <a:avLst>
              <a:gd name="adj" fmla="val 13793"/>
            </a:avLst>
          </a:prstGeom>
          <a:solidFill xmlns:a="http://schemas.openxmlformats.org/drawingml/2006/main">
            <a:srgbClr val="E4F7FA"/>
          </a:solidFill>
          <a:ln xmlns:a="http://schemas.openxmlformats.org/drawingml/2006/main" w="9525">
            <a:solidFill>
              <a:srgbClr val="C5E8ED"/>
            </a:solidFill>
            <a:prstDash val="solid"/>
          </a:ln>
        </p:spPr>
      </p:sp>
      <p:sp>
        <p:nvSpPr>
          <p:cNvPr id="22" name="s23-takeaway-text">
            <a:extLst xmlns:a="http://schemas.openxmlformats.org/drawingml/2006/main">
              <a:ext uri="{FF2B5EF4-FFF2-40B4-BE49-F238E27FC236}">
                <a16:creationId xmlns:a16="http://schemas.microsoft.com/office/drawing/2014/main" id="{EF541A54-C540-4EA2-BF19-40E8B86FCDB8}"/>
              </a:ext>
            </a:extLst>
          </p:cNvPr>
          <p:cNvSpPr>
            <a:spLocks xmlns:a="http://schemas.openxmlformats.org/drawingml/2006/main" noGrp="1"/>
          </p:cNvSpPr>
          <p:nvPr/>
        </p:nvSpPr>
        <p:spPr>
          <a:xfrm xmlns:a="http://schemas.openxmlformats.org/drawingml/2006/main">
            <a:off x="819150" y="5600700"/>
            <a:ext cx="1055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Έτσι οι κόμβοι κρατούν το σημείο ανάγνωσης κοντά στη σωστή στιγμή.</a:t>
            </a:r>
          </a:p>
        </p:txBody>
      </p:sp>
      <p:sp>
        <p:nvSpPr>
          <p:cNvPr id="23" name="s23-note">
            <a:extLst xmlns:a="http://schemas.openxmlformats.org/drawingml/2006/main">
              <a:ext uri="{FF2B5EF4-FFF2-40B4-BE49-F238E27FC236}">
                <a16:creationId xmlns:a16="http://schemas.microsoft.com/office/drawing/2014/main" id="{967602BC-C13F-42CA-A432-94105235F67B}"/>
              </a:ext>
            </a:extLst>
          </p:cNvPr>
          <p:cNvSpPr>
            <a:spLocks xmlns:a="http://schemas.openxmlformats.org/drawingml/2006/main" noGrp="1"/>
          </p:cNvSpPr>
          <p:nvPr/>
        </p:nvSpPr>
        <p:spPr>
          <a:xfrm xmlns:a="http://schemas.openxmlformats.org/drawingml/2006/main">
            <a:off x="609600" y="62007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Σχηματικό παράδειγμα. Η ακριβής διαδικασία εξαρτάται από τον CAN controller.</a:t>
            </a:r>
          </a:p>
        </p:txBody>
      </p:sp>
      <p:sp>
        <p:nvSpPr>
          <p:cNvPr id="24" name="s23-footer">
            <a:extLst xmlns:a="http://schemas.openxmlformats.org/drawingml/2006/main">
              <a:ext uri="{FF2B5EF4-FFF2-40B4-BE49-F238E27FC236}">
                <a16:creationId xmlns:a16="http://schemas.microsoft.com/office/drawing/2014/main" id="{145F360A-0B72-4818-9C4C-F23CB3350E8C}"/>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25" name="s23-page-number">
            <a:extLst xmlns:a="http://schemas.openxmlformats.org/drawingml/2006/main">
              <a:ext uri="{FF2B5EF4-FFF2-40B4-BE49-F238E27FC236}">
                <a16:creationId xmlns:a16="http://schemas.microsoft.com/office/drawing/2014/main" id="{D37532EF-FED8-4CAD-B986-8EF77A075A06}"/>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23</a:t>
            </a:r>
          </a:p>
        </p:txBody>
      </p:sp>
    </p:spTree>
    <p:extLst>
      <p:ext uri="{BB962C8B-B14F-4D97-AF65-F5344CB8AC3E}">
        <p14:creationId xmlns:p14="http://schemas.microsoft.com/office/powerpoint/2010/main" val="899205215"/>
      </p:ext>
    </p:extLst>
  </p:cSld>
</p:sld>
</file>

<file path=ppt/slides/slide24.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2" name="s24-kicker">
            <a:extLst xmlns:a="http://schemas.openxmlformats.org/drawingml/2006/main">
              <a:ext uri="{FF2B5EF4-FFF2-40B4-BE49-F238E27FC236}">
                <a16:creationId xmlns:a16="http://schemas.microsoft.com/office/drawing/2014/main" id="{871D6AEF-9BD7-44C8-8AD1-ACB3781D3D09}"/>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4-title">
            <a:extLst xmlns:a="http://schemas.openxmlformats.org/drawingml/2006/main">
              <a:ext uri="{FF2B5EF4-FFF2-40B4-BE49-F238E27FC236}">
                <a16:creationId xmlns:a16="http://schemas.microsoft.com/office/drawing/2014/main" id="{448D68C5-0BE5-46A7-B3E3-8AE1502AD169}"/>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101D31"/>
                </a:solidFill>
                <a:latin typeface="DejaVu Sans"/>
                <a:ea typeface="DejaVu Sans"/>
                <a:cs typeface="DejaVu Sans"/>
              </a:defRPr>
            </a:defPPr>
            <a:lvl1pPr algn="l">
              <a:defRPr sz="2700" b="1">
                <a:solidFill>
                  <a:srgbClr val="101D31"/>
                </a:solidFill>
                <a:latin typeface="DejaVu Sans"/>
                <a:ea typeface="DejaVu Sans"/>
                <a:cs typeface="DejaVu Sans"/>
              </a:defRPr>
            </a:lvl1pPr>
            <a:lvl2pPr algn="l">
              <a:defRPr sz="2700" b="1">
                <a:solidFill>
                  <a:srgbClr val="101D31"/>
                </a:solidFill>
                <a:latin typeface="DejaVu Sans"/>
                <a:ea typeface="DejaVu Sans"/>
                <a:cs typeface="DejaVu Sans"/>
              </a:defRPr>
            </a:lvl2pPr>
            <a:lvl3pPr algn="l">
              <a:defRPr sz="2700" b="1">
                <a:solidFill>
                  <a:srgbClr val="101D31"/>
                </a:solidFill>
                <a:latin typeface="DejaVu Sans"/>
                <a:ea typeface="DejaVu Sans"/>
                <a:cs typeface="DejaVu Sans"/>
              </a:defRPr>
            </a:lvl3pPr>
            <a:lvl4pPr algn="l">
              <a:defRPr sz="2700" b="1">
                <a:solidFill>
                  <a:srgbClr val="101D31"/>
                </a:solidFill>
                <a:latin typeface="DejaVu Sans"/>
                <a:ea typeface="DejaVu Sans"/>
                <a:cs typeface="DejaVu Sans"/>
              </a:defRPr>
            </a:lvl4pPr>
            <a:lvl5pPr algn="l">
              <a:defRPr sz="2700" b="1">
                <a:solidFill>
                  <a:srgbClr val="101D31"/>
                </a:solidFill>
                <a:latin typeface="DejaVu Sans"/>
                <a:ea typeface="DejaVu Sans"/>
                <a:cs typeface="DejaVu Sans"/>
              </a:defRPr>
            </a:lvl5pPr>
            <a:lvl6pPr algn="l">
              <a:defRPr sz="2700" b="1">
                <a:solidFill>
                  <a:srgbClr val="101D31"/>
                </a:solidFill>
                <a:latin typeface="DejaVu Sans"/>
                <a:ea typeface="DejaVu Sans"/>
                <a:cs typeface="DejaVu Sans"/>
              </a:defRPr>
            </a:lvl6pPr>
            <a:lvl7pPr algn="l">
              <a:defRPr sz="2700" b="1">
                <a:solidFill>
                  <a:srgbClr val="101D31"/>
                </a:solidFill>
                <a:latin typeface="DejaVu Sans"/>
                <a:ea typeface="DejaVu Sans"/>
                <a:cs typeface="DejaVu Sans"/>
              </a:defRPr>
            </a:lvl7pPr>
            <a:lvl8pPr algn="l">
              <a:defRPr sz="2700" b="1">
                <a:solidFill>
                  <a:srgbClr val="101D31"/>
                </a:solidFill>
                <a:latin typeface="DejaVu Sans"/>
                <a:ea typeface="DejaVu Sans"/>
                <a:cs typeface="DejaVu Sans"/>
              </a:defRPr>
            </a:lvl8pPr>
            <a:lvl9pPr algn="l">
              <a:defRPr sz="2700" b="1">
                <a:solidFill>
                  <a:srgbClr val="101D31"/>
                </a:solidFill>
                <a:latin typeface="DejaVu Sans"/>
                <a:ea typeface="DejaVu Sans"/>
                <a:cs typeface="DejaVu Sans"/>
              </a:defRPr>
            </a:lvl9pPr>
          </a:lstStyle>
          <a:p xmlns:a="http://schemas.openxmlformats.org/drawingml/2006/main">
            <a:pPr algn="l">
              <a:defRPr sz="2700" b="1">
                <a:solidFill>
                  <a:srgbClr val="101D31"/>
                </a:solidFill>
                <a:latin typeface="DejaVu Sans"/>
                <a:ea typeface="DejaVu Sans"/>
                <a:cs typeface="DejaVu Sans"/>
              </a:defRPr>
            </a:pPr>
            <a:r>
              <a:rPr sz="2700" b="1">
                <a:solidFill>
                  <a:srgbClr val="101D31"/>
                </a:solidFill>
                <a:latin typeface="DejaVu Sans"/>
                <a:ea typeface="DejaVu Sans"/>
                <a:cs typeface="DejaVu Sans"/>
              </a:rPr>
              <a:t>Δύο τρόποι συγχρονισμού στο CAN</a:t>
            </a:r>
          </a:p>
        </p:txBody>
      </p:sp>
      <p:sp>
        <p:nvSpPr>
          <p:cNvPr id="3" name="s24-title-rule">
            <a:extLst xmlns:a="http://schemas.openxmlformats.org/drawingml/2006/main">
              <a:ext uri="{FF2B5EF4-FFF2-40B4-BE49-F238E27FC236}">
                <a16:creationId xmlns:a16="http://schemas.microsoft.com/office/drawing/2014/main" id="{F7CCC0FB-9A68-488B-A680-787E53D99C26}"/>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4-subtitle">
            <a:extLst xmlns:a="http://schemas.openxmlformats.org/drawingml/2006/main">
              <a:ext uri="{FF2B5EF4-FFF2-40B4-BE49-F238E27FC236}">
                <a16:creationId xmlns:a16="http://schemas.microsoft.com/office/drawing/2014/main" id="{A7204CDB-23B1-4105-A5CF-0DA577977CE9}"/>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Ο ελεγκτής ευθυγραμμίζεται στην αρχή του μηνύματος και διορθώνει μικρές αποκλίσεις όσο συνεχίζεται.</a:t>
            </a:r>
          </a:p>
        </p:txBody>
      </p:sp>
      <p:sp>
        <p:nvSpPr>
          <p:cNvPr id="5" name="s24-card-0">
            <a:extLst xmlns:a="http://schemas.openxmlformats.org/drawingml/2006/main">
              <a:ext uri="{FF2B5EF4-FFF2-40B4-BE49-F238E27FC236}">
                <a16:creationId xmlns:a16="http://schemas.microsoft.com/office/drawing/2014/main" id="{5F3548BA-8081-459B-AEC7-F6AB7620FE34}"/>
              </a:ext>
            </a:extLst>
          </p:cNvPr>
          <p:cNvSpPr>
            <a:spLocks xmlns:a="http://schemas.openxmlformats.org/drawingml/2006/main" noGrp="1"/>
          </p:cNvSpPr>
          <p:nvPr/>
        </p:nvSpPr>
        <p:spPr>
          <a:xfrm xmlns:a="http://schemas.openxmlformats.org/drawingml/2006/main">
            <a:off x="609600" y="2228850"/>
            <a:ext cx="533400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14288">
            <a:solidFill>
              <a:srgbClr val="D6E2ED"/>
            </a:solidFill>
            <a:prstDash val="solid"/>
          </a:ln>
        </p:spPr>
      </p:sp>
      <p:sp>
        <p:nvSpPr>
          <p:cNvPr id="6" name="s24-card-top-0">
            <a:extLst xmlns:a="http://schemas.openxmlformats.org/drawingml/2006/main">
              <a:ext uri="{FF2B5EF4-FFF2-40B4-BE49-F238E27FC236}">
                <a16:creationId xmlns:a16="http://schemas.microsoft.com/office/drawing/2014/main" id="{90F47AF0-96CD-4952-BE77-55930EC8CCA1}"/>
              </a:ext>
            </a:extLst>
          </p:cNvPr>
          <p:cNvSpPr>
            <a:spLocks xmlns:a="http://schemas.openxmlformats.org/drawingml/2006/main" noGrp="1"/>
          </p:cNvSpPr>
          <p:nvPr/>
        </p:nvSpPr>
        <p:spPr>
          <a:xfrm xmlns:a="http://schemas.openxmlformats.org/drawingml/2006/main">
            <a:off x="609600" y="2228850"/>
            <a:ext cx="5334000" cy="6667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7" name="s24-card-label-0">
            <a:extLst xmlns:a="http://schemas.openxmlformats.org/drawingml/2006/main">
              <a:ext uri="{FF2B5EF4-FFF2-40B4-BE49-F238E27FC236}">
                <a16:creationId xmlns:a16="http://schemas.microsoft.com/office/drawing/2014/main" id="{A0F7A916-51BB-44C8-B76A-BD82CAD3368D}"/>
              </a:ext>
            </a:extLst>
          </p:cNvPr>
          <p:cNvSpPr>
            <a:spLocks xmlns:a="http://schemas.openxmlformats.org/drawingml/2006/main" noGrp="1"/>
          </p:cNvSpPr>
          <p:nvPr/>
        </p:nvSpPr>
        <p:spPr>
          <a:xfrm xmlns:a="http://schemas.openxmlformats.org/drawingml/2006/main">
            <a:off x="895350" y="24860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HARD SYNCHRONIZATION</a:t>
            </a:r>
          </a:p>
        </p:txBody>
      </p:sp>
      <p:sp>
        <p:nvSpPr>
          <p:cNvPr id="8" name="s24-card-title-0">
            <a:extLst xmlns:a="http://schemas.openxmlformats.org/drawingml/2006/main">
              <a:ext uri="{FF2B5EF4-FFF2-40B4-BE49-F238E27FC236}">
                <a16:creationId xmlns:a16="http://schemas.microsoft.com/office/drawing/2014/main" id="{B9102C59-2077-43D7-9AD7-DE8704370546}"/>
              </a:ext>
            </a:extLst>
          </p:cNvPr>
          <p:cNvSpPr>
            <a:spLocks xmlns:a="http://schemas.openxmlformats.org/drawingml/2006/main" noGrp="1"/>
          </p:cNvSpPr>
          <p:nvPr/>
        </p:nvSpPr>
        <p:spPr>
          <a:xfrm xmlns:a="http://schemas.openxmlformats.org/drawingml/2006/main">
            <a:off x="895350" y="2819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1D31"/>
                </a:solidFill>
                <a:latin typeface="DejaVu Sans"/>
                <a:ea typeface="DejaVu Sans"/>
                <a:cs typeface="DejaVu Sans"/>
              </a:defRPr>
            </a:defPPr>
            <a:lvl1pPr algn="l">
              <a:defRPr sz="1725" b="1">
                <a:solidFill>
                  <a:srgbClr val="101D31"/>
                </a:solidFill>
                <a:latin typeface="DejaVu Sans"/>
                <a:ea typeface="DejaVu Sans"/>
                <a:cs typeface="DejaVu Sans"/>
              </a:defRPr>
            </a:lvl1pPr>
            <a:lvl2pPr algn="l">
              <a:defRPr sz="1725" b="1">
                <a:solidFill>
                  <a:srgbClr val="101D31"/>
                </a:solidFill>
                <a:latin typeface="DejaVu Sans"/>
                <a:ea typeface="DejaVu Sans"/>
                <a:cs typeface="DejaVu Sans"/>
              </a:defRPr>
            </a:lvl2pPr>
            <a:lvl3pPr algn="l">
              <a:defRPr sz="1725" b="1">
                <a:solidFill>
                  <a:srgbClr val="101D31"/>
                </a:solidFill>
                <a:latin typeface="DejaVu Sans"/>
                <a:ea typeface="DejaVu Sans"/>
                <a:cs typeface="DejaVu Sans"/>
              </a:defRPr>
            </a:lvl3pPr>
            <a:lvl4pPr algn="l">
              <a:defRPr sz="1725" b="1">
                <a:solidFill>
                  <a:srgbClr val="101D31"/>
                </a:solidFill>
                <a:latin typeface="DejaVu Sans"/>
                <a:ea typeface="DejaVu Sans"/>
                <a:cs typeface="DejaVu Sans"/>
              </a:defRPr>
            </a:lvl4pPr>
            <a:lvl5pPr algn="l">
              <a:defRPr sz="1725" b="1">
                <a:solidFill>
                  <a:srgbClr val="101D31"/>
                </a:solidFill>
                <a:latin typeface="DejaVu Sans"/>
                <a:ea typeface="DejaVu Sans"/>
                <a:cs typeface="DejaVu Sans"/>
              </a:defRPr>
            </a:lvl5pPr>
            <a:lvl6pPr algn="l">
              <a:defRPr sz="1725" b="1">
                <a:solidFill>
                  <a:srgbClr val="101D31"/>
                </a:solidFill>
                <a:latin typeface="DejaVu Sans"/>
                <a:ea typeface="DejaVu Sans"/>
                <a:cs typeface="DejaVu Sans"/>
              </a:defRPr>
            </a:lvl6pPr>
            <a:lvl7pPr algn="l">
              <a:defRPr sz="1725" b="1">
                <a:solidFill>
                  <a:srgbClr val="101D31"/>
                </a:solidFill>
                <a:latin typeface="DejaVu Sans"/>
                <a:ea typeface="DejaVu Sans"/>
                <a:cs typeface="DejaVu Sans"/>
              </a:defRPr>
            </a:lvl7pPr>
            <a:lvl8pPr algn="l">
              <a:defRPr sz="1725" b="1">
                <a:solidFill>
                  <a:srgbClr val="101D31"/>
                </a:solidFill>
                <a:latin typeface="DejaVu Sans"/>
                <a:ea typeface="DejaVu Sans"/>
                <a:cs typeface="DejaVu Sans"/>
              </a:defRPr>
            </a:lvl8pPr>
            <a:lvl9pPr algn="l">
              <a:defRPr sz="1725" b="1">
                <a:solidFill>
                  <a:srgbClr val="101D31"/>
                </a:solidFill>
                <a:latin typeface="DejaVu Sans"/>
                <a:ea typeface="DejaVu Sans"/>
                <a:cs typeface="DejaVu Sans"/>
              </a:defRPr>
            </a:lvl9pPr>
          </a:lstStyle>
          <a:p xmlns:a="http://schemas.openxmlformats.org/drawingml/2006/main">
            <a:pPr algn="l">
              <a:defRPr sz="1725" b="1">
                <a:solidFill>
                  <a:srgbClr val="101D31"/>
                </a:solidFill>
                <a:latin typeface="DejaVu Sans"/>
                <a:ea typeface="DejaVu Sans"/>
                <a:cs typeface="DejaVu Sans"/>
              </a:defRPr>
            </a:pPr>
            <a:r>
              <a:rPr sz="1725" b="1">
                <a:solidFill>
                  <a:srgbClr val="101D31"/>
                </a:solidFill>
                <a:latin typeface="DejaVu Sans"/>
                <a:ea typeface="DejaVu Sans"/>
                <a:cs typeface="DejaVu Sans"/>
              </a:rPr>
              <a:t>Στην αρχή του πλαισίου</a:t>
            </a:r>
          </a:p>
        </p:txBody>
      </p:sp>
      <p:sp>
        <p:nvSpPr>
          <p:cNvPr id="9" name="s24-high-0">
            <a:extLst xmlns:a="http://schemas.openxmlformats.org/drawingml/2006/main">
              <a:ext uri="{FF2B5EF4-FFF2-40B4-BE49-F238E27FC236}">
                <a16:creationId xmlns:a16="http://schemas.microsoft.com/office/drawing/2014/main" id="{8F7E2D5C-67F9-49BB-9A54-C5467900EEEE}"/>
              </a:ext>
            </a:extLst>
          </p:cNvPr>
          <p:cNvSpPr>
            <a:spLocks xmlns:a="http://schemas.openxmlformats.org/drawingml/2006/main" noGrp="1"/>
          </p:cNvSpPr>
          <p:nvPr/>
        </p:nvSpPr>
        <p:spPr>
          <a:xfrm xmlns:a="http://schemas.openxmlformats.org/drawingml/2006/main">
            <a:off x="1181100" y="3457575"/>
            <a:ext cx="20955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0" name="s24-edge-0">
            <a:extLst xmlns:a="http://schemas.openxmlformats.org/drawingml/2006/main">
              <a:ext uri="{FF2B5EF4-FFF2-40B4-BE49-F238E27FC236}">
                <a16:creationId xmlns:a16="http://schemas.microsoft.com/office/drawing/2014/main" id="{68CC15AB-B8C0-4FF2-A6DD-35FC95327127}"/>
              </a:ext>
            </a:extLst>
          </p:cNvPr>
          <p:cNvSpPr>
            <a:spLocks xmlns:a="http://schemas.openxmlformats.org/drawingml/2006/main" noGrp="1"/>
          </p:cNvSpPr>
          <p:nvPr/>
        </p:nvSpPr>
        <p:spPr>
          <a:xfrm xmlns:a="http://schemas.openxmlformats.org/drawingml/2006/main">
            <a:off x="3257550" y="3457575"/>
            <a:ext cx="38100" cy="5429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1" name="s24-low-0">
            <a:extLst xmlns:a="http://schemas.openxmlformats.org/drawingml/2006/main">
              <a:ext uri="{FF2B5EF4-FFF2-40B4-BE49-F238E27FC236}">
                <a16:creationId xmlns:a16="http://schemas.microsoft.com/office/drawing/2014/main" id="{FA28E985-E5D7-4269-ADC4-063B95BF04D3}"/>
              </a:ext>
            </a:extLst>
          </p:cNvPr>
          <p:cNvSpPr>
            <a:spLocks xmlns:a="http://schemas.openxmlformats.org/drawingml/2006/main" noGrp="1"/>
          </p:cNvSpPr>
          <p:nvPr/>
        </p:nvSpPr>
        <p:spPr>
          <a:xfrm xmlns:a="http://schemas.openxmlformats.org/drawingml/2006/main">
            <a:off x="3295650" y="3952875"/>
            <a:ext cx="20764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2" name="s24-one-0">
            <a:extLst xmlns:a="http://schemas.openxmlformats.org/drawingml/2006/main">
              <a:ext uri="{FF2B5EF4-FFF2-40B4-BE49-F238E27FC236}">
                <a16:creationId xmlns:a16="http://schemas.microsoft.com/office/drawing/2014/main" id="{1A65EE6E-8840-49FD-9E9D-2C825EA49FEC}"/>
              </a:ext>
            </a:extLst>
          </p:cNvPr>
          <p:cNvSpPr>
            <a:spLocks xmlns:a="http://schemas.openxmlformats.org/drawingml/2006/main" noGrp="1"/>
          </p:cNvSpPr>
          <p:nvPr/>
        </p:nvSpPr>
        <p:spPr>
          <a:xfrm xmlns:a="http://schemas.openxmlformats.org/drawingml/2006/main">
            <a:off x="1466850" y="315277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1</a:t>
            </a:r>
          </a:p>
        </p:txBody>
      </p:sp>
      <p:sp>
        <p:nvSpPr>
          <p:cNvPr id="13" name="s24-zero-0">
            <a:extLst xmlns:a="http://schemas.openxmlformats.org/drawingml/2006/main">
              <a:ext uri="{FF2B5EF4-FFF2-40B4-BE49-F238E27FC236}">
                <a16:creationId xmlns:a16="http://schemas.microsoft.com/office/drawing/2014/main" id="{5C091D28-0194-4185-BE50-87343704E0C6}"/>
              </a:ext>
            </a:extLst>
          </p:cNvPr>
          <p:cNvSpPr>
            <a:spLocks xmlns:a="http://schemas.openxmlformats.org/drawingml/2006/main" noGrp="1"/>
          </p:cNvSpPr>
          <p:nvPr/>
        </p:nvSpPr>
        <p:spPr>
          <a:xfrm xmlns:a="http://schemas.openxmlformats.org/drawingml/2006/main">
            <a:off x="3962400" y="4038600"/>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0</a:t>
            </a:r>
          </a:p>
        </p:txBody>
      </p:sp>
      <p:sp>
        <p:nvSpPr>
          <p:cNvPr id="14" name="s24-edge-caption-0">
            <a:extLst xmlns:a="http://schemas.openxmlformats.org/drawingml/2006/main">
              <a:ext uri="{FF2B5EF4-FFF2-40B4-BE49-F238E27FC236}">
                <a16:creationId xmlns:a16="http://schemas.microsoft.com/office/drawing/2014/main" id="{462D16D8-2B3E-4640-867B-1878C3F244DE}"/>
              </a:ext>
            </a:extLst>
          </p:cNvPr>
          <p:cNvSpPr>
            <a:spLocks xmlns:a="http://schemas.openxmlformats.org/drawingml/2006/main" noGrp="1"/>
          </p:cNvSpPr>
          <p:nvPr/>
        </p:nvSpPr>
        <p:spPr>
          <a:xfrm xmlns:a="http://schemas.openxmlformats.org/drawingml/2006/main">
            <a:off x="2181225" y="4343400"/>
            <a:ext cx="2190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BFD9"/>
                </a:solidFill>
                <a:latin typeface="DejaVu Sans"/>
                <a:ea typeface="DejaVu Sans"/>
                <a:cs typeface="DejaVu Sans"/>
              </a:defRPr>
            </a:defPPr>
            <a:lvl1pPr algn="ctr">
              <a:defRPr sz="975" b="1">
                <a:solidFill>
                  <a:srgbClr val="10BFD9"/>
                </a:solidFill>
                <a:latin typeface="DejaVu Sans"/>
                <a:ea typeface="DejaVu Sans"/>
                <a:cs typeface="DejaVu Sans"/>
              </a:defRPr>
            </a:lvl1pPr>
            <a:lvl2pPr algn="ctr">
              <a:defRPr sz="975" b="1">
                <a:solidFill>
                  <a:srgbClr val="10BFD9"/>
                </a:solidFill>
                <a:latin typeface="DejaVu Sans"/>
                <a:ea typeface="DejaVu Sans"/>
                <a:cs typeface="DejaVu Sans"/>
              </a:defRPr>
            </a:lvl2pPr>
            <a:lvl3pPr algn="ctr">
              <a:defRPr sz="975" b="1">
                <a:solidFill>
                  <a:srgbClr val="10BFD9"/>
                </a:solidFill>
                <a:latin typeface="DejaVu Sans"/>
                <a:ea typeface="DejaVu Sans"/>
                <a:cs typeface="DejaVu Sans"/>
              </a:defRPr>
            </a:lvl3pPr>
            <a:lvl4pPr algn="ctr">
              <a:defRPr sz="975" b="1">
                <a:solidFill>
                  <a:srgbClr val="10BFD9"/>
                </a:solidFill>
                <a:latin typeface="DejaVu Sans"/>
                <a:ea typeface="DejaVu Sans"/>
                <a:cs typeface="DejaVu Sans"/>
              </a:defRPr>
            </a:lvl4pPr>
            <a:lvl5pPr algn="ctr">
              <a:defRPr sz="975" b="1">
                <a:solidFill>
                  <a:srgbClr val="10BFD9"/>
                </a:solidFill>
                <a:latin typeface="DejaVu Sans"/>
                <a:ea typeface="DejaVu Sans"/>
                <a:cs typeface="DejaVu Sans"/>
              </a:defRPr>
            </a:lvl5pPr>
            <a:lvl6pPr algn="ctr">
              <a:defRPr sz="975" b="1">
                <a:solidFill>
                  <a:srgbClr val="10BFD9"/>
                </a:solidFill>
                <a:latin typeface="DejaVu Sans"/>
                <a:ea typeface="DejaVu Sans"/>
                <a:cs typeface="DejaVu Sans"/>
              </a:defRPr>
            </a:lvl6pPr>
            <a:lvl7pPr algn="ctr">
              <a:defRPr sz="975" b="1">
                <a:solidFill>
                  <a:srgbClr val="10BFD9"/>
                </a:solidFill>
                <a:latin typeface="DejaVu Sans"/>
                <a:ea typeface="DejaVu Sans"/>
                <a:cs typeface="DejaVu Sans"/>
              </a:defRPr>
            </a:lvl7pPr>
            <a:lvl8pPr algn="ctr">
              <a:defRPr sz="975" b="1">
                <a:solidFill>
                  <a:srgbClr val="10BFD9"/>
                </a:solidFill>
                <a:latin typeface="DejaVu Sans"/>
                <a:ea typeface="DejaVu Sans"/>
                <a:cs typeface="DejaVu Sans"/>
              </a:defRPr>
            </a:lvl8pPr>
            <a:lvl9pPr algn="ctr">
              <a:defRPr sz="975" b="1">
                <a:solidFill>
                  <a:srgbClr val="10BFD9"/>
                </a:solidFill>
                <a:latin typeface="DejaVu Sans"/>
                <a:ea typeface="DejaVu Sans"/>
                <a:cs typeface="DejaVu Sans"/>
              </a:defRPr>
            </a:lvl9pPr>
          </a:lstStyle>
          <a:p xmlns:a="http://schemas.openxmlformats.org/drawingml/2006/main">
            <a:pPr algn="ctr">
              <a:defRPr sz="975" b="1">
                <a:solidFill>
                  <a:srgbClr val="10BFD9"/>
                </a:solidFill>
                <a:latin typeface="DejaVu Sans"/>
                <a:ea typeface="DejaVu Sans"/>
                <a:cs typeface="DejaVu Sans"/>
              </a:defRPr>
            </a:pPr>
            <a:r>
              <a:rPr sz="975" b="1">
                <a:solidFill>
                  <a:srgbClr val="10BFD9"/>
                </a:solidFill>
                <a:latin typeface="DejaVu Sans"/>
                <a:ea typeface="DejaVu Sans"/>
                <a:cs typeface="DejaVu Sans"/>
              </a:rPr>
              <a:t>αρχή πλαισίου</a:t>
            </a:r>
          </a:p>
        </p:txBody>
      </p:sp>
      <p:sp>
        <p:nvSpPr>
          <p:cNvPr id="15" name="s24-body-0">
            <a:extLst xmlns:a="http://schemas.openxmlformats.org/drawingml/2006/main">
              <a:ext uri="{FF2B5EF4-FFF2-40B4-BE49-F238E27FC236}">
                <a16:creationId xmlns:a16="http://schemas.microsoft.com/office/drawing/2014/main" id="{8542061E-DC6F-44D0-A204-893C926D3553}"/>
              </a:ext>
            </a:extLst>
          </p:cNvPr>
          <p:cNvSpPr>
            <a:spLocks xmlns:a="http://schemas.openxmlformats.org/drawingml/2006/main" noGrp="1"/>
          </p:cNvSpPr>
          <p:nvPr/>
        </p:nvSpPr>
        <p:spPr>
          <a:xfrm xmlns:a="http://schemas.openxmlformats.org/drawingml/2006/main">
            <a:off x="895350" y="469582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Όλοι οι κόμβοι ευθυγραμμίζουν τον χρονισμό τους στην ακμή έναρξης του μηνύματος.</a:t>
            </a:r>
          </a:p>
        </p:txBody>
      </p:sp>
      <p:sp>
        <p:nvSpPr>
          <p:cNvPr id="16" name="s24-card-1">
            <a:extLst xmlns:a="http://schemas.openxmlformats.org/drawingml/2006/main">
              <a:ext uri="{FF2B5EF4-FFF2-40B4-BE49-F238E27FC236}">
                <a16:creationId xmlns:a16="http://schemas.microsoft.com/office/drawing/2014/main" id="{32E23423-1ACA-4465-8F47-2898AC6B248A}"/>
              </a:ext>
            </a:extLst>
          </p:cNvPr>
          <p:cNvSpPr>
            <a:spLocks xmlns:a="http://schemas.openxmlformats.org/drawingml/2006/main" noGrp="1"/>
          </p:cNvSpPr>
          <p:nvPr/>
        </p:nvSpPr>
        <p:spPr>
          <a:xfrm xmlns:a="http://schemas.openxmlformats.org/drawingml/2006/main">
            <a:off x="6248400" y="2228850"/>
            <a:ext cx="5334000" cy="3219450"/>
          </a:xfrm>
          <a:prstGeom xmlns:a="http://schemas.openxmlformats.org/drawingml/2006/main" prst="roundRect">
            <a:avLst>
              <a:gd name="adj" fmla="val 2367"/>
            </a:avLst>
          </a:prstGeom>
          <a:solidFill xmlns:a="http://schemas.openxmlformats.org/drawingml/2006/main">
            <a:srgbClr val="FFFFFF"/>
          </a:solidFill>
          <a:ln xmlns:a="http://schemas.openxmlformats.org/drawingml/2006/main" w="14288">
            <a:solidFill>
              <a:srgbClr val="D6E2ED"/>
            </a:solidFill>
            <a:prstDash val="solid"/>
          </a:ln>
        </p:spPr>
      </p:sp>
      <p:sp>
        <p:nvSpPr>
          <p:cNvPr id="17" name="s24-card-top-1">
            <a:extLst xmlns:a="http://schemas.openxmlformats.org/drawingml/2006/main">
              <a:ext uri="{FF2B5EF4-FFF2-40B4-BE49-F238E27FC236}">
                <a16:creationId xmlns:a16="http://schemas.microsoft.com/office/drawing/2014/main" id="{CE7FEE7E-DFBC-4CDB-A899-257DC78322B2}"/>
              </a:ext>
            </a:extLst>
          </p:cNvPr>
          <p:cNvSpPr>
            <a:spLocks xmlns:a="http://schemas.openxmlformats.org/drawingml/2006/main" noGrp="1"/>
          </p:cNvSpPr>
          <p:nvPr/>
        </p:nvSpPr>
        <p:spPr>
          <a:xfrm xmlns:a="http://schemas.openxmlformats.org/drawingml/2006/main">
            <a:off x="6248400" y="2228850"/>
            <a:ext cx="5334000" cy="666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8" name="s24-card-label-1">
            <a:extLst xmlns:a="http://schemas.openxmlformats.org/drawingml/2006/main">
              <a:ext uri="{FF2B5EF4-FFF2-40B4-BE49-F238E27FC236}">
                <a16:creationId xmlns:a16="http://schemas.microsoft.com/office/drawing/2014/main" id="{5748FB5F-0B35-4A7D-B896-26B53FEAFC4D}"/>
              </a:ext>
            </a:extLst>
          </p:cNvPr>
          <p:cNvSpPr>
            <a:spLocks xmlns:a="http://schemas.openxmlformats.org/drawingml/2006/main" noGrp="1"/>
          </p:cNvSpPr>
          <p:nvPr/>
        </p:nvSpPr>
        <p:spPr>
          <a:xfrm xmlns:a="http://schemas.openxmlformats.org/drawingml/2006/main">
            <a:off x="6534150" y="24860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RESYNCHRONIZATION</a:t>
            </a:r>
          </a:p>
        </p:txBody>
      </p:sp>
      <p:sp>
        <p:nvSpPr>
          <p:cNvPr id="19" name="s24-card-title-1">
            <a:extLst xmlns:a="http://schemas.openxmlformats.org/drawingml/2006/main">
              <a:ext uri="{FF2B5EF4-FFF2-40B4-BE49-F238E27FC236}">
                <a16:creationId xmlns:a16="http://schemas.microsoft.com/office/drawing/2014/main" id="{D8251BA3-8780-40AF-A087-5A5A2E4563BE}"/>
              </a:ext>
            </a:extLst>
          </p:cNvPr>
          <p:cNvSpPr>
            <a:spLocks xmlns:a="http://schemas.openxmlformats.org/drawingml/2006/main" noGrp="1"/>
          </p:cNvSpPr>
          <p:nvPr/>
        </p:nvSpPr>
        <p:spPr>
          <a:xfrm xmlns:a="http://schemas.openxmlformats.org/drawingml/2006/main">
            <a:off x="6534150" y="2819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1D31"/>
                </a:solidFill>
                <a:latin typeface="DejaVu Sans"/>
                <a:ea typeface="DejaVu Sans"/>
                <a:cs typeface="DejaVu Sans"/>
              </a:defRPr>
            </a:defPPr>
            <a:lvl1pPr algn="l">
              <a:defRPr sz="1725" b="1">
                <a:solidFill>
                  <a:srgbClr val="101D31"/>
                </a:solidFill>
                <a:latin typeface="DejaVu Sans"/>
                <a:ea typeface="DejaVu Sans"/>
                <a:cs typeface="DejaVu Sans"/>
              </a:defRPr>
            </a:lvl1pPr>
            <a:lvl2pPr algn="l">
              <a:defRPr sz="1725" b="1">
                <a:solidFill>
                  <a:srgbClr val="101D31"/>
                </a:solidFill>
                <a:latin typeface="DejaVu Sans"/>
                <a:ea typeface="DejaVu Sans"/>
                <a:cs typeface="DejaVu Sans"/>
              </a:defRPr>
            </a:lvl2pPr>
            <a:lvl3pPr algn="l">
              <a:defRPr sz="1725" b="1">
                <a:solidFill>
                  <a:srgbClr val="101D31"/>
                </a:solidFill>
                <a:latin typeface="DejaVu Sans"/>
                <a:ea typeface="DejaVu Sans"/>
                <a:cs typeface="DejaVu Sans"/>
              </a:defRPr>
            </a:lvl3pPr>
            <a:lvl4pPr algn="l">
              <a:defRPr sz="1725" b="1">
                <a:solidFill>
                  <a:srgbClr val="101D31"/>
                </a:solidFill>
                <a:latin typeface="DejaVu Sans"/>
                <a:ea typeface="DejaVu Sans"/>
                <a:cs typeface="DejaVu Sans"/>
              </a:defRPr>
            </a:lvl4pPr>
            <a:lvl5pPr algn="l">
              <a:defRPr sz="1725" b="1">
                <a:solidFill>
                  <a:srgbClr val="101D31"/>
                </a:solidFill>
                <a:latin typeface="DejaVu Sans"/>
                <a:ea typeface="DejaVu Sans"/>
                <a:cs typeface="DejaVu Sans"/>
              </a:defRPr>
            </a:lvl5pPr>
            <a:lvl6pPr algn="l">
              <a:defRPr sz="1725" b="1">
                <a:solidFill>
                  <a:srgbClr val="101D31"/>
                </a:solidFill>
                <a:latin typeface="DejaVu Sans"/>
                <a:ea typeface="DejaVu Sans"/>
                <a:cs typeface="DejaVu Sans"/>
              </a:defRPr>
            </a:lvl6pPr>
            <a:lvl7pPr algn="l">
              <a:defRPr sz="1725" b="1">
                <a:solidFill>
                  <a:srgbClr val="101D31"/>
                </a:solidFill>
                <a:latin typeface="DejaVu Sans"/>
                <a:ea typeface="DejaVu Sans"/>
                <a:cs typeface="DejaVu Sans"/>
              </a:defRPr>
            </a:lvl7pPr>
            <a:lvl8pPr algn="l">
              <a:defRPr sz="1725" b="1">
                <a:solidFill>
                  <a:srgbClr val="101D31"/>
                </a:solidFill>
                <a:latin typeface="DejaVu Sans"/>
                <a:ea typeface="DejaVu Sans"/>
                <a:cs typeface="DejaVu Sans"/>
              </a:defRPr>
            </a:lvl8pPr>
            <a:lvl9pPr algn="l">
              <a:defRPr sz="1725" b="1">
                <a:solidFill>
                  <a:srgbClr val="101D31"/>
                </a:solidFill>
                <a:latin typeface="DejaVu Sans"/>
                <a:ea typeface="DejaVu Sans"/>
                <a:cs typeface="DejaVu Sans"/>
              </a:defRPr>
            </a:lvl9pPr>
          </a:lstStyle>
          <a:p xmlns:a="http://schemas.openxmlformats.org/drawingml/2006/main">
            <a:pPr algn="l">
              <a:defRPr sz="1725" b="1">
                <a:solidFill>
                  <a:srgbClr val="101D31"/>
                </a:solidFill>
                <a:latin typeface="DejaVu Sans"/>
                <a:ea typeface="DejaVu Sans"/>
                <a:cs typeface="DejaVu Sans"/>
              </a:defRPr>
            </a:pPr>
            <a:r>
              <a:rPr sz="1725" b="1">
                <a:solidFill>
                  <a:srgbClr val="101D31"/>
                </a:solidFill>
                <a:latin typeface="DejaVu Sans"/>
                <a:ea typeface="DejaVu Sans"/>
                <a:cs typeface="DejaVu Sans"/>
              </a:rPr>
              <a:t>Κατά τη μετάδοση</a:t>
            </a:r>
          </a:p>
        </p:txBody>
      </p:sp>
      <p:sp>
        <p:nvSpPr>
          <p:cNvPr id="20" name="s24-high-1">
            <a:extLst xmlns:a="http://schemas.openxmlformats.org/drawingml/2006/main">
              <a:ext uri="{FF2B5EF4-FFF2-40B4-BE49-F238E27FC236}">
                <a16:creationId xmlns:a16="http://schemas.microsoft.com/office/drawing/2014/main" id="{B0B38371-9559-4C63-BC3D-4DCEDC103F14}"/>
              </a:ext>
            </a:extLst>
          </p:cNvPr>
          <p:cNvSpPr>
            <a:spLocks xmlns:a="http://schemas.openxmlformats.org/drawingml/2006/main" noGrp="1"/>
          </p:cNvSpPr>
          <p:nvPr/>
        </p:nvSpPr>
        <p:spPr>
          <a:xfrm xmlns:a="http://schemas.openxmlformats.org/drawingml/2006/main">
            <a:off x="6819900" y="3457575"/>
            <a:ext cx="20955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1" name="s24-edge-1">
            <a:extLst xmlns:a="http://schemas.openxmlformats.org/drawingml/2006/main">
              <a:ext uri="{FF2B5EF4-FFF2-40B4-BE49-F238E27FC236}">
                <a16:creationId xmlns:a16="http://schemas.microsoft.com/office/drawing/2014/main" id="{43F5221D-8EA0-43EC-82AF-4E8ED5039251}"/>
              </a:ext>
            </a:extLst>
          </p:cNvPr>
          <p:cNvSpPr>
            <a:spLocks xmlns:a="http://schemas.openxmlformats.org/drawingml/2006/main" noGrp="1"/>
          </p:cNvSpPr>
          <p:nvPr/>
        </p:nvSpPr>
        <p:spPr>
          <a:xfrm xmlns:a="http://schemas.openxmlformats.org/drawingml/2006/main">
            <a:off x="8896350" y="3457575"/>
            <a:ext cx="38100" cy="5429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2" name="s24-low-1">
            <a:extLst xmlns:a="http://schemas.openxmlformats.org/drawingml/2006/main">
              <a:ext uri="{FF2B5EF4-FFF2-40B4-BE49-F238E27FC236}">
                <a16:creationId xmlns:a16="http://schemas.microsoft.com/office/drawing/2014/main" id="{4A098B9B-2C8F-4CF4-B951-684A7122B335}"/>
              </a:ext>
            </a:extLst>
          </p:cNvPr>
          <p:cNvSpPr>
            <a:spLocks xmlns:a="http://schemas.openxmlformats.org/drawingml/2006/main" noGrp="1"/>
          </p:cNvSpPr>
          <p:nvPr/>
        </p:nvSpPr>
        <p:spPr>
          <a:xfrm xmlns:a="http://schemas.openxmlformats.org/drawingml/2006/main">
            <a:off x="8934450" y="3952875"/>
            <a:ext cx="20764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3" name="s24-one-1">
            <a:extLst xmlns:a="http://schemas.openxmlformats.org/drawingml/2006/main">
              <a:ext uri="{FF2B5EF4-FFF2-40B4-BE49-F238E27FC236}">
                <a16:creationId xmlns:a16="http://schemas.microsoft.com/office/drawing/2014/main" id="{101298E9-7E1A-4673-A35D-1CD93C4B8400}"/>
              </a:ext>
            </a:extLst>
          </p:cNvPr>
          <p:cNvSpPr>
            <a:spLocks xmlns:a="http://schemas.openxmlformats.org/drawingml/2006/main" noGrp="1"/>
          </p:cNvSpPr>
          <p:nvPr/>
        </p:nvSpPr>
        <p:spPr>
          <a:xfrm xmlns:a="http://schemas.openxmlformats.org/drawingml/2006/main">
            <a:off x="7105650" y="3152775"/>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1</a:t>
            </a:r>
          </a:p>
        </p:txBody>
      </p:sp>
      <p:sp>
        <p:nvSpPr>
          <p:cNvPr id="24" name="s24-zero-1">
            <a:extLst xmlns:a="http://schemas.openxmlformats.org/drawingml/2006/main">
              <a:ext uri="{FF2B5EF4-FFF2-40B4-BE49-F238E27FC236}">
                <a16:creationId xmlns:a16="http://schemas.microsoft.com/office/drawing/2014/main" id="{B7C991C7-48F0-4FE1-A94D-4C38C5231B61}"/>
              </a:ext>
            </a:extLst>
          </p:cNvPr>
          <p:cNvSpPr>
            <a:spLocks xmlns:a="http://schemas.openxmlformats.org/drawingml/2006/main" noGrp="1"/>
          </p:cNvSpPr>
          <p:nvPr/>
        </p:nvSpPr>
        <p:spPr>
          <a:xfrm xmlns:a="http://schemas.openxmlformats.org/drawingml/2006/main">
            <a:off x="9601200" y="4038600"/>
            <a:ext cx="361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53657A"/>
                </a:solidFill>
                <a:latin typeface="DejaVu Sans"/>
                <a:ea typeface="DejaVu Sans"/>
                <a:cs typeface="DejaVu Sans"/>
              </a:defRPr>
            </a:defPPr>
            <a:lvl1pPr algn="ctr">
              <a:defRPr sz="1050" b="1">
                <a:solidFill>
                  <a:srgbClr val="53657A"/>
                </a:solidFill>
                <a:latin typeface="DejaVu Sans"/>
                <a:ea typeface="DejaVu Sans"/>
                <a:cs typeface="DejaVu Sans"/>
              </a:defRPr>
            </a:lvl1pPr>
            <a:lvl2pPr algn="ctr">
              <a:defRPr sz="1050" b="1">
                <a:solidFill>
                  <a:srgbClr val="53657A"/>
                </a:solidFill>
                <a:latin typeface="DejaVu Sans"/>
                <a:ea typeface="DejaVu Sans"/>
                <a:cs typeface="DejaVu Sans"/>
              </a:defRPr>
            </a:lvl2pPr>
            <a:lvl3pPr algn="ctr">
              <a:defRPr sz="1050" b="1">
                <a:solidFill>
                  <a:srgbClr val="53657A"/>
                </a:solidFill>
                <a:latin typeface="DejaVu Sans"/>
                <a:ea typeface="DejaVu Sans"/>
                <a:cs typeface="DejaVu Sans"/>
              </a:defRPr>
            </a:lvl3pPr>
            <a:lvl4pPr algn="ctr">
              <a:defRPr sz="1050" b="1">
                <a:solidFill>
                  <a:srgbClr val="53657A"/>
                </a:solidFill>
                <a:latin typeface="DejaVu Sans"/>
                <a:ea typeface="DejaVu Sans"/>
                <a:cs typeface="DejaVu Sans"/>
              </a:defRPr>
            </a:lvl4pPr>
            <a:lvl5pPr algn="ctr">
              <a:defRPr sz="1050" b="1">
                <a:solidFill>
                  <a:srgbClr val="53657A"/>
                </a:solidFill>
                <a:latin typeface="DejaVu Sans"/>
                <a:ea typeface="DejaVu Sans"/>
                <a:cs typeface="DejaVu Sans"/>
              </a:defRPr>
            </a:lvl5pPr>
            <a:lvl6pPr algn="ctr">
              <a:defRPr sz="1050" b="1">
                <a:solidFill>
                  <a:srgbClr val="53657A"/>
                </a:solidFill>
                <a:latin typeface="DejaVu Sans"/>
                <a:ea typeface="DejaVu Sans"/>
                <a:cs typeface="DejaVu Sans"/>
              </a:defRPr>
            </a:lvl6pPr>
            <a:lvl7pPr algn="ctr">
              <a:defRPr sz="1050" b="1">
                <a:solidFill>
                  <a:srgbClr val="53657A"/>
                </a:solidFill>
                <a:latin typeface="DejaVu Sans"/>
                <a:ea typeface="DejaVu Sans"/>
                <a:cs typeface="DejaVu Sans"/>
              </a:defRPr>
            </a:lvl7pPr>
            <a:lvl8pPr algn="ctr">
              <a:defRPr sz="1050" b="1">
                <a:solidFill>
                  <a:srgbClr val="53657A"/>
                </a:solidFill>
                <a:latin typeface="DejaVu Sans"/>
                <a:ea typeface="DejaVu Sans"/>
                <a:cs typeface="DejaVu Sans"/>
              </a:defRPr>
            </a:lvl8pPr>
            <a:lvl9pPr algn="ctr">
              <a:defRPr sz="1050" b="1">
                <a:solidFill>
                  <a:srgbClr val="53657A"/>
                </a:solidFill>
                <a:latin typeface="DejaVu Sans"/>
                <a:ea typeface="DejaVu Sans"/>
                <a:cs typeface="DejaVu Sans"/>
              </a:defRPr>
            </a:lvl9pPr>
          </a:lstStyle>
          <a:p xmlns:a="http://schemas.openxmlformats.org/drawingml/2006/main">
            <a:pPr algn="ctr">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0</a:t>
            </a:r>
          </a:p>
        </p:txBody>
      </p:sp>
      <p:sp>
        <p:nvSpPr>
          <p:cNvPr id="25" name="s24-edge-caption-1">
            <a:extLst xmlns:a="http://schemas.openxmlformats.org/drawingml/2006/main">
              <a:ext uri="{FF2B5EF4-FFF2-40B4-BE49-F238E27FC236}">
                <a16:creationId xmlns:a16="http://schemas.microsoft.com/office/drawing/2014/main" id="{652B73E9-0122-4233-AF37-85D8F41E6DA9}"/>
              </a:ext>
            </a:extLst>
          </p:cNvPr>
          <p:cNvSpPr>
            <a:spLocks xmlns:a="http://schemas.openxmlformats.org/drawingml/2006/main" noGrp="1"/>
          </p:cNvSpPr>
          <p:nvPr/>
        </p:nvSpPr>
        <p:spPr>
          <a:xfrm xmlns:a="http://schemas.openxmlformats.org/drawingml/2006/main">
            <a:off x="7820025" y="4343400"/>
            <a:ext cx="2190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F7B500"/>
                </a:solidFill>
                <a:latin typeface="DejaVu Sans"/>
                <a:ea typeface="DejaVu Sans"/>
                <a:cs typeface="DejaVu Sans"/>
              </a:defRPr>
            </a:defPPr>
            <a:lvl1pPr algn="ctr">
              <a:defRPr sz="975" b="1">
                <a:solidFill>
                  <a:srgbClr val="F7B500"/>
                </a:solidFill>
                <a:latin typeface="DejaVu Sans"/>
                <a:ea typeface="DejaVu Sans"/>
                <a:cs typeface="DejaVu Sans"/>
              </a:defRPr>
            </a:lvl1pPr>
            <a:lvl2pPr algn="ctr">
              <a:defRPr sz="975" b="1">
                <a:solidFill>
                  <a:srgbClr val="F7B500"/>
                </a:solidFill>
                <a:latin typeface="DejaVu Sans"/>
                <a:ea typeface="DejaVu Sans"/>
                <a:cs typeface="DejaVu Sans"/>
              </a:defRPr>
            </a:lvl2pPr>
            <a:lvl3pPr algn="ctr">
              <a:defRPr sz="975" b="1">
                <a:solidFill>
                  <a:srgbClr val="F7B500"/>
                </a:solidFill>
                <a:latin typeface="DejaVu Sans"/>
                <a:ea typeface="DejaVu Sans"/>
                <a:cs typeface="DejaVu Sans"/>
              </a:defRPr>
            </a:lvl3pPr>
            <a:lvl4pPr algn="ctr">
              <a:defRPr sz="975" b="1">
                <a:solidFill>
                  <a:srgbClr val="F7B500"/>
                </a:solidFill>
                <a:latin typeface="DejaVu Sans"/>
                <a:ea typeface="DejaVu Sans"/>
                <a:cs typeface="DejaVu Sans"/>
              </a:defRPr>
            </a:lvl4pPr>
            <a:lvl5pPr algn="ctr">
              <a:defRPr sz="975" b="1">
                <a:solidFill>
                  <a:srgbClr val="F7B500"/>
                </a:solidFill>
                <a:latin typeface="DejaVu Sans"/>
                <a:ea typeface="DejaVu Sans"/>
                <a:cs typeface="DejaVu Sans"/>
              </a:defRPr>
            </a:lvl5pPr>
            <a:lvl6pPr algn="ctr">
              <a:defRPr sz="975" b="1">
                <a:solidFill>
                  <a:srgbClr val="F7B500"/>
                </a:solidFill>
                <a:latin typeface="DejaVu Sans"/>
                <a:ea typeface="DejaVu Sans"/>
                <a:cs typeface="DejaVu Sans"/>
              </a:defRPr>
            </a:lvl6pPr>
            <a:lvl7pPr algn="ctr">
              <a:defRPr sz="975" b="1">
                <a:solidFill>
                  <a:srgbClr val="F7B500"/>
                </a:solidFill>
                <a:latin typeface="DejaVu Sans"/>
                <a:ea typeface="DejaVu Sans"/>
                <a:cs typeface="DejaVu Sans"/>
              </a:defRPr>
            </a:lvl7pPr>
            <a:lvl8pPr algn="ctr">
              <a:defRPr sz="975" b="1">
                <a:solidFill>
                  <a:srgbClr val="F7B500"/>
                </a:solidFill>
                <a:latin typeface="DejaVu Sans"/>
                <a:ea typeface="DejaVu Sans"/>
                <a:cs typeface="DejaVu Sans"/>
              </a:defRPr>
            </a:lvl8pPr>
            <a:lvl9pPr algn="ctr">
              <a:defRPr sz="975" b="1">
                <a:solidFill>
                  <a:srgbClr val="F7B500"/>
                </a:solidFill>
                <a:latin typeface="DejaVu Sans"/>
                <a:ea typeface="DejaVu Sans"/>
                <a:cs typeface="DejaVu Sans"/>
              </a:defRPr>
            </a:lvl9pPr>
          </a:lstStyle>
          <a:p xmlns:a="http://schemas.openxmlformats.org/drawingml/2006/main">
            <a:pPr algn="ct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κατάλληλη μετάβαση</a:t>
            </a:r>
          </a:p>
        </p:txBody>
      </p:sp>
      <p:sp>
        <p:nvSpPr>
          <p:cNvPr id="26" name="s24-body-1">
            <a:extLst xmlns:a="http://schemas.openxmlformats.org/drawingml/2006/main">
              <a:ext uri="{FF2B5EF4-FFF2-40B4-BE49-F238E27FC236}">
                <a16:creationId xmlns:a16="http://schemas.microsoft.com/office/drawing/2014/main" id="{33AB33EE-A451-4E75-8FC1-5CEE14E9BCD1}"/>
              </a:ext>
            </a:extLst>
          </p:cNvPr>
          <p:cNvSpPr>
            <a:spLocks xmlns:a="http://schemas.openxmlformats.org/drawingml/2006/main" noGrp="1"/>
          </p:cNvSpPr>
          <p:nvPr/>
        </p:nvSpPr>
        <p:spPr>
          <a:xfrm xmlns:a="http://schemas.openxmlformats.org/drawingml/2006/main">
            <a:off x="6534150" y="4695825"/>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101D31"/>
                </a:solidFill>
                <a:latin typeface="DejaVu Sans"/>
                <a:ea typeface="DejaVu Sans"/>
                <a:cs typeface="DejaVu Sans"/>
              </a:defRPr>
            </a:defPPr>
            <a:lvl1pPr algn="l">
              <a:defRPr sz="1200" b="0">
                <a:solidFill>
                  <a:srgbClr val="101D31"/>
                </a:solidFill>
                <a:latin typeface="DejaVu Sans"/>
                <a:ea typeface="DejaVu Sans"/>
                <a:cs typeface="DejaVu Sans"/>
              </a:defRPr>
            </a:lvl1pPr>
            <a:lvl2pPr algn="l">
              <a:defRPr sz="1200" b="0">
                <a:solidFill>
                  <a:srgbClr val="101D31"/>
                </a:solidFill>
                <a:latin typeface="DejaVu Sans"/>
                <a:ea typeface="DejaVu Sans"/>
                <a:cs typeface="DejaVu Sans"/>
              </a:defRPr>
            </a:lvl2pPr>
            <a:lvl3pPr algn="l">
              <a:defRPr sz="1200" b="0">
                <a:solidFill>
                  <a:srgbClr val="101D31"/>
                </a:solidFill>
                <a:latin typeface="DejaVu Sans"/>
                <a:ea typeface="DejaVu Sans"/>
                <a:cs typeface="DejaVu Sans"/>
              </a:defRPr>
            </a:lvl3pPr>
            <a:lvl4pPr algn="l">
              <a:defRPr sz="1200" b="0">
                <a:solidFill>
                  <a:srgbClr val="101D31"/>
                </a:solidFill>
                <a:latin typeface="DejaVu Sans"/>
                <a:ea typeface="DejaVu Sans"/>
                <a:cs typeface="DejaVu Sans"/>
              </a:defRPr>
            </a:lvl4pPr>
            <a:lvl5pPr algn="l">
              <a:defRPr sz="1200" b="0">
                <a:solidFill>
                  <a:srgbClr val="101D31"/>
                </a:solidFill>
                <a:latin typeface="DejaVu Sans"/>
                <a:ea typeface="DejaVu Sans"/>
                <a:cs typeface="DejaVu Sans"/>
              </a:defRPr>
            </a:lvl5pPr>
            <a:lvl6pPr algn="l">
              <a:defRPr sz="1200" b="0">
                <a:solidFill>
                  <a:srgbClr val="101D31"/>
                </a:solidFill>
                <a:latin typeface="DejaVu Sans"/>
                <a:ea typeface="DejaVu Sans"/>
                <a:cs typeface="DejaVu Sans"/>
              </a:defRPr>
            </a:lvl6pPr>
            <a:lvl7pPr algn="l">
              <a:defRPr sz="1200" b="0">
                <a:solidFill>
                  <a:srgbClr val="101D31"/>
                </a:solidFill>
                <a:latin typeface="DejaVu Sans"/>
                <a:ea typeface="DejaVu Sans"/>
                <a:cs typeface="DejaVu Sans"/>
              </a:defRPr>
            </a:lvl7pPr>
            <a:lvl8pPr algn="l">
              <a:defRPr sz="1200" b="0">
                <a:solidFill>
                  <a:srgbClr val="101D31"/>
                </a:solidFill>
                <a:latin typeface="DejaVu Sans"/>
                <a:ea typeface="DejaVu Sans"/>
                <a:cs typeface="DejaVu Sans"/>
              </a:defRPr>
            </a:lvl8pPr>
            <a:lvl9pPr algn="l">
              <a:defRPr sz="1200" b="0">
                <a:solidFill>
                  <a:srgbClr val="101D31"/>
                </a:solidFill>
                <a:latin typeface="DejaVu Sans"/>
                <a:ea typeface="DejaVu Sans"/>
                <a:cs typeface="DejaVu Sans"/>
              </a:defRPr>
            </a:lvl9pPr>
          </a:lstStyle>
          <a:p xmlns:a="http://schemas.openxmlformats.org/drawingml/2006/main">
            <a:pPr algn="l">
              <a:defRPr sz="1200" b="0">
                <a:solidFill>
                  <a:srgbClr val="101D31"/>
                </a:solidFill>
                <a:latin typeface="DejaVu Sans"/>
                <a:ea typeface="DejaVu Sans"/>
                <a:cs typeface="DejaVu Sans"/>
              </a:defRPr>
            </a:pPr>
            <a:r>
              <a:rPr sz="1200" b="0">
                <a:solidFill>
                  <a:srgbClr val="101D31"/>
                </a:solidFill>
                <a:latin typeface="DejaVu Sans"/>
                <a:ea typeface="DejaVu Sans"/>
                <a:cs typeface="DejaVu Sans"/>
              </a:rPr>
              <a:t>Ο ελεγκτής διορθώνει μικρές αποκλίσεις όταν εντοπίσει κατάλληλη ακμή στο σήμα.</a:t>
            </a:r>
          </a:p>
        </p:txBody>
      </p:sp>
      <p:sp>
        <p:nvSpPr>
          <p:cNvPr id="27" name="s24-takeaway">
            <a:extLst xmlns:a="http://schemas.openxmlformats.org/drawingml/2006/main">
              <a:ext uri="{FF2B5EF4-FFF2-40B4-BE49-F238E27FC236}">
                <a16:creationId xmlns:a16="http://schemas.microsoft.com/office/drawing/2014/main" id="{1C344074-4723-4F57-A3A3-51F66ABF6605}"/>
              </a:ext>
            </a:extLst>
          </p:cNvPr>
          <p:cNvSpPr>
            <a:spLocks xmlns:a="http://schemas.openxmlformats.org/drawingml/2006/main" noGrp="1"/>
          </p:cNvSpPr>
          <p:nvPr/>
        </p:nvSpPr>
        <p:spPr>
          <a:xfrm xmlns:a="http://schemas.openxmlformats.org/drawingml/2006/main">
            <a:off x="609600" y="5638800"/>
            <a:ext cx="10972800" cy="514350"/>
          </a:xfrm>
          <a:prstGeom xmlns:a="http://schemas.openxmlformats.org/drawingml/2006/main" prst="roundRect">
            <a:avLst>
              <a:gd name="adj" fmla="val 14815"/>
            </a:avLst>
          </a:prstGeom>
          <a:solidFill xmlns:a="http://schemas.openxmlformats.org/drawingml/2006/main">
            <a:srgbClr val="E4F7FA"/>
          </a:solidFill>
          <a:ln xmlns:a="http://schemas.openxmlformats.org/drawingml/2006/main" w="9525">
            <a:solidFill>
              <a:srgbClr val="C5E8ED"/>
            </a:solidFill>
            <a:prstDash val="solid"/>
          </a:ln>
        </p:spPr>
      </p:sp>
      <p:sp>
        <p:nvSpPr>
          <p:cNvPr id="28" name="s24-takeaway-text">
            <a:extLst xmlns:a="http://schemas.openxmlformats.org/drawingml/2006/main">
              <a:ext uri="{FF2B5EF4-FFF2-40B4-BE49-F238E27FC236}">
                <a16:creationId xmlns:a16="http://schemas.microsoft.com/office/drawing/2014/main" id="{281E7BCA-2BF2-4475-BCDB-3619E88B8390}"/>
              </a:ext>
            </a:extLst>
          </p:cNvPr>
          <p:cNvSpPr>
            <a:spLocks xmlns:a="http://schemas.openxmlformats.org/drawingml/2006/main" noGrp="1"/>
          </p:cNvSpPr>
          <p:nvPr/>
        </p:nvSpPr>
        <p:spPr>
          <a:xfrm xmlns:a="http://schemas.openxmlformats.org/drawingml/2006/main">
            <a:off x="819150" y="571500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Αρχή μηνύματος: ευθυγράμμιση.  Στη συνέχεια: μικρές διορθώσεις.</a:t>
            </a:r>
          </a:p>
        </p:txBody>
      </p:sp>
      <p:sp>
        <p:nvSpPr>
          <p:cNvPr id="29" name="s24-note">
            <a:extLst xmlns:a="http://schemas.openxmlformats.org/drawingml/2006/main">
              <a:ext uri="{FF2B5EF4-FFF2-40B4-BE49-F238E27FC236}">
                <a16:creationId xmlns:a16="http://schemas.microsoft.com/office/drawing/2014/main" id="{358B61B8-568F-4201-9B14-16A8F2A0288F}"/>
              </a:ext>
            </a:extLst>
          </p:cNvPr>
          <p:cNvSpPr>
            <a:spLocks xmlns:a="http://schemas.openxmlformats.org/drawingml/2006/main" noGrp="1"/>
          </p:cNvSpPr>
          <p:nvPr/>
        </p:nvSpPr>
        <p:spPr>
          <a:xfrm xmlns:a="http://schemas.openxmlformats.org/drawingml/2006/main">
            <a:off x="609600" y="6238875"/>
            <a:ext cx="10096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Στο κλασικό CAN, η ακμή αναφοράς είναι μετάβαση από 1 σε 0. Η διόρθωση έχει συγκεκριμένα όρια.</a:t>
            </a:r>
          </a:p>
        </p:txBody>
      </p:sp>
      <p:sp>
        <p:nvSpPr>
          <p:cNvPr id="30" name="s24-footer">
            <a:extLst xmlns:a="http://schemas.openxmlformats.org/drawingml/2006/main">
              <a:ext uri="{FF2B5EF4-FFF2-40B4-BE49-F238E27FC236}">
                <a16:creationId xmlns:a16="http://schemas.microsoft.com/office/drawing/2014/main" id="{1F85E766-3A4D-4A1D-ACA1-528A58E967C0}"/>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1" name="s24-page-number">
            <a:extLst xmlns:a="http://schemas.openxmlformats.org/drawingml/2006/main">
              <a:ext uri="{FF2B5EF4-FFF2-40B4-BE49-F238E27FC236}">
                <a16:creationId xmlns:a16="http://schemas.microsoft.com/office/drawing/2014/main" id="{F9EEA87A-D48D-4305-9820-BFA5DA3835E5}"/>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24</a:t>
            </a:r>
          </a:p>
        </p:txBody>
      </p:sp>
    </p:spTree>
    <p:extLst>
      <p:ext uri="{BB962C8B-B14F-4D97-AF65-F5344CB8AC3E}">
        <p14:creationId xmlns:p14="http://schemas.microsoft.com/office/powerpoint/2010/main" val="252460269"/>
      </p:ext>
    </p:extLst>
  </p:cSld>
</p:sld>
</file>

<file path=ppt/slides/slide25.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5" name="s25-kicker">
            <a:extLst xmlns:a="http://schemas.openxmlformats.org/drawingml/2006/main">
              <a:ext uri="{FF2B5EF4-FFF2-40B4-BE49-F238E27FC236}">
                <a16:creationId xmlns:a16="http://schemas.microsoft.com/office/drawing/2014/main" id="{12242BB7-88B3-4F0E-A00B-AC187BE3F4AC}"/>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5-title">
            <a:extLst xmlns:a="http://schemas.openxmlformats.org/drawingml/2006/main">
              <a:ext uri="{FF2B5EF4-FFF2-40B4-BE49-F238E27FC236}">
                <a16:creationId xmlns:a16="http://schemas.microsoft.com/office/drawing/2014/main" id="{1FD5E4FE-35B5-482E-AE52-85D421635724}"/>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101D31"/>
                </a:solidFill>
                <a:latin typeface="DejaVu Sans"/>
                <a:ea typeface="DejaVu Sans"/>
                <a:cs typeface="DejaVu Sans"/>
              </a:defRPr>
            </a:defPPr>
            <a:lvl1pPr algn="l">
              <a:defRPr sz="2400" b="1">
                <a:solidFill>
                  <a:srgbClr val="101D31"/>
                </a:solidFill>
                <a:latin typeface="DejaVu Sans"/>
                <a:ea typeface="DejaVu Sans"/>
                <a:cs typeface="DejaVu Sans"/>
              </a:defRPr>
            </a:lvl1pPr>
            <a:lvl2pPr algn="l">
              <a:defRPr sz="2400" b="1">
                <a:solidFill>
                  <a:srgbClr val="101D31"/>
                </a:solidFill>
                <a:latin typeface="DejaVu Sans"/>
                <a:ea typeface="DejaVu Sans"/>
                <a:cs typeface="DejaVu Sans"/>
              </a:defRPr>
            </a:lvl2pPr>
            <a:lvl3pPr algn="l">
              <a:defRPr sz="2400" b="1">
                <a:solidFill>
                  <a:srgbClr val="101D31"/>
                </a:solidFill>
                <a:latin typeface="DejaVu Sans"/>
                <a:ea typeface="DejaVu Sans"/>
                <a:cs typeface="DejaVu Sans"/>
              </a:defRPr>
            </a:lvl3pPr>
            <a:lvl4pPr algn="l">
              <a:defRPr sz="2400" b="1">
                <a:solidFill>
                  <a:srgbClr val="101D31"/>
                </a:solidFill>
                <a:latin typeface="DejaVu Sans"/>
                <a:ea typeface="DejaVu Sans"/>
                <a:cs typeface="DejaVu Sans"/>
              </a:defRPr>
            </a:lvl4pPr>
            <a:lvl5pPr algn="l">
              <a:defRPr sz="2400" b="1">
                <a:solidFill>
                  <a:srgbClr val="101D31"/>
                </a:solidFill>
                <a:latin typeface="DejaVu Sans"/>
                <a:ea typeface="DejaVu Sans"/>
                <a:cs typeface="DejaVu Sans"/>
              </a:defRPr>
            </a:lvl5pPr>
            <a:lvl6pPr algn="l">
              <a:defRPr sz="2400" b="1">
                <a:solidFill>
                  <a:srgbClr val="101D31"/>
                </a:solidFill>
                <a:latin typeface="DejaVu Sans"/>
                <a:ea typeface="DejaVu Sans"/>
                <a:cs typeface="DejaVu Sans"/>
              </a:defRPr>
            </a:lvl6pPr>
            <a:lvl7pPr algn="l">
              <a:defRPr sz="2400" b="1">
                <a:solidFill>
                  <a:srgbClr val="101D31"/>
                </a:solidFill>
                <a:latin typeface="DejaVu Sans"/>
                <a:ea typeface="DejaVu Sans"/>
                <a:cs typeface="DejaVu Sans"/>
              </a:defRPr>
            </a:lvl7pPr>
            <a:lvl8pPr algn="l">
              <a:defRPr sz="2400" b="1">
                <a:solidFill>
                  <a:srgbClr val="101D31"/>
                </a:solidFill>
                <a:latin typeface="DejaVu Sans"/>
                <a:ea typeface="DejaVu Sans"/>
                <a:cs typeface="DejaVu Sans"/>
              </a:defRPr>
            </a:lvl8pPr>
            <a:lvl9pPr algn="l">
              <a:defRPr sz="2400" b="1">
                <a:solidFill>
                  <a:srgbClr val="101D31"/>
                </a:solidFill>
                <a:latin typeface="DejaVu Sans"/>
                <a:ea typeface="DejaVu Sans"/>
                <a:cs typeface="DejaVu Sans"/>
              </a:defRPr>
            </a:lvl9pPr>
          </a:lstStyle>
          <a:p xmlns:a="http://schemas.openxmlformats.org/drawingml/2006/main">
            <a:pPr algn="l">
              <a:defRPr sz="2400" b="1">
                <a:solidFill>
                  <a:srgbClr val="101D31"/>
                </a:solidFill>
                <a:latin typeface="DejaVu Sans"/>
                <a:ea typeface="DejaVu Sans"/>
                <a:cs typeface="DejaVu Sans"/>
              </a:defRPr>
            </a:pPr>
            <a:r>
              <a:rPr sz="2400" b="1">
                <a:solidFill>
                  <a:srgbClr val="101D31"/>
                </a:solidFill>
                <a:latin typeface="DejaVu Sans"/>
                <a:ea typeface="DejaVu Sans"/>
                <a:cs typeface="DejaVu Sans"/>
              </a:rPr>
              <a:t>Μετά από πέντε ίδια bit, το CAN προσθέτει ένα αντίθετο</a:t>
            </a:r>
          </a:p>
        </p:txBody>
      </p:sp>
      <p:sp>
        <p:nvSpPr>
          <p:cNvPr id="3" name="s25-title-rule">
            <a:extLst xmlns:a="http://schemas.openxmlformats.org/drawingml/2006/main">
              <a:ext uri="{FF2B5EF4-FFF2-40B4-BE49-F238E27FC236}">
                <a16:creationId xmlns:a16="http://schemas.microsoft.com/office/drawing/2014/main" id="{B14F9496-A208-4422-837E-A92DE9045578}"/>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5-subtitle">
            <a:extLst xmlns:a="http://schemas.openxmlformats.org/drawingml/2006/main">
              <a:ext uri="{FF2B5EF4-FFF2-40B4-BE49-F238E27FC236}">
                <a16:creationId xmlns:a16="http://schemas.microsoft.com/office/drawing/2014/main" id="{995A4F96-BC89-4966-BD00-F2A98A2DB41E}"/>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Το επιπλέον bit δημιουργεί μια μετάβαση που βοηθά τους κόμβους να παραμένουν συγχρονισμένοι.</a:t>
            </a:r>
          </a:p>
        </p:txBody>
      </p:sp>
      <p:sp>
        <p:nvSpPr>
          <p:cNvPr id="5" name="s25-example-card">
            <a:extLst xmlns:a="http://schemas.openxmlformats.org/drawingml/2006/main">
              <a:ext uri="{FF2B5EF4-FFF2-40B4-BE49-F238E27FC236}">
                <a16:creationId xmlns:a16="http://schemas.microsoft.com/office/drawing/2014/main" id="{103B2518-1E74-4BC1-AD13-97EB60219E1A}"/>
              </a:ext>
            </a:extLst>
          </p:cNvPr>
          <p:cNvSpPr>
            <a:spLocks xmlns:a="http://schemas.openxmlformats.org/drawingml/2006/main" noGrp="1"/>
          </p:cNvSpPr>
          <p:nvPr/>
        </p:nvSpPr>
        <p:spPr>
          <a:xfrm xmlns:a="http://schemas.openxmlformats.org/drawingml/2006/main">
            <a:off x="609600" y="2247900"/>
            <a:ext cx="10972800" cy="3295650"/>
          </a:xfrm>
          <a:prstGeom xmlns:a="http://schemas.openxmlformats.org/drawingml/2006/main" prst="roundRect">
            <a:avLst>
              <a:gd name="adj" fmla="val 2312"/>
            </a:avLst>
          </a:prstGeom>
          <a:solidFill xmlns:a="http://schemas.openxmlformats.org/drawingml/2006/main">
            <a:srgbClr val="071426"/>
          </a:solidFill>
          <a:ln xmlns:a="http://schemas.openxmlformats.org/drawingml/2006/main" w="0">
            <a:noFill/>
            <a:prstDash val="solid"/>
          </a:ln>
        </p:spPr>
      </p:sp>
      <p:sp>
        <p:nvSpPr>
          <p:cNvPr id="6" name="s25-example-title">
            <a:extLst xmlns:a="http://schemas.openxmlformats.org/drawingml/2006/main">
              <a:ext uri="{FF2B5EF4-FFF2-40B4-BE49-F238E27FC236}">
                <a16:creationId xmlns:a16="http://schemas.microsoft.com/office/drawing/2014/main" id="{96050449-EC74-4E8C-990B-9B691FEFD287}"/>
              </a:ext>
            </a:extLst>
          </p:cNvPr>
          <p:cNvSpPr>
            <a:spLocks xmlns:a="http://schemas.openxmlformats.org/drawingml/2006/main" noGrp="1"/>
          </p:cNvSpPr>
          <p:nvPr/>
        </p:nvSpPr>
        <p:spPr>
          <a:xfrm xmlns:a="http://schemas.openxmlformats.org/drawingml/2006/main">
            <a:off x="895350" y="245745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10BFD9"/>
                </a:solidFill>
                <a:latin typeface="DejaVu Sans"/>
                <a:ea typeface="DejaVu Sans"/>
                <a:cs typeface="DejaVu Sans"/>
              </a:defRPr>
            </a:defPPr>
            <a:lvl1pPr algn="l">
              <a:defRPr sz="1125" b="1">
                <a:solidFill>
                  <a:srgbClr val="10BFD9"/>
                </a:solidFill>
                <a:latin typeface="DejaVu Sans"/>
                <a:ea typeface="DejaVu Sans"/>
                <a:cs typeface="DejaVu Sans"/>
              </a:defRPr>
            </a:lvl1pPr>
            <a:lvl2pPr algn="l">
              <a:defRPr sz="1125" b="1">
                <a:solidFill>
                  <a:srgbClr val="10BFD9"/>
                </a:solidFill>
                <a:latin typeface="DejaVu Sans"/>
                <a:ea typeface="DejaVu Sans"/>
                <a:cs typeface="DejaVu Sans"/>
              </a:defRPr>
            </a:lvl2pPr>
            <a:lvl3pPr algn="l">
              <a:defRPr sz="1125" b="1">
                <a:solidFill>
                  <a:srgbClr val="10BFD9"/>
                </a:solidFill>
                <a:latin typeface="DejaVu Sans"/>
                <a:ea typeface="DejaVu Sans"/>
                <a:cs typeface="DejaVu Sans"/>
              </a:defRPr>
            </a:lvl3pPr>
            <a:lvl4pPr algn="l">
              <a:defRPr sz="1125" b="1">
                <a:solidFill>
                  <a:srgbClr val="10BFD9"/>
                </a:solidFill>
                <a:latin typeface="DejaVu Sans"/>
                <a:ea typeface="DejaVu Sans"/>
                <a:cs typeface="DejaVu Sans"/>
              </a:defRPr>
            </a:lvl4pPr>
            <a:lvl5pPr algn="l">
              <a:defRPr sz="1125" b="1">
                <a:solidFill>
                  <a:srgbClr val="10BFD9"/>
                </a:solidFill>
                <a:latin typeface="DejaVu Sans"/>
                <a:ea typeface="DejaVu Sans"/>
                <a:cs typeface="DejaVu Sans"/>
              </a:defRPr>
            </a:lvl5pPr>
            <a:lvl6pPr algn="l">
              <a:defRPr sz="1125" b="1">
                <a:solidFill>
                  <a:srgbClr val="10BFD9"/>
                </a:solidFill>
                <a:latin typeface="DejaVu Sans"/>
                <a:ea typeface="DejaVu Sans"/>
                <a:cs typeface="DejaVu Sans"/>
              </a:defRPr>
            </a:lvl6pPr>
            <a:lvl7pPr algn="l">
              <a:defRPr sz="1125" b="1">
                <a:solidFill>
                  <a:srgbClr val="10BFD9"/>
                </a:solidFill>
                <a:latin typeface="DejaVu Sans"/>
                <a:ea typeface="DejaVu Sans"/>
                <a:cs typeface="DejaVu Sans"/>
              </a:defRPr>
            </a:lvl7pPr>
            <a:lvl8pPr algn="l">
              <a:defRPr sz="1125" b="1">
                <a:solidFill>
                  <a:srgbClr val="10BFD9"/>
                </a:solidFill>
                <a:latin typeface="DejaVu Sans"/>
                <a:ea typeface="DejaVu Sans"/>
                <a:cs typeface="DejaVu Sans"/>
              </a:defRPr>
            </a:lvl8pPr>
            <a:lvl9pPr algn="l">
              <a:defRPr sz="1125" b="1">
                <a:solidFill>
                  <a:srgbClr val="10BFD9"/>
                </a:solidFill>
                <a:latin typeface="DejaVu Sans"/>
                <a:ea typeface="DejaVu Sans"/>
                <a:cs typeface="DejaVu Sans"/>
              </a:defRPr>
            </a:lvl9pPr>
          </a:lstStyle>
          <a:p xmlns:a="http://schemas.openxmlformats.org/drawingml/2006/main">
            <a:pPr algn="l">
              <a:defRPr sz="1125" b="1">
                <a:solidFill>
                  <a:srgbClr val="10BFD9"/>
                </a:solidFill>
                <a:latin typeface="DejaVu Sans"/>
                <a:ea typeface="DejaVu Sans"/>
                <a:cs typeface="DejaVu Sans"/>
              </a:defRPr>
            </a:pPr>
            <a:r>
              <a:rPr sz="1125" b="1">
                <a:solidFill>
                  <a:srgbClr val="10BFD9"/>
                </a:solidFill>
                <a:latin typeface="DejaVu Sans"/>
                <a:ea typeface="DejaVu Sans"/>
                <a:cs typeface="DejaVu Sans"/>
              </a:rPr>
              <a:t>ΠΑΡΑΔΕΙΓΜΑ BIT STUFFING</a:t>
            </a:r>
          </a:p>
        </p:txBody>
      </p:sp>
      <p:sp>
        <p:nvSpPr>
          <p:cNvPr id="7" name="s25-data-label">
            <a:extLst xmlns:a="http://schemas.openxmlformats.org/drawingml/2006/main">
              <a:ext uri="{FF2B5EF4-FFF2-40B4-BE49-F238E27FC236}">
                <a16:creationId xmlns:a16="http://schemas.microsoft.com/office/drawing/2014/main" id="{5286255D-6029-494D-A878-922B93EE5D07}"/>
              </a:ext>
            </a:extLst>
          </p:cNvPr>
          <p:cNvSpPr>
            <a:spLocks xmlns:a="http://schemas.openxmlformats.org/drawingml/2006/main" noGrp="1"/>
          </p:cNvSpPr>
          <p:nvPr/>
        </p:nvSpPr>
        <p:spPr>
          <a:xfrm xmlns:a="http://schemas.openxmlformats.org/drawingml/2006/main">
            <a:off x="895350" y="3038475"/>
            <a:ext cx="1676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FFFF"/>
                </a:solidFill>
                <a:latin typeface="DejaVu Sans"/>
                <a:ea typeface="DejaVu Sans"/>
                <a:cs typeface="DejaVu Sans"/>
              </a:defRPr>
            </a:defPPr>
            <a:lvl1pPr algn="l">
              <a:defRPr sz="1275" b="1">
                <a:solidFill>
                  <a:srgbClr val="FFFFFF"/>
                </a:solidFill>
                <a:latin typeface="DejaVu Sans"/>
                <a:ea typeface="DejaVu Sans"/>
                <a:cs typeface="DejaVu Sans"/>
              </a:defRPr>
            </a:lvl1pPr>
            <a:lvl2pPr algn="l">
              <a:defRPr sz="1275" b="1">
                <a:solidFill>
                  <a:srgbClr val="FFFFFF"/>
                </a:solidFill>
                <a:latin typeface="DejaVu Sans"/>
                <a:ea typeface="DejaVu Sans"/>
                <a:cs typeface="DejaVu Sans"/>
              </a:defRPr>
            </a:lvl2pPr>
            <a:lvl3pPr algn="l">
              <a:defRPr sz="1275" b="1">
                <a:solidFill>
                  <a:srgbClr val="FFFFFF"/>
                </a:solidFill>
                <a:latin typeface="DejaVu Sans"/>
                <a:ea typeface="DejaVu Sans"/>
                <a:cs typeface="DejaVu Sans"/>
              </a:defRPr>
            </a:lvl3pPr>
            <a:lvl4pPr algn="l">
              <a:defRPr sz="1275" b="1">
                <a:solidFill>
                  <a:srgbClr val="FFFFFF"/>
                </a:solidFill>
                <a:latin typeface="DejaVu Sans"/>
                <a:ea typeface="DejaVu Sans"/>
                <a:cs typeface="DejaVu Sans"/>
              </a:defRPr>
            </a:lvl4pPr>
            <a:lvl5pPr algn="l">
              <a:defRPr sz="1275" b="1">
                <a:solidFill>
                  <a:srgbClr val="FFFFFF"/>
                </a:solidFill>
                <a:latin typeface="DejaVu Sans"/>
                <a:ea typeface="DejaVu Sans"/>
                <a:cs typeface="DejaVu Sans"/>
              </a:defRPr>
            </a:lvl5pPr>
            <a:lvl6pPr algn="l">
              <a:defRPr sz="1275" b="1">
                <a:solidFill>
                  <a:srgbClr val="FFFFFF"/>
                </a:solidFill>
                <a:latin typeface="DejaVu Sans"/>
                <a:ea typeface="DejaVu Sans"/>
                <a:cs typeface="DejaVu Sans"/>
              </a:defRPr>
            </a:lvl6pPr>
            <a:lvl7pPr algn="l">
              <a:defRPr sz="1275" b="1">
                <a:solidFill>
                  <a:srgbClr val="FFFFFF"/>
                </a:solidFill>
                <a:latin typeface="DejaVu Sans"/>
                <a:ea typeface="DejaVu Sans"/>
                <a:cs typeface="DejaVu Sans"/>
              </a:defRPr>
            </a:lvl7pPr>
            <a:lvl8pPr algn="l">
              <a:defRPr sz="1275" b="1">
                <a:solidFill>
                  <a:srgbClr val="FFFFFF"/>
                </a:solidFill>
                <a:latin typeface="DejaVu Sans"/>
                <a:ea typeface="DejaVu Sans"/>
                <a:cs typeface="DejaVu Sans"/>
              </a:defRPr>
            </a:lvl8pPr>
            <a:lvl9pPr algn="l">
              <a:defRPr sz="1275" b="1">
                <a:solidFill>
                  <a:srgbClr val="FFFFFF"/>
                </a:solidFill>
                <a:latin typeface="DejaVu Sans"/>
                <a:ea typeface="DejaVu Sans"/>
                <a:cs typeface="DejaVu Sans"/>
              </a:defRPr>
            </a:lvl9pPr>
          </a:lstStyle>
          <a:p xmlns:a="http://schemas.openxmlformats.org/drawingml/2006/main">
            <a:pPr algn="l">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Αρχικά</a:t>
            </a:r>
          </a:p>
          <a:p xmlns:a="http://schemas.openxmlformats.org/drawingml/2006/main">
            <a:pPr algn="l">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δεδομένα</a:t>
            </a:r>
          </a:p>
        </p:txBody>
      </p:sp>
      <p:sp>
        <p:nvSpPr>
          <p:cNvPr id="8" name="s25-wire-label">
            <a:extLst xmlns:a="http://schemas.openxmlformats.org/drawingml/2006/main">
              <a:ext uri="{FF2B5EF4-FFF2-40B4-BE49-F238E27FC236}">
                <a16:creationId xmlns:a16="http://schemas.microsoft.com/office/drawing/2014/main" id="{B3E1919D-3513-47B6-830B-45C2C8C1281E}"/>
              </a:ext>
            </a:extLst>
          </p:cNvPr>
          <p:cNvSpPr>
            <a:spLocks xmlns:a="http://schemas.openxmlformats.org/drawingml/2006/main" noGrp="1"/>
          </p:cNvSpPr>
          <p:nvPr/>
        </p:nvSpPr>
        <p:spPr>
          <a:xfrm xmlns:a="http://schemas.openxmlformats.org/drawingml/2006/main">
            <a:off x="895350" y="41338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FFFFFF"/>
                </a:solidFill>
                <a:latin typeface="DejaVu Sans"/>
                <a:ea typeface="DejaVu Sans"/>
                <a:cs typeface="DejaVu Sans"/>
              </a:defRPr>
            </a:defPPr>
            <a:lvl1pPr algn="l">
              <a:defRPr sz="1275" b="1">
                <a:solidFill>
                  <a:srgbClr val="FFFFFF"/>
                </a:solidFill>
                <a:latin typeface="DejaVu Sans"/>
                <a:ea typeface="DejaVu Sans"/>
                <a:cs typeface="DejaVu Sans"/>
              </a:defRPr>
            </a:lvl1pPr>
            <a:lvl2pPr algn="l">
              <a:defRPr sz="1275" b="1">
                <a:solidFill>
                  <a:srgbClr val="FFFFFF"/>
                </a:solidFill>
                <a:latin typeface="DejaVu Sans"/>
                <a:ea typeface="DejaVu Sans"/>
                <a:cs typeface="DejaVu Sans"/>
              </a:defRPr>
            </a:lvl2pPr>
            <a:lvl3pPr algn="l">
              <a:defRPr sz="1275" b="1">
                <a:solidFill>
                  <a:srgbClr val="FFFFFF"/>
                </a:solidFill>
                <a:latin typeface="DejaVu Sans"/>
                <a:ea typeface="DejaVu Sans"/>
                <a:cs typeface="DejaVu Sans"/>
              </a:defRPr>
            </a:lvl3pPr>
            <a:lvl4pPr algn="l">
              <a:defRPr sz="1275" b="1">
                <a:solidFill>
                  <a:srgbClr val="FFFFFF"/>
                </a:solidFill>
                <a:latin typeface="DejaVu Sans"/>
                <a:ea typeface="DejaVu Sans"/>
                <a:cs typeface="DejaVu Sans"/>
              </a:defRPr>
            </a:lvl4pPr>
            <a:lvl5pPr algn="l">
              <a:defRPr sz="1275" b="1">
                <a:solidFill>
                  <a:srgbClr val="FFFFFF"/>
                </a:solidFill>
                <a:latin typeface="DejaVu Sans"/>
                <a:ea typeface="DejaVu Sans"/>
                <a:cs typeface="DejaVu Sans"/>
              </a:defRPr>
            </a:lvl5pPr>
            <a:lvl6pPr algn="l">
              <a:defRPr sz="1275" b="1">
                <a:solidFill>
                  <a:srgbClr val="FFFFFF"/>
                </a:solidFill>
                <a:latin typeface="DejaVu Sans"/>
                <a:ea typeface="DejaVu Sans"/>
                <a:cs typeface="DejaVu Sans"/>
              </a:defRPr>
            </a:lvl6pPr>
            <a:lvl7pPr algn="l">
              <a:defRPr sz="1275" b="1">
                <a:solidFill>
                  <a:srgbClr val="FFFFFF"/>
                </a:solidFill>
                <a:latin typeface="DejaVu Sans"/>
                <a:ea typeface="DejaVu Sans"/>
                <a:cs typeface="DejaVu Sans"/>
              </a:defRPr>
            </a:lvl7pPr>
            <a:lvl8pPr algn="l">
              <a:defRPr sz="1275" b="1">
                <a:solidFill>
                  <a:srgbClr val="FFFFFF"/>
                </a:solidFill>
                <a:latin typeface="DejaVu Sans"/>
                <a:ea typeface="DejaVu Sans"/>
                <a:cs typeface="DejaVu Sans"/>
              </a:defRPr>
            </a:lvl8pPr>
            <a:lvl9pPr algn="l">
              <a:defRPr sz="1275" b="1">
                <a:solidFill>
                  <a:srgbClr val="FFFFFF"/>
                </a:solidFill>
                <a:latin typeface="DejaVu Sans"/>
                <a:ea typeface="DejaVu Sans"/>
                <a:cs typeface="DejaVu Sans"/>
              </a:defRPr>
            </a:lvl9pPr>
          </a:lstStyle>
          <a:p xmlns:a="http://schemas.openxmlformats.org/drawingml/2006/main">
            <a:pPr algn="l">
              <a:defRPr sz="1275" b="1">
                <a:solidFill>
                  <a:srgbClr val="FFFFFF"/>
                </a:solidFill>
                <a:latin typeface="DejaVu Sans"/>
                <a:ea typeface="DejaVu Sans"/>
                <a:cs typeface="DejaVu Sans"/>
              </a:defRPr>
            </a:pPr>
            <a:r>
              <a:rPr sz="1275" b="1">
                <a:solidFill>
                  <a:srgbClr val="FFFFFF"/>
                </a:solidFill>
                <a:latin typeface="DejaVu Sans"/>
                <a:ea typeface="DejaVu Sans"/>
                <a:cs typeface="DejaVu Sans"/>
              </a:rPr>
              <a:t>Στο CAN bus</a:t>
            </a:r>
          </a:p>
        </p:txBody>
      </p:sp>
      <p:sp>
        <p:nvSpPr>
          <p:cNvPr id="9" name="s25-original-cell-0">
            <a:extLst xmlns:a="http://schemas.openxmlformats.org/drawingml/2006/main">
              <a:ext uri="{FF2B5EF4-FFF2-40B4-BE49-F238E27FC236}">
                <a16:creationId xmlns:a16="http://schemas.microsoft.com/office/drawing/2014/main" id="{2D1BB903-9BE0-446D-8B46-BEAC22055CCC}"/>
              </a:ext>
            </a:extLst>
          </p:cNvPr>
          <p:cNvSpPr>
            <a:spLocks xmlns:a="http://schemas.openxmlformats.org/drawingml/2006/main" noGrp="1"/>
          </p:cNvSpPr>
          <p:nvPr/>
        </p:nvSpPr>
        <p:spPr>
          <a:xfrm xmlns:a="http://schemas.openxmlformats.org/drawingml/2006/main">
            <a:off x="287655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10" name="s25-original-bit-0">
            <a:extLst xmlns:a="http://schemas.openxmlformats.org/drawingml/2006/main">
              <a:ext uri="{FF2B5EF4-FFF2-40B4-BE49-F238E27FC236}">
                <a16:creationId xmlns:a16="http://schemas.microsoft.com/office/drawing/2014/main" id="{02BC3887-A690-44EA-AFD0-90AAD50DCFC5}"/>
              </a:ext>
            </a:extLst>
          </p:cNvPr>
          <p:cNvSpPr>
            <a:spLocks xmlns:a="http://schemas.openxmlformats.org/drawingml/2006/main" noGrp="1"/>
          </p:cNvSpPr>
          <p:nvPr/>
        </p:nvSpPr>
        <p:spPr>
          <a:xfrm xmlns:a="http://schemas.openxmlformats.org/drawingml/2006/main">
            <a:off x="287655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11" name="s25-original-cell-1">
            <a:extLst xmlns:a="http://schemas.openxmlformats.org/drawingml/2006/main">
              <a:ext uri="{FF2B5EF4-FFF2-40B4-BE49-F238E27FC236}">
                <a16:creationId xmlns:a16="http://schemas.microsoft.com/office/drawing/2014/main" id="{F19406B7-AA3E-462D-98DB-23FF4938F5CE}"/>
              </a:ext>
            </a:extLst>
          </p:cNvPr>
          <p:cNvSpPr>
            <a:spLocks xmlns:a="http://schemas.openxmlformats.org/drawingml/2006/main" noGrp="1"/>
          </p:cNvSpPr>
          <p:nvPr/>
        </p:nvSpPr>
        <p:spPr>
          <a:xfrm xmlns:a="http://schemas.openxmlformats.org/drawingml/2006/main">
            <a:off x="377190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12" name="s25-original-bit-1">
            <a:extLst xmlns:a="http://schemas.openxmlformats.org/drawingml/2006/main">
              <a:ext uri="{FF2B5EF4-FFF2-40B4-BE49-F238E27FC236}">
                <a16:creationId xmlns:a16="http://schemas.microsoft.com/office/drawing/2014/main" id="{3A6E339B-7F7E-4DA9-8D41-122D2F54853D}"/>
              </a:ext>
            </a:extLst>
          </p:cNvPr>
          <p:cNvSpPr>
            <a:spLocks xmlns:a="http://schemas.openxmlformats.org/drawingml/2006/main" noGrp="1"/>
          </p:cNvSpPr>
          <p:nvPr/>
        </p:nvSpPr>
        <p:spPr>
          <a:xfrm xmlns:a="http://schemas.openxmlformats.org/drawingml/2006/main">
            <a:off x="377190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13" name="s25-original-cell-2">
            <a:extLst xmlns:a="http://schemas.openxmlformats.org/drawingml/2006/main">
              <a:ext uri="{FF2B5EF4-FFF2-40B4-BE49-F238E27FC236}">
                <a16:creationId xmlns:a16="http://schemas.microsoft.com/office/drawing/2014/main" id="{0FE127EB-E452-40E5-AE05-DDF2113CF0D5}"/>
              </a:ext>
            </a:extLst>
          </p:cNvPr>
          <p:cNvSpPr>
            <a:spLocks xmlns:a="http://schemas.openxmlformats.org/drawingml/2006/main" noGrp="1"/>
          </p:cNvSpPr>
          <p:nvPr/>
        </p:nvSpPr>
        <p:spPr>
          <a:xfrm xmlns:a="http://schemas.openxmlformats.org/drawingml/2006/main">
            <a:off x="466725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14" name="s25-original-bit-2">
            <a:extLst xmlns:a="http://schemas.openxmlformats.org/drawingml/2006/main">
              <a:ext uri="{FF2B5EF4-FFF2-40B4-BE49-F238E27FC236}">
                <a16:creationId xmlns:a16="http://schemas.microsoft.com/office/drawing/2014/main" id="{EA3A619C-DECE-4ADE-A7FB-46EF1198B7B3}"/>
              </a:ext>
            </a:extLst>
          </p:cNvPr>
          <p:cNvSpPr>
            <a:spLocks xmlns:a="http://schemas.openxmlformats.org/drawingml/2006/main" noGrp="1"/>
          </p:cNvSpPr>
          <p:nvPr/>
        </p:nvSpPr>
        <p:spPr>
          <a:xfrm xmlns:a="http://schemas.openxmlformats.org/drawingml/2006/main">
            <a:off x="466725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15" name="s25-original-cell-3">
            <a:extLst xmlns:a="http://schemas.openxmlformats.org/drawingml/2006/main">
              <a:ext uri="{FF2B5EF4-FFF2-40B4-BE49-F238E27FC236}">
                <a16:creationId xmlns:a16="http://schemas.microsoft.com/office/drawing/2014/main" id="{A569B88E-5517-45F7-903E-1EAFB4CE2374}"/>
              </a:ext>
            </a:extLst>
          </p:cNvPr>
          <p:cNvSpPr>
            <a:spLocks xmlns:a="http://schemas.openxmlformats.org/drawingml/2006/main" noGrp="1"/>
          </p:cNvSpPr>
          <p:nvPr/>
        </p:nvSpPr>
        <p:spPr>
          <a:xfrm xmlns:a="http://schemas.openxmlformats.org/drawingml/2006/main">
            <a:off x="556260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16" name="s25-original-bit-3">
            <a:extLst xmlns:a="http://schemas.openxmlformats.org/drawingml/2006/main">
              <a:ext uri="{FF2B5EF4-FFF2-40B4-BE49-F238E27FC236}">
                <a16:creationId xmlns:a16="http://schemas.microsoft.com/office/drawing/2014/main" id="{A5FA0230-4BC1-42C6-AB00-B462B1EA60B9}"/>
              </a:ext>
            </a:extLst>
          </p:cNvPr>
          <p:cNvSpPr>
            <a:spLocks xmlns:a="http://schemas.openxmlformats.org/drawingml/2006/main" noGrp="1"/>
          </p:cNvSpPr>
          <p:nvPr/>
        </p:nvSpPr>
        <p:spPr>
          <a:xfrm xmlns:a="http://schemas.openxmlformats.org/drawingml/2006/main">
            <a:off x="556260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17" name="s25-original-cell-4">
            <a:extLst xmlns:a="http://schemas.openxmlformats.org/drawingml/2006/main">
              <a:ext uri="{FF2B5EF4-FFF2-40B4-BE49-F238E27FC236}">
                <a16:creationId xmlns:a16="http://schemas.microsoft.com/office/drawing/2014/main" id="{D363976F-5884-4C61-8DAB-BAE085B042F5}"/>
              </a:ext>
            </a:extLst>
          </p:cNvPr>
          <p:cNvSpPr>
            <a:spLocks xmlns:a="http://schemas.openxmlformats.org/drawingml/2006/main" noGrp="1"/>
          </p:cNvSpPr>
          <p:nvPr/>
        </p:nvSpPr>
        <p:spPr>
          <a:xfrm xmlns:a="http://schemas.openxmlformats.org/drawingml/2006/main">
            <a:off x="645795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18" name="s25-original-bit-4">
            <a:extLst xmlns:a="http://schemas.openxmlformats.org/drawingml/2006/main">
              <a:ext uri="{FF2B5EF4-FFF2-40B4-BE49-F238E27FC236}">
                <a16:creationId xmlns:a16="http://schemas.microsoft.com/office/drawing/2014/main" id="{C53E8818-FE97-4E20-BC85-61D59BDC83A8}"/>
              </a:ext>
            </a:extLst>
          </p:cNvPr>
          <p:cNvSpPr>
            <a:spLocks xmlns:a="http://schemas.openxmlformats.org/drawingml/2006/main" noGrp="1"/>
          </p:cNvSpPr>
          <p:nvPr/>
        </p:nvSpPr>
        <p:spPr>
          <a:xfrm xmlns:a="http://schemas.openxmlformats.org/drawingml/2006/main">
            <a:off x="645795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19" name="s25-original-cell-5">
            <a:extLst xmlns:a="http://schemas.openxmlformats.org/drawingml/2006/main">
              <a:ext uri="{FF2B5EF4-FFF2-40B4-BE49-F238E27FC236}">
                <a16:creationId xmlns:a16="http://schemas.microsoft.com/office/drawing/2014/main" id="{F127745F-207D-47A0-91AF-F5A2D5D25041}"/>
              </a:ext>
            </a:extLst>
          </p:cNvPr>
          <p:cNvSpPr>
            <a:spLocks xmlns:a="http://schemas.openxmlformats.org/drawingml/2006/main" noGrp="1"/>
          </p:cNvSpPr>
          <p:nvPr/>
        </p:nvSpPr>
        <p:spPr>
          <a:xfrm xmlns:a="http://schemas.openxmlformats.org/drawingml/2006/main">
            <a:off x="735330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20" name="s25-original-bit-5">
            <a:extLst xmlns:a="http://schemas.openxmlformats.org/drawingml/2006/main">
              <a:ext uri="{FF2B5EF4-FFF2-40B4-BE49-F238E27FC236}">
                <a16:creationId xmlns:a16="http://schemas.microsoft.com/office/drawing/2014/main" id="{FCEA94C4-A9DA-4CEC-AA61-47CD65BB1A96}"/>
              </a:ext>
            </a:extLst>
          </p:cNvPr>
          <p:cNvSpPr>
            <a:spLocks xmlns:a="http://schemas.openxmlformats.org/drawingml/2006/main" noGrp="1"/>
          </p:cNvSpPr>
          <p:nvPr/>
        </p:nvSpPr>
        <p:spPr>
          <a:xfrm xmlns:a="http://schemas.openxmlformats.org/drawingml/2006/main">
            <a:off x="735330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21" name="s25-original-cell-6">
            <a:extLst xmlns:a="http://schemas.openxmlformats.org/drawingml/2006/main">
              <a:ext uri="{FF2B5EF4-FFF2-40B4-BE49-F238E27FC236}">
                <a16:creationId xmlns:a16="http://schemas.microsoft.com/office/drawing/2014/main" id="{460E0CD4-39A9-4731-A0AD-97AEFBDD876D}"/>
              </a:ext>
            </a:extLst>
          </p:cNvPr>
          <p:cNvSpPr>
            <a:spLocks xmlns:a="http://schemas.openxmlformats.org/drawingml/2006/main" noGrp="1"/>
          </p:cNvSpPr>
          <p:nvPr/>
        </p:nvSpPr>
        <p:spPr>
          <a:xfrm xmlns:a="http://schemas.openxmlformats.org/drawingml/2006/main">
            <a:off x="8248650" y="3019425"/>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22" name="s25-original-bit-6">
            <a:extLst xmlns:a="http://schemas.openxmlformats.org/drawingml/2006/main">
              <a:ext uri="{FF2B5EF4-FFF2-40B4-BE49-F238E27FC236}">
                <a16:creationId xmlns:a16="http://schemas.microsoft.com/office/drawing/2014/main" id="{86EC011C-2520-4B4D-BA4F-EE82D3FE8133}"/>
              </a:ext>
            </a:extLst>
          </p:cNvPr>
          <p:cNvSpPr>
            <a:spLocks xmlns:a="http://schemas.openxmlformats.org/drawingml/2006/main" noGrp="1"/>
          </p:cNvSpPr>
          <p:nvPr/>
        </p:nvSpPr>
        <p:spPr>
          <a:xfrm xmlns:a="http://schemas.openxmlformats.org/drawingml/2006/main">
            <a:off x="8248650" y="3114675"/>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0</a:t>
            </a:r>
          </a:p>
        </p:txBody>
      </p:sp>
      <p:sp>
        <p:nvSpPr>
          <p:cNvPr id="23" name="s25-sent-cell-0">
            <a:extLst xmlns:a="http://schemas.openxmlformats.org/drawingml/2006/main">
              <a:ext uri="{FF2B5EF4-FFF2-40B4-BE49-F238E27FC236}">
                <a16:creationId xmlns:a16="http://schemas.microsoft.com/office/drawing/2014/main" id="{8E312995-6C76-4472-97BE-CB388B991CA1}"/>
              </a:ext>
            </a:extLst>
          </p:cNvPr>
          <p:cNvSpPr>
            <a:spLocks xmlns:a="http://schemas.openxmlformats.org/drawingml/2006/main" noGrp="1"/>
          </p:cNvSpPr>
          <p:nvPr/>
        </p:nvSpPr>
        <p:spPr>
          <a:xfrm xmlns:a="http://schemas.openxmlformats.org/drawingml/2006/main">
            <a:off x="287655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24" name="s25-sent-bit-0">
            <a:extLst xmlns:a="http://schemas.openxmlformats.org/drawingml/2006/main">
              <a:ext uri="{FF2B5EF4-FFF2-40B4-BE49-F238E27FC236}">
                <a16:creationId xmlns:a16="http://schemas.microsoft.com/office/drawing/2014/main" id="{849CD6DB-EADC-471B-BF12-013F146116E9}"/>
              </a:ext>
            </a:extLst>
          </p:cNvPr>
          <p:cNvSpPr>
            <a:spLocks xmlns:a="http://schemas.openxmlformats.org/drawingml/2006/main" noGrp="1"/>
          </p:cNvSpPr>
          <p:nvPr/>
        </p:nvSpPr>
        <p:spPr>
          <a:xfrm xmlns:a="http://schemas.openxmlformats.org/drawingml/2006/main">
            <a:off x="287655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25" name="s25-sent-cell-1">
            <a:extLst xmlns:a="http://schemas.openxmlformats.org/drawingml/2006/main">
              <a:ext uri="{FF2B5EF4-FFF2-40B4-BE49-F238E27FC236}">
                <a16:creationId xmlns:a16="http://schemas.microsoft.com/office/drawing/2014/main" id="{EB727F52-4CD1-4122-A7B8-2D115431513F}"/>
              </a:ext>
            </a:extLst>
          </p:cNvPr>
          <p:cNvSpPr>
            <a:spLocks xmlns:a="http://schemas.openxmlformats.org/drawingml/2006/main" noGrp="1"/>
          </p:cNvSpPr>
          <p:nvPr/>
        </p:nvSpPr>
        <p:spPr>
          <a:xfrm xmlns:a="http://schemas.openxmlformats.org/drawingml/2006/main">
            <a:off x="377190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26" name="s25-sent-bit-1">
            <a:extLst xmlns:a="http://schemas.openxmlformats.org/drawingml/2006/main">
              <a:ext uri="{FF2B5EF4-FFF2-40B4-BE49-F238E27FC236}">
                <a16:creationId xmlns:a16="http://schemas.microsoft.com/office/drawing/2014/main" id="{81D0E593-2D2D-49F7-9140-ED4F79A7FB8D}"/>
              </a:ext>
            </a:extLst>
          </p:cNvPr>
          <p:cNvSpPr>
            <a:spLocks xmlns:a="http://schemas.openxmlformats.org/drawingml/2006/main" noGrp="1"/>
          </p:cNvSpPr>
          <p:nvPr/>
        </p:nvSpPr>
        <p:spPr>
          <a:xfrm xmlns:a="http://schemas.openxmlformats.org/drawingml/2006/main">
            <a:off x="377190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27" name="s25-sent-cell-2">
            <a:extLst xmlns:a="http://schemas.openxmlformats.org/drawingml/2006/main">
              <a:ext uri="{FF2B5EF4-FFF2-40B4-BE49-F238E27FC236}">
                <a16:creationId xmlns:a16="http://schemas.microsoft.com/office/drawing/2014/main" id="{268D9051-5330-4B3A-8ADD-FB427B90CEE3}"/>
              </a:ext>
            </a:extLst>
          </p:cNvPr>
          <p:cNvSpPr>
            <a:spLocks xmlns:a="http://schemas.openxmlformats.org/drawingml/2006/main" noGrp="1"/>
          </p:cNvSpPr>
          <p:nvPr/>
        </p:nvSpPr>
        <p:spPr>
          <a:xfrm xmlns:a="http://schemas.openxmlformats.org/drawingml/2006/main">
            <a:off x="466725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28" name="s25-sent-bit-2">
            <a:extLst xmlns:a="http://schemas.openxmlformats.org/drawingml/2006/main">
              <a:ext uri="{FF2B5EF4-FFF2-40B4-BE49-F238E27FC236}">
                <a16:creationId xmlns:a16="http://schemas.microsoft.com/office/drawing/2014/main" id="{1FF9C699-04A9-490C-8B64-988B82869CF8}"/>
              </a:ext>
            </a:extLst>
          </p:cNvPr>
          <p:cNvSpPr>
            <a:spLocks xmlns:a="http://schemas.openxmlformats.org/drawingml/2006/main" noGrp="1"/>
          </p:cNvSpPr>
          <p:nvPr/>
        </p:nvSpPr>
        <p:spPr>
          <a:xfrm xmlns:a="http://schemas.openxmlformats.org/drawingml/2006/main">
            <a:off x="466725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29" name="s25-sent-cell-3">
            <a:extLst xmlns:a="http://schemas.openxmlformats.org/drawingml/2006/main">
              <a:ext uri="{FF2B5EF4-FFF2-40B4-BE49-F238E27FC236}">
                <a16:creationId xmlns:a16="http://schemas.microsoft.com/office/drawing/2014/main" id="{3EE38C9F-4137-4167-872C-548C9B130E64}"/>
              </a:ext>
            </a:extLst>
          </p:cNvPr>
          <p:cNvSpPr>
            <a:spLocks xmlns:a="http://schemas.openxmlformats.org/drawingml/2006/main" noGrp="1"/>
          </p:cNvSpPr>
          <p:nvPr/>
        </p:nvSpPr>
        <p:spPr>
          <a:xfrm xmlns:a="http://schemas.openxmlformats.org/drawingml/2006/main">
            <a:off x="556260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30" name="s25-sent-bit-3">
            <a:extLst xmlns:a="http://schemas.openxmlformats.org/drawingml/2006/main">
              <a:ext uri="{FF2B5EF4-FFF2-40B4-BE49-F238E27FC236}">
                <a16:creationId xmlns:a16="http://schemas.microsoft.com/office/drawing/2014/main" id="{97BC812B-1027-4716-A6AE-DE2E5B645201}"/>
              </a:ext>
            </a:extLst>
          </p:cNvPr>
          <p:cNvSpPr>
            <a:spLocks xmlns:a="http://schemas.openxmlformats.org/drawingml/2006/main" noGrp="1"/>
          </p:cNvSpPr>
          <p:nvPr/>
        </p:nvSpPr>
        <p:spPr>
          <a:xfrm xmlns:a="http://schemas.openxmlformats.org/drawingml/2006/main">
            <a:off x="556260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31" name="s25-sent-cell-4">
            <a:extLst xmlns:a="http://schemas.openxmlformats.org/drawingml/2006/main">
              <a:ext uri="{FF2B5EF4-FFF2-40B4-BE49-F238E27FC236}">
                <a16:creationId xmlns:a16="http://schemas.microsoft.com/office/drawing/2014/main" id="{B1FCFCE6-0F9D-4026-B127-46F9154CD135}"/>
              </a:ext>
            </a:extLst>
          </p:cNvPr>
          <p:cNvSpPr>
            <a:spLocks xmlns:a="http://schemas.openxmlformats.org/drawingml/2006/main" noGrp="1"/>
          </p:cNvSpPr>
          <p:nvPr/>
        </p:nvSpPr>
        <p:spPr>
          <a:xfrm xmlns:a="http://schemas.openxmlformats.org/drawingml/2006/main">
            <a:off x="645795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32" name="s25-sent-bit-4">
            <a:extLst xmlns:a="http://schemas.openxmlformats.org/drawingml/2006/main">
              <a:ext uri="{FF2B5EF4-FFF2-40B4-BE49-F238E27FC236}">
                <a16:creationId xmlns:a16="http://schemas.microsoft.com/office/drawing/2014/main" id="{0A2BC35A-51DD-471A-ABF2-5A5F2B7982D2}"/>
              </a:ext>
            </a:extLst>
          </p:cNvPr>
          <p:cNvSpPr>
            <a:spLocks xmlns:a="http://schemas.openxmlformats.org/drawingml/2006/main" noGrp="1"/>
          </p:cNvSpPr>
          <p:nvPr/>
        </p:nvSpPr>
        <p:spPr>
          <a:xfrm xmlns:a="http://schemas.openxmlformats.org/drawingml/2006/main">
            <a:off x="645795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33" name="s25-sent-cell-5">
            <a:extLst xmlns:a="http://schemas.openxmlformats.org/drawingml/2006/main">
              <a:ext uri="{FF2B5EF4-FFF2-40B4-BE49-F238E27FC236}">
                <a16:creationId xmlns:a16="http://schemas.microsoft.com/office/drawing/2014/main" id="{BABF1B36-B022-4A2A-A712-ED5DEB4479A6}"/>
              </a:ext>
            </a:extLst>
          </p:cNvPr>
          <p:cNvSpPr>
            <a:spLocks xmlns:a="http://schemas.openxmlformats.org/drawingml/2006/main" noGrp="1"/>
          </p:cNvSpPr>
          <p:nvPr/>
        </p:nvSpPr>
        <p:spPr>
          <a:xfrm xmlns:a="http://schemas.openxmlformats.org/drawingml/2006/main">
            <a:off x="7353300" y="4076700"/>
            <a:ext cx="781050" cy="628650"/>
          </a:xfrm>
          <a:prstGeom xmlns:a="http://schemas.openxmlformats.org/drawingml/2006/main" prst="roundRect">
            <a:avLst>
              <a:gd name="adj" fmla="val 12121"/>
            </a:avLst>
          </a:prstGeom>
          <a:solidFill xmlns:a="http://schemas.openxmlformats.org/drawingml/2006/main">
            <a:srgbClr val="F7B500"/>
          </a:solidFill>
          <a:ln xmlns:a="http://schemas.openxmlformats.org/drawingml/2006/main" w="11430">
            <a:solidFill>
              <a:srgbClr val="F4F8FC"/>
            </a:solidFill>
            <a:prstDash val="solid"/>
          </a:ln>
        </p:spPr>
      </p:sp>
      <p:sp>
        <p:nvSpPr>
          <p:cNvPr id="34" name="s25-sent-bit-5">
            <a:extLst xmlns:a="http://schemas.openxmlformats.org/drawingml/2006/main">
              <a:ext uri="{FF2B5EF4-FFF2-40B4-BE49-F238E27FC236}">
                <a16:creationId xmlns:a16="http://schemas.microsoft.com/office/drawing/2014/main" id="{C67D9637-39EA-4CB2-B525-7962125C391C}"/>
              </a:ext>
            </a:extLst>
          </p:cNvPr>
          <p:cNvSpPr>
            <a:spLocks xmlns:a="http://schemas.openxmlformats.org/drawingml/2006/main" noGrp="1"/>
          </p:cNvSpPr>
          <p:nvPr/>
        </p:nvSpPr>
        <p:spPr>
          <a:xfrm xmlns:a="http://schemas.openxmlformats.org/drawingml/2006/main">
            <a:off x="735330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1D31"/>
                </a:solidFill>
                <a:latin typeface="DejaVu Sans"/>
                <a:ea typeface="DejaVu Sans"/>
                <a:cs typeface="DejaVu Sans"/>
              </a:defRPr>
            </a:defPPr>
            <a:lvl1pPr algn="ctr">
              <a:defRPr sz="1425" b="1">
                <a:solidFill>
                  <a:srgbClr val="101D31"/>
                </a:solidFill>
                <a:latin typeface="DejaVu Sans"/>
                <a:ea typeface="DejaVu Sans"/>
                <a:cs typeface="DejaVu Sans"/>
              </a:defRPr>
            </a:lvl1pPr>
            <a:lvl2pPr algn="ctr">
              <a:defRPr sz="1425" b="1">
                <a:solidFill>
                  <a:srgbClr val="101D31"/>
                </a:solidFill>
                <a:latin typeface="DejaVu Sans"/>
                <a:ea typeface="DejaVu Sans"/>
                <a:cs typeface="DejaVu Sans"/>
              </a:defRPr>
            </a:lvl2pPr>
            <a:lvl3pPr algn="ctr">
              <a:defRPr sz="1425" b="1">
                <a:solidFill>
                  <a:srgbClr val="101D31"/>
                </a:solidFill>
                <a:latin typeface="DejaVu Sans"/>
                <a:ea typeface="DejaVu Sans"/>
                <a:cs typeface="DejaVu Sans"/>
              </a:defRPr>
            </a:lvl3pPr>
            <a:lvl4pPr algn="ctr">
              <a:defRPr sz="1425" b="1">
                <a:solidFill>
                  <a:srgbClr val="101D31"/>
                </a:solidFill>
                <a:latin typeface="DejaVu Sans"/>
                <a:ea typeface="DejaVu Sans"/>
                <a:cs typeface="DejaVu Sans"/>
              </a:defRPr>
            </a:lvl4pPr>
            <a:lvl5pPr algn="ctr">
              <a:defRPr sz="1425" b="1">
                <a:solidFill>
                  <a:srgbClr val="101D31"/>
                </a:solidFill>
                <a:latin typeface="DejaVu Sans"/>
                <a:ea typeface="DejaVu Sans"/>
                <a:cs typeface="DejaVu Sans"/>
              </a:defRPr>
            </a:lvl5pPr>
            <a:lvl6pPr algn="ctr">
              <a:defRPr sz="1425" b="1">
                <a:solidFill>
                  <a:srgbClr val="101D31"/>
                </a:solidFill>
                <a:latin typeface="DejaVu Sans"/>
                <a:ea typeface="DejaVu Sans"/>
                <a:cs typeface="DejaVu Sans"/>
              </a:defRPr>
            </a:lvl6pPr>
            <a:lvl7pPr algn="ctr">
              <a:defRPr sz="1425" b="1">
                <a:solidFill>
                  <a:srgbClr val="101D31"/>
                </a:solidFill>
                <a:latin typeface="DejaVu Sans"/>
                <a:ea typeface="DejaVu Sans"/>
                <a:cs typeface="DejaVu Sans"/>
              </a:defRPr>
            </a:lvl7pPr>
            <a:lvl8pPr algn="ctr">
              <a:defRPr sz="1425" b="1">
                <a:solidFill>
                  <a:srgbClr val="101D31"/>
                </a:solidFill>
                <a:latin typeface="DejaVu Sans"/>
                <a:ea typeface="DejaVu Sans"/>
                <a:cs typeface="DejaVu Sans"/>
              </a:defRPr>
            </a:lvl8pPr>
            <a:lvl9pPr algn="ctr">
              <a:defRPr sz="1425" b="1">
                <a:solidFill>
                  <a:srgbClr val="101D31"/>
                </a:solidFill>
                <a:latin typeface="DejaVu Sans"/>
                <a:ea typeface="DejaVu Sans"/>
                <a:cs typeface="DejaVu Sans"/>
              </a:defRPr>
            </a:lvl9pPr>
          </a:lstStyle>
          <a:p xmlns:a="http://schemas.openxmlformats.org/drawingml/2006/main">
            <a:pPr algn="ctr">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0*</a:t>
            </a:r>
          </a:p>
        </p:txBody>
      </p:sp>
      <p:sp>
        <p:nvSpPr>
          <p:cNvPr id="35" name="s25-sent-cell-6">
            <a:extLst xmlns:a="http://schemas.openxmlformats.org/drawingml/2006/main">
              <a:ext uri="{FF2B5EF4-FFF2-40B4-BE49-F238E27FC236}">
                <a16:creationId xmlns:a16="http://schemas.microsoft.com/office/drawing/2014/main" id="{DCDA9B10-CFAB-4724-9CD9-319AD128DB0A}"/>
              </a:ext>
            </a:extLst>
          </p:cNvPr>
          <p:cNvSpPr>
            <a:spLocks xmlns:a="http://schemas.openxmlformats.org/drawingml/2006/main" noGrp="1"/>
          </p:cNvSpPr>
          <p:nvPr/>
        </p:nvSpPr>
        <p:spPr>
          <a:xfrm xmlns:a="http://schemas.openxmlformats.org/drawingml/2006/main">
            <a:off x="824865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36" name="s25-sent-bit-6">
            <a:extLst xmlns:a="http://schemas.openxmlformats.org/drawingml/2006/main">
              <a:ext uri="{FF2B5EF4-FFF2-40B4-BE49-F238E27FC236}">
                <a16:creationId xmlns:a16="http://schemas.microsoft.com/office/drawing/2014/main" id="{BF9464EA-B4A5-4753-B04F-57BF24FAFF6F}"/>
              </a:ext>
            </a:extLst>
          </p:cNvPr>
          <p:cNvSpPr>
            <a:spLocks xmlns:a="http://schemas.openxmlformats.org/drawingml/2006/main" noGrp="1"/>
          </p:cNvSpPr>
          <p:nvPr/>
        </p:nvSpPr>
        <p:spPr>
          <a:xfrm xmlns:a="http://schemas.openxmlformats.org/drawingml/2006/main">
            <a:off x="824865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1</a:t>
            </a:r>
          </a:p>
        </p:txBody>
      </p:sp>
      <p:sp>
        <p:nvSpPr>
          <p:cNvPr id="37" name="s25-sent-cell-7">
            <a:extLst xmlns:a="http://schemas.openxmlformats.org/drawingml/2006/main">
              <a:ext uri="{FF2B5EF4-FFF2-40B4-BE49-F238E27FC236}">
                <a16:creationId xmlns:a16="http://schemas.microsoft.com/office/drawing/2014/main" id="{C2A57447-5203-43CA-AD32-5EF800685AC1}"/>
              </a:ext>
            </a:extLst>
          </p:cNvPr>
          <p:cNvSpPr>
            <a:spLocks xmlns:a="http://schemas.openxmlformats.org/drawingml/2006/main" noGrp="1"/>
          </p:cNvSpPr>
          <p:nvPr/>
        </p:nvSpPr>
        <p:spPr>
          <a:xfrm xmlns:a="http://schemas.openxmlformats.org/drawingml/2006/main">
            <a:off x="9144000" y="4076700"/>
            <a:ext cx="781050" cy="628650"/>
          </a:xfrm>
          <a:prstGeom xmlns:a="http://schemas.openxmlformats.org/drawingml/2006/main" prst="roundRect">
            <a:avLst>
              <a:gd name="adj" fmla="val 12121"/>
            </a:avLst>
          </a:prstGeom>
          <a:solidFill xmlns:a="http://schemas.openxmlformats.org/drawingml/2006/main">
            <a:srgbClr val="E2EDF7"/>
          </a:solidFill>
          <a:ln xmlns:a="http://schemas.openxmlformats.org/drawingml/2006/main" w="11430">
            <a:solidFill>
              <a:srgbClr val="F4F8FC"/>
            </a:solidFill>
            <a:prstDash val="solid"/>
          </a:ln>
        </p:spPr>
      </p:sp>
      <p:sp>
        <p:nvSpPr>
          <p:cNvPr id="38" name="s25-sent-bit-7">
            <a:extLst xmlns:a="http://schemas.openxmlformats.org/drawingml/2006/main">
              <a:ext uri="{FF2B5EF4-FFF2-40B4-BE49-F238E27FC236}">
                <a16:creationId xmlns:a16="http://schemas.microsoft.com/office/drawing/2014/main" id="{1C482570-EA7C-41AE-90E0-937093E6C34A}"/>
              </a:ext>
            </a:extLst>
          </p:cNvPr>
          <p:cNvSpPr>
            <a:spLocks xmlns:a="http://schemas.openxmlformats.org/drawingml/2006/main" noGrp="1"/>
          </p:cNvSpPr>
          <p:nvPr/>
        </p:nvSpPr>
        <p:spPr>
          <a:xfrm xmlns:a="http://schemas.openxmlformats.org/drawingml/2006/main">
            <a:off x="9144000" y="4171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01D31"/>
                </a:solidFill>
                <a:latin typeface="DejaVu Sans"/>
                <a:ea typeface="DejaVu Sans"/>
                <a:cs typeface="DejaVu Sans"/>
              </a:defRPr>
            </a:defPPr>
            <a:lvl1pPr algn="ctr">
              <a:defRPr sz="1650" b="1">
                <a:solidFill>
                  <a:srgbClr val="101D31"/>
                </a:solidFill>
                <a:latin typeface="DejaVu Sans"/>
                <a:ea typeface="DejaVu Sans"/>
                <a:cs typeface="DejaVu Sans"/>
              </a:defRPr>
            </a:lvl1pPr>
            <a:lvl2pPr algn="ctr">
              <a:defRPr sz="1650" b="1">
                <a:solidFill>
                  <a:srgbClr val="101D31"/>
                </a:solidFill>
                <a:latin typeface="DejaVu Sans"/>
                <a:ea typeface="DejaVu Sans"/>
                <a:cs typeface="DejaVu Sans"/>
              </a:defRPr>
            </a:lvl2pPr>
            <a:lvl3pPr algn="ctr">
              <a:defRPr sz="1650" b="1">
                <a:solidFill>
                  <a:srgbClr val="101D31"/>
                </a:solidFill>
                <a:latin typeface="DejaVu Sans"/>
                <a:ea typeface="DejaVu Sans"/>
                <a:cs typeface="DejaVu Sans"/>
              </a:defRPr>
            </a:lvl3pPr>
            <a:lvl4pPr algn="ctr">
              <a:defRPr sz="1650" b="1">
                <a:solidFill>
                  <a:srgbClr val="101D31"/>
                </a:solidFill>
                <a:latin typeface="DejaVu Sans"/>
                <a:ea typeface="DejaVu Sans"/>
                <a:cs typeface="DejaVu Sans"/>
              </a:defRPr>
            </a:lvl4pPr>
            <a:lvl5pPr algn="ctr">
              <a:defRPr sz="1650" b="1">
                <a:solidFill>
                  <a:srgbClr val="101D31"/>
                </a:solidFill>
                <a:latin typeface="DejaVu Sans"/>
                <a:ea typeface="DejaVu Sans"/>
                <a:cs typeface="DejaVu Sans"/>
              </a:defRPr>
            </a:lvl5pPr>
            <a:lvl6pPr algn="ctr">
              <a:defRPr sz="1650" b="1">
                <a:solidFill>
                  <a:srgbClr val="101D31"/>
                </a:solidFill>
                <a:latin typeface="DejaVu Sans"/>
                <a:ea typeface="DejaVu Sans"/>
                <a:cs typeface="DejaVu Sans"/>
              </a:defRPr>
            </a:lvl6pPr>
            <a:lvl7pPr algn="ctr">
              <a:defRPr sz="1650" b="1">
                <a:solidFill>
                  <a:srgbClr val="101D31"/>
                </a:solidFill>
                <a:latin typeface="DejaVu Sans"/>
                <a:ea typeface="DejaVu Sans"/>
                <a:cs typeface="DejaVu Sans"/>
              </a:defRPr>
            </a:lvl7pPr>
            <a:lvl8pPr algn="ctr">
              <a:defRPr sz="1650" b="1">
                <a:solidFill>
                  <a:srgbClr val="101D31"/>
                </a:solidFill>
                <a:latin typeface="DejaVu Sans"/>
                <a:ea typeface="DejaVu Sans"/>
                <a:cs typeface="DejaVu Sans"/>
              </a:defRPr>
            </a:lvl8pPr>
            <a:lvl9pPr algn="ctr">
              <a:defRPr sz="1650" b="1">
                <a:solidFill>
                  <a:srgbClr val="101D31"/>
                </a:solidFill>
                <a:latin typeface="DejaVu Sans"/>
                <a:ea typeface="DejaVu Sans"/>
                <a:cs typeface="DejaVu Sans"/>
              </a:defRPr>
            </a:lvl9pPr>
          </a:lstStyle>
          <a:p xmlns:a="http://schemas.openxmlformats.org/drawingml/2006/main">
            <a:pPr algn="ctr">
              <a:defRPr sz="1650" b="1">
                <a:solidFill>
                  <a:srgbClr val="101D31"/>
                </a:solidFill>
                <a:latin typeface="DejaVu Sans"/>
                <a:ea typeface="DejaVu Sans"/>
                <a:cs typeface="DejaVu Sans"/>
              </a:defRPr>
            </a:pPr>
            <a:r>
              <a:rPr sz="1650" b="1">
                <a:solidFill>
                  <a:srgbClr val="101D31"/>
                </a:solidFill>
                <a:latin typeface="DejaVu Sans"/>
                <a:ea typeface="DejaVu Sans"/>
                <a:cs typeface="DejaVu Sans"/>
              </a:rPr>
              <a:t>0</a:t>
            </a:r>
          </a:p>
        </p:txBody>
      </p:sp>
      <p:sp>
        <p:nvSpPr>
          <p:cNvPr id="39" name="s25-stuff-label">
            <a:extLst xmlns:a="http://schemas.openxmlformats.org/drawingml/2006/main">
              <a:ext uri="{FF2B5EF4-FFF2-40B4-BE49-F238E27FC236}">
                <a16:creationId xmlns:a16="http://schemas.microsoft.com/office/drawing/2014/main" id="{D07E0DB9-C094-4DDA-9D6D-D6E8CC41DABE}"/>
              </a:ext>
            </a:extLst>
          </p:cNvPr>
          <p:cNvSpPr>
            <a:spLocks xmlns:a="http://schemas.openxmlformats.org/drawingml/2006/main" noGrp="1"/>
          </p:cNvSpPr>
          <p:nvPr/>
        </p:nvSpPr>
        <p:spPr>
          <a:xfrm xmlns:a="http://schemas.openxmlformats.org/drawingml/2006/main">
            <a:off x="6686550" y="4772025"/>
            <a:ext cx="2143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F7B500"/>
                </a:solidFill>
                <a:latin typeface="DejaVu Sans"/>
                <a:ea typeface="DejaVu Sans"/>
                <a:cs typeface="DejaVu Sans"/>
              </a:defRPr>
            </a:defPPr>
            <a:lvl1pPr algn="ctr">
              <a:defRPr sz="975" b="1">
                <a:solidFill>
                  <a:srgbClr val="F7B500"/>
                </a:solidFill>
                <a:latin typeface="DejaVu Sans"/>
                <a:ea typeface="DejaVu Sans"/>
                <a:cs typeface="DejaVu Sans"/>
              </a:defRPr>
            </a:lvl1pPr>
            <a:lvl2pPr algn="ctr">
              <a:defRPr sz="975" b="1">
                <a:solidFill>
                  <a:srgbClr val="F7B500"/>
                </a:solidFill>
                <a:latin typeface="DejaVu Sans"/>
                <a:ea typeface="DejaVu Sans"/>
                <a:cs typeface="DejaVu Sans"/>
              </a:defRPr>
            </a:lvl2pPr>
            <a:lvl3pPr algn="ctr">
              <a:defRPr sz="975" b="1">
                <a:solidFill>
                  <a:srgbClr val="F7B500"/>
                </a:solidFill>
                <a:latin typeface="DejaVu Sans"/>
                <a:ea typeface="DejaVu Sans"/>
                <a:cs typeface="DejaVu Sans"/>
              </a:defRPr>
            </a:lvl3pPr>
            <a:lvl4pPr algn="ctr">
              <a:defRPr sz="975" b="1">
                <a:solidFill>
                  <a:srgbClr val="F7B500"/>
                </a:solidFill>
                <a:latin typeface="DejaVu Sans"/>
                <a:ea typeface="DejaVu Sans"/>
                <a:cs typeface="DejaVu Sans"/>
              </a:defRPr>
            </a:lvl4pPr>
            <a:lvl5pPr algn="ctr">
              <a:defRPr sz="975" b="1">
                <a:solidFill>
                  <a:srgbClr val="F7B500"/>
                </a:solidFill>
                <a:latin typeface="DejaVu Sans"/>
                <a:ea typeface="DejaVu Sans"/>
                <a:cs typeface="DejaVu Sans"/>
              </a:defRPr>
            </a:lvl5pPr>
            <a:lvl6pPr algn="ctr">
              <a:defRPr sz="975" b="1">
                <a:solidFill>
                  <a:srgbClr val="F7B500"/>
                </a:solidFill>
                <a:latin typeface="DejaVu Sans"/>
                <a:ea typeface="DejaVu Sans"/>
                <a:cs typeface="DejaVu Sans"/>
              </a:defRPr>
            </a:lvl6pPr>
            <a:lvl7pPr algn="ctr">
              <a:defRPr sz="975" b="1">
                <a:solidFill>
                  <a:srgbClr val="F7B500"/>
                </a:solidFill>
                <a:latin typeface="DejaVu Sans"/>
                <a:ea typeface="DejaVu Sans"/>
                <a:cs typeface="DejaVu Sans"/>
              </a:defRPr>
            </a:lvl7pPr>
            <a:lvl8pPr algn="ctr">
              <a:defRPr sz="975" b="1">
                <a:solidFill>
                  <a:srgbClr val="F7B500"/>
                </a:solidFill>
                <a:latin typeface="DejaVu Sans"/>
                <a:ea typeface="DejaVu Sans"/>
                <a:cs typeface="DejaVu Sans"/>
              </a:defRPr>
            </a:lvl8pPr>
            <a:lvl9pPr algn="ctr">
              <a:defRPr sz="975" b="1">
                <a:solidFill>
                  <a:srgbClr val="F7B500"/>
                </a:solidFill>
                <a:latin typeface="DejaVu Sans"/>
                <a:ea typeface="DejaVu Sans"/>
                <a:cs typeface="DejaVu Sans"/>
              </a:defRPr>
            </a:lvl9pPr>
          </a:lstStyle>
          <a:p xmlns:a="http://schemas.openxmlformats.org/drawingml/2006/main">
            <a:pPr algn="ctr">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0* = bit που προστέθηκε</a:t>
            </a:r>
          </a:p>
        </p:txBody>
      </p:sp>
      <p:sp>
        <p:nvSpPr>
          <p:cNvPr id="40" name="s25-takeaway">
            <a:extLst xmlns:a="http://schemas.openxmlformats.org/drawingml/2006/main">
              <a:ext uri="{FF2B5EF4-FFF2-40B4-BE49-F238E27FC236}">
                <a16:creationId xmlns:a16="http://schemas.microsoft.com/office/drawing/2014/main" id="{16F155DC-5333-4EC0-9274-5FBFAB504190}"/>
              </a:ext>
            </a:extLst>
          </p:cNvPr>
          <p:cNvSpPr>
            <a:spLocks xmlns:a="http://schemas.openxmlformats.org/drawingml/2006/main" noGrp="1"/>
          </p:cNvSpPr>
          <p:nvPr/>
        </p:nvSpPr>
        <p:spPr>
          <a:xfrm xmlns:a="http://schemas.openxmlformats.org/drawingml/2006/main">
            <a:off x="609600" y="5753100"/>
            <a:ext cx="10972800" cy="457200"/>
          </a:xfrm>
          <a:prstGeom xmlns:a="http://schemas.openxmlformats.org/drawingml/2006/main" prst="roundRect">
            <a:avLst>
              <a:gd name="adj" fmla="val 16667"/>
            </a:avLst>
          </a:prstGeom>
          <a:solidFill xmlns:a="http://schemas.openxmlformats.org/drawingml/2006/main">
            <a:srgbClr val="E4F7FA"/>
          </a:solidFill>
          <a:ln xmlns:a="http://schemas.openxmlformats.org/drawingml/2006/main" w="9525">
            <a:solidFill>
              <a:srgbClr val="C5E8ED"/>
            </a:solidFill>
            <a:prstDash val="solid"/>
          </a:ln>
        </p:spPr>
      </p:sp>
      <p:sp>
        <p:nvSpPr>
          <p:cNvPr id="41" name="s25-takeaway-text">
            <a:extLst xmlns:a="http://schemas.openxmlformats.org/drawingml/2006/main">
              <a:ext uri="{FF2B5EF4-FFF2-40B4-BE49-F238E27FC236}">
                <a16:creationId xmlns:a16="http://schemas.microsoft.com/office/drawing/2014/main" id="{ABEB2FF5-9962-4EFA-860C-80CF1E00FE10}"/>
              </a:ext>
            </a:extLst>
          </p:cNvPr>
          <p:cNvSpPr>
            <a:spLocks xmlns:a="http://schemas.openxmlformats.org/drawingml/2006/main" noGrp="1"/>
          </p:cNvSpPr>
          <p:nvPr/>
        </p:nvSpPr>
        <p:spPr>
          <a:xfrm xmlns:a="http://schemas.openxmlformats.org/drawingml/2006/main">
            <a:off x="819150" y="5800725"/>
            <a:ext cx="10553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Ο δέκτης αφαιρεί το επιπλέον bit και ανακτά τα αρχικά δεδομένα.</a:t>
            </a:r>
          </a:p>
        </p:txBody>
      </p:sp>
      <p:sp>
        <p:nvSpPr>
          <p:cNvPr id="42" name="s25-note">
            <a:extLst xmlns:a="http://schemas.openxmlformats.org/drawingml/2006/main">
              <a:ext uri="{FF2B5EF4-FFF2-40B4-BE49-F238E27FC236}">
                <a16:creationId xmlns:a16="http://schemas.microsoft.com/office/drawing/2014/main" id="{227429B3-1825-4905-BACD-F85015D6CE01}"/>
              </a:ext>
            </a:extLst>
          </p:cNvPr>
          <p:cNvSpPr>
            <a:spLocks xmlns:a="http://schemas.openxmlformats.org/drawingml/2006/main" noGrp="1"/>
          </p:cNvSpPr>
          <p:nvPr/>
        </p:nvSpPr>
        <p:spPr>
          <a:xfrm xmlns:a="http://schemas.openxmlformats.org/drawingml/2006/main">
            <a:off x="609600" y="6286500"/>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Απλό παράδειγμα bit stuffing στο κλασικό CAN.</a:t>
            </a:r>
          </a:p>
        </p:txBody>
      </p:sp>
      <p:sp>
        <p:nvSpPr>
          <p:cNvPr id="43" name="s25-footer">
            <a:extLst xmlns:a="http://schemas.openxmlformats.org/drawingml/2006/main">
              <a:ext uri="{FF2B5EF4-FFF2-40B4-BE49-F238E27FC236}">
                <a16:creationId xmlns:a16="http://schemas.microsoft.com/office/drawing/2014/main" id="{FB4B6B04-3B96-48C0-BECA-16AFCC773B69}"/>
              </a:ext>
            </a:extLst>
          </p:cNvPr>
          <p:cNvSpPr>
            <a:spLocks xmlns:a="http://schemas.openxmlformats.org/drawingml/2006/main" noGrp="1"/>
          </p:cNvSpPr>
          <p:nvPr/>
        </p:nvSpPr>
        <p:spPr>
          <a:xfrm xmlns:a="http://schemas.openxmlformats.org/drawingml/2006/main">
            <a:off x="609600" y="65151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44" name="s25-page-number">
            <a:extLst xmlns:a="http://schemas.openxmlformats.org/drawingml/2006/main">
              <a:ext uri="{FF2B5EF4-FFF2-40B4-BE49-F238E27FC236}">
                <a16:creationId xmlns:a16="http://schemas.microsoft.com/office/drawing/2014/main" id="{3C0CE37A-7DA4-4AB8-AF01-FC3F49C8F244}"/>
              </a:ext>
            </a:extLst>
          </p:cNvPr>
          <p:cNvSpPr>
            <a:spLocks xmlns:a="http://schemas.openxmlformats.org/drawingml/2006/main" noGrp="1"/>
          </p:cNvSpPr>
          <p:nvPr/>
        </p:nvSpPr>
        <p:spPr>
          <a:xfrm xmlns:a="http://schemas.openxmlformats.org/drawingml/2006/main">
            <a:off x="11334750" y="64770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25</a:t>
            </a:r>
          </a:p>
        </p:txBody>
      </p:sp>
    </p:spTree>
    <p:extLst>
      <p:ext uri="{BB962C8B-B14F-4D97-AF65-F5344CB8AC3E}">
        <p14:creationId xmlns:p14="http://schemas.microsoft.com/office/powerpoint/2010/main" val="1219792867"/>
      </p:ext>
    </p:extLst>
  </p:cSld>
</p:sld>
</file>

<file path=ppt/slides/slide26.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8" name="s26-kicker">
            <a:extLst xmlns:a="http://schemas.openxmlformats.org/drawingml/2006/main">
              <a:ext uri="{FF2B5EF4-FFF2-40B4-BE49-F238E27FC236}">
                <a16:creationId xmlns:a16="http://schemas.microsoft.com/office/drawing/2014/main" id="{C3252F71-D157-4A74-A72C-EC3E2FB8265C}"/>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6-title">
            <a:extLst xmlns:a="http://schemas.openxmlformats.org/drawingml/2006/main">
              <a:ext uri="{FF2B5EF4-FFF2-40B4-BE49-F238E27FC236}">
                <a16:creationId xmlns:a16="http://schemas.microsoft.com/office/drawing/2014/main" id="{E772B7A6-CF36-4706-912C-929930D45BE9}"/>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101D31"/>
                </a:solidFill>
                <a:latin typeface="DejaVu Sans"/>
                <a:ea typeface="DejaVu Sans"/>
                <a:cs typeface="DejaVu Sans"/>
              </a:defRPr>
            </a:defPPr>
            <a:lvl1pPr algn="l">
              <a:defRPr sz="2625" b="1">
                <a:solidFill>
                  <a:srgbClr val="101D31"/>
                </a:solidFill>
                <a:latin typeface="DejaVu Sans"/>
                <a:ea typeface="DejaVu Sans"/>
                <a:cs typeface="DejaVu Sans"/>
              </a:defRPr>
            </a:lvl1pPr>
            <a:lvl2pPr algn="l">
              <a:defRPr sz="2625" b="1">
                <a:solidFill>
                  <a:srgbClr val="101D31"/>
                </a:solidFill>
                <a:latin typeface="DejaVu Sans"/>
                <a:ea typeface="DejaVu Sans"/>
                <a:cs typeface="DejaVu Sans"/>
              </a:defRPr>
            </a:lvl2pPr>
            <a:lvl3pPr algn="l">
              <a:defRPr sz="2625" b="1">
                <a:solidFill>
                  <a:srgbClr val="101D31"/>
                </a:solidFill>
                <a:latin typeface="DejaVu Sans"/>
                <a:ea typeface="DejaVu Sans"/>
                <a:cs typeface="DejaVu Sans"/>
              </a:defRPr>
            </a:lvl3pPr>
            <a:lvl4pPr algn="l">
              <a:defRPr sz="2625" b="1">
                <a:solidFill>
                  <a:srgbClr val="101D31"/>
                </a:solidFill>
                <a:latin typeface="DejaVu Sans"/>
                <a:ea typeface="DejaVu Sans"/>
                <a:cs typeface="DejaVu Sans"/>
              </a:defRPr>
            </a:lvl4pPr>
            <a:lvl5pPr algn="l">
              <a:defRPr sz="2625" b="1">
                <a:solidFill>
                  <a:srgbClr val="101D31"/>
                </a:solidFill>
                <a:latin typeface="DejaVu Sans"/>
                <a:ea typeface="DejaVu Sans"/>
                <a:cs typeface="DejaVu Sans"/>
              </a:defRPr>
            </a:lvl5pPr>
            <a:lvl6pPr algn="l">
              <a:defRPr sz="2625" b="1">
                <a:solidFill>
                  <a:srgbClr val="101D31"/>
                </a:solidFill>
                <a:latin typeface="DejaVu Sans"/>
                <a:ea typeface="DejaVu Sans"/>
                <a:cs typeface="DejaVu Sans"/>
              </a:defRPr>
            </a:lvl6pPr>
            <a:lvl7pPr algn="l">
              <a:defRPr sz="2625" b="1">
                <a:solidFill>
                  <a:srgbClr val="101D31"/>
                </a:solidFill>
                <a:latin typeface="DejaVu Sans"/>
                <a:ea typeface="DejaVu Sans"/>
                <a:cs typeface="DejaVu Sans"/>
              </a:defRPr>
            </a:lvl7pPr>
            <a:lvl8pPr algn="l">
              <a:defRPr sz="2625" b="1">
                <a:solidFill>
                  <a:srgbClr val="101D31"/>
                </a:solidFill>
                <a:latin typeface="DejaVu Sans"/>
                <a:ea typeface="DejaVu Sans"/>
                <a:cs typeface="DejaVu Sans"/>
              </a:defRPr>
            </a:lvl8pPr>
            <a:lvl9pPr algn="l">
              <a:defRPr sz="2625" b="1">
                <a:solidFill>
                  <a:srgbClr val="101D31"/>
                </a:solidFill>
                <a:latin typeface="DejaVu Sans"/>
                <a:ea typeface="DejaVu Sans"/>
                <a:cs typeface="DejaVu Sans"/>
              </a:defRPr>
            </a:lvl9pPr>
          </a:lstStyle>
          <a:p xmlns:a="http://schemas.openxmlformats.org/drawingml/2006/main">
            <a:pPr algn="l">
              <a:defRPr sz="2625" b="1">
                <a:solidFill>
                  <a:srgbClr val="101D31"/>
                </a:solidFill>
                <a:latin typeface="DejaVu Sans"/>
                <a:ea typeface="DejaVu Sans"/>
                <a:cs typeface="DejaVu Sans"/>
              </a:defRPr>
            </a:pPr>
            <a:r>
              <a:rPr sz="2625" b="1">
                <a:solidFill>
                  <a:srgbClr val="101D31"/>
                </a:solidFill>
                <a:latin typeface="DejaVu Sans"/>
                <a:ea typeface="DejaVu Sans"/>
                <a:cs typeface="DejaVu Sans"/>
              </a:rPr>
              <a:t>Κυρίαρχη και υποχωρητική κατάσταση στο CAN</a:t>
            </a:r>
          </a:p>
        </p:txBody>
      </p:sp>
      <p:sp>
        <p:nvSpPr>
          <p:cNvPr id="3" name="s26-title-rule">
            <a:extLst xmlns:a="http://schemas.openxmlformats.org/drawingml/2006/main">
              <a:ext uri="{FF2B5EF4-FFF2-40B4-BE49-F238E27FC236}">
                <a16:creationId xmlns:a16="http://schemas.microsoft.com/office/drawing/2014/main" id="{CBDB2B82-6763-42AC-B1C3-9F132352CC05}"/>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6-subtitle">
            <a:extLst xmlns:a="http://schemas.openxmlformats.org/drawingml/2006/main">
              <a:ext uri="{FF2B5EF4-FFF2-40B4-BE49-F238E27FC236}">
                <a16:creationId xmlns:a16="http://schemas.microsoft.com/office/drawing/2014/main" id="{A1318D48-0D6B-4384-93A8-7449603F841C}"/>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3657A"/>
                </a:solidFill>
                <a:latin typeface="DejaVu Sans"/>
                <a:ea typeface="DejaVu Sans"/>
                <a:cs typeface="DejaVu Sans"/>
              </a:defRPr>
            </a:defPPr>
            <a:lvl1pPr algn="l">
              <a:defRPr sz="1275" b="0">
                <a:solidFill>
                  <a:srgbClr val="53657A"/>
                </a:solidFill>
                <a:latin typeface="DejaVu Sans"/>
                <a:ea typeface="DejaVu Sans"/>
                <a:cs typeface="DejaVu Sans"/>
              </a:defRPr>
            </a:lvl1pPr>
            <a:lvl2pPr algn="l">
              <a:defRPr sz="1275" b="0">
                <a:solidFill>
                  <a:srgbClr val="53657A"/>
                </a:solidFill>
                <a:latin typeface="DejaVu Sans"/>
                <a:ea typeface="DejaVu Sans"/>
                <a:cs typeface="DejaVu Sans"/>
              </a:defRPr>
            </a:lvl2pPr>
            <a:lvl3pPr algn="l">
              <a:defRPr sz="1275" b="0">
                <a:solidFill>
                  <a:srgbClr val="53657A"/>
                </a:solidFill>
                <a:latin typeface="DejaVu Sans"/>
                <a:ea typeface="DejaVu Sans"/>
                <a:cs typeface="DejaVu Sans"/>
              </a:defRPr>
            </a:lvl3pPr>
            <a:lvl4pPr algn="l">
              <a:defRPr sz="1275" b="0">
                <a:solidFill>
                  <a:srgbClr val="53657A"/>
                </a:solidFill>
                <a:latin typeface="DejaVu Sans"/>
                <a:ea typeface="DejaVu Sans"/>
                <a:cs typeface="DejaVu Sans"/>
              </a:defRPr>
            </a:lvl4pPr>
            <a:lvl5pPr algn="l">
              <a:defRPr sz="1275" b="0">
                <a:solidFill>
                  <a:srgbClr val="53657A"/>
                </a:solidFill>
                <a:latin typeface="DejaVu Sans"/>
                <a:ea typeface="DejaVu Sans"/>
                <a:cs typeface="DejaVu Sans"/>
              </a:defRPr>
            </a:lvl5pPr>
            <a:lvl6pPr algn="l">
              <a:defRPr sz="1275" b="0">
                <a:solidFill>
                  <a:srgbClr val="53657A"/>
                </a:solidFill>
                <a:latin typeface="DejaVu Sans"/>
                <a:ea typeface="DejaVu Sans"/>
                <a:cs typeface="DejaVu Sans"/>
              </a:defRPr>
            </a:lvl6pPr>
            <a:lvl7pPr algn="l">
              <a:defRPr sz="1275" b="0">
                <a:solidFill>
                  <a:srgbClr val="53657A"/>
                </a:solidFill>
                <a:latin typeface="DejaVu Sans"/>
                <a:ea typeface="DejaVu Sans"/>
                <a:cs typeface="DejaVu Sans"/>
              </a:defRPr>
            </a:lvl7pPr>
            <a:lvl8pPr algn="l">
              <a:defRPr sz="1275" b="0">
                <a:solidFill>
                  <a:srgbClr val="53657A"/>
                </a:solidFill>
                <a:latin typeface="DejaVu Sans"/>
                <a:ea typeface="DejaVu Sans"/>
                <a:cs typeface="DejaVu Sans"/>
              </a:defRPr>
            </a:lvl8pPr>
            <a:lvl9pPr algn="l">
              <a:defRPr sz="1275" b="0">
                <a:solidFill>
                  <a:srgbClr val="53657A"/>
                </a:solidFill>
                <a:latin typeface="DejaVu Sans"/>
                <a:ea typeface="DejaVu Sans"/>
                <a:cs typeface="DejaVu Sans"/>
              </a:defRPr>
            </a:lvl9pPr>
          </a:lstStyle>
          <a:p xmlns:a="http://schemas.openxmlformats.org/drawingml/2006/main">
            <a:pPr algn="l">
              <a:defRPr sz="1275" b="0">
                <a:solidFill>
                  <a:srgbClr val="53657A"/>
                </a:solidFill>
                <a:latin typeface="DejaVu Sans"/>
                <a:ea typeface="DejaVu Sans"/>
                <a:cs typeface="DejaVu Sans"/>
              </a:defRPr>
            </a:pPr>
            <a:r>
              <a:rPr sz="1275" b="0">
                <a:solidFill>
                  <a:srgbClr val="53657A"/>
                </a:solidFill>
                <a:latin typeface="DejaVu Sans"/>
                <a:ea typeface="DejaVu Sans"/>
                <a:cs typeface="DejaVu Sans"/>
              </a:rPr>
              <a:t>Ο δέκτης ξεχωρίζει τις δύο καταστάσεις από τη διαφορά τάσης ανάμεσα στις γραμμές CAN-H και CAN-L.</a:t>
            </a:r>
          </a:p>
        </p:txBody>
      </p:sp>
      <p:sp>
        <p:nvSpPr>
          <p:cNvPr id="5" name="s26-recessive-card">
            <a:extLst xmlns:a="http://schemas.openxmlformats.org/drawingml/2006/main">
              <a:ext uri="{FF2B5EF4-FFF2-40B4-BE49-F238E27FC236}">
                <a16:creationId xmlns:a16="http://schemas.microsoft.com/office/drawing/2014/main" id="{58516962-EB3F-4000-B944-B5343A76045D}"/>
              </a:ext>
            </a:extLst>
          </p:cNvPr>
          <p:cNvSpPr>
            <a:spLocks xmlns:a="http://schemas.openxmlformats.org/drawingml/2006/main" noGrp="1"/>
          </p:cNvSpPr>
          <p:nvPr/>
        </p:nvSpPr>
        <p:spPr>
          <a:xfrm xmlns:a="http://schemas.openxmlformats.org/drawingml/2006/main">
            <a:off x="609600" y="2209800"/>
            <a:ext cx="5257800" cy="3257550"/>
          </a:xfrm>
          <a:prstGeom xmlns:a="http://schemas.openxmlformats.org/drawingml/2006/main" prst="roundRect">
            <a:avLst>
              <a:gd name="adj" fmla="val 2339"/>
            </a:avLst>
          </a:prstGeom>
          <a:solidFill xmlns:a="http://schemas.openxmlformats.org/drawingml/2006/main">
            <a:srgbClr val="FFFFFF"/>
          </a:solidFill>
          <a:ln xmlns:a="http://schemas.openxmlformats.org/drawingml/2006/main" w="14288">
            <a:solidFill>
              <a:srgbClr val="D6E2ED"/>
            </a:solidFill>
            <a:prstDash val="solid"/>
          </a:ln>
        </p:spPr>
      </p:sp>
      <p:sp>
        <p:nvSpPr>
          <p:cNvPr id="6" name="s26-recessive-accent">
            <a:extLst xmlns:a="http://schemas.openxmlformats.org/drawingml/2006/main">
              <a:ext uri="{FF2B5EF4-FFF2-40B4-BE49-F238E27FC236}">
                <a16:creationId xmlns:a16="http://schemas.microsoft.com/office/drawing/2014/main" id="{D2AF2C8F-DAA8-4AF6-94A9-1D2CFE8F7B30}"/>
              </a:ext>
            </a:extLst>
          </p:cNvPr>
          <p:cNvSpPr>
            <a:spLocks xmlns:a="http://schemas.openxmlformats.org/drawingml/2006/main" noGrp="1"/>
          </p:cNvSpPr>
          <p:nvPr/>
        </p:nvSpPr>
        <p:spPr>
          <a:xfrm xmlns:a="http://schemas.openxmlformats.org/drawingml/2006/main">
            <a:off x="609600" y="2209800"/>
            <a:ext cx="5257800" cy="6667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7" name="s26-recessive-kicker">
            <a:extLst xmlns:a="http://schemas.openxmlformats.org/drawingml/2006/main">
              <a:ext uri="{FF2B5EF4-FFF2-40B4-BE49-F238E27FC236}">
                <a16:creationId xmlns:a16="http://schemas.microsoft.com/office/drawing/2014/main" id="{758BBF5C-54F3-42D9-AC99-4E800DE00B1A}"/>
              </a:ext>
            </a:extLst>
          </p:cNvPr>
          <p:cNvSpPr>
            <a:spLocks xmlns:a="http://schemas.openxmlformats.org/drawingml/2006/main" noGrp="1"/>
          </p:cNvSpPr>
          <p:nvPr/>
        </p:nvSpPr>
        <p:spPr>
          <a:xfrm xmlns:a="http://schemas.openxmlformats.org/drawingml/2006/main">
            <a:off x="876300" y="2457450"/>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ΥΠΟΧΩΡΗΤΙΚΗ  ·  RECESSIVE</a:t>
            </a:r>
          </a:p>
        </p:txBody>
      </p:sp>
      <p:sp>
        <p:nvSpPr>
          <p:cNvPr id="8" name="s26-recessive-state">
            <a:extLst xmlns:a="http://schemas.openxmlformats.org/drawingml/2006/main">
              <a:ext uri="{FF2B5EF4-FFF2-40B4-BE49-F238E27FC236}">
                <a16:creationId xmlns:a16="http://schemas.microsoft.com/office/drawing/2014/main" id="{83AD29BD-F7B7-457C-8187-452ADB7D6B57}"/>
              </a:ext>
            </a:extLst>
          </p:cNvPr>
          <p:cNvSpPr>
            <a:spLocks xmlns:a="http://schemas.openxmlformats.org/drawingml/2006/main" noGrp="1"/>
          </p:cNvSpPr>
          <p:nvPr/>
        </p:nvSpPr>
        <p:spPr>
          <a:xfrm xmlns:a="http://schemas.openxmlformats.org/drawingml/2006/main">
            <a:off x="876300" y="2800350"/>
            <a:ext cx="4667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1D31"/>
                </a:solidFill>
                <a:latin typeface="DejaVu Sans"/>
                <a:ea typeface="DejaVu Sans"/>
                <a:cs typeface="DejaVu Sans"/>
              </a:defRPr>
            </a:defPPr>
            <a:lvl1pPr algn="l">
              <a:defRPr sz="1725" b="1">
                <a:solidFill>
                  <a:srgbClr val="101D31"/>
                </a:solidFill>
                <a:latin typeface="DejaVu Sans"/>
                <a:ea typeface="DejaVu Sans"/>
                <a:cs typeface="DejaVu Sans"/>
              </a:defRPr>
            </a:lvl1pPr>
            <a:lvl2pPr algn="l">
              <a:defRPr sz="1725" b="1">
                <a:solidFill>
                  <a:srgbClr val="101D31"/>
                </a:solidFill>
                <a:latin typeface="DejaVu Sans"/>
                <a:ea typeface="DejaVu Sans"/>
                <a:cs typeface="DejaVu Sans"/>
              </a:defRPr>
            </a:lvl2pPr>
            <a:lvl3pPr algn="l">
              <a:defRPr sz="1725" b="1">
                <a:solidFill>
                  <a:srgbClr val="101D31"/>
                </a:solidFill>
                <a:latin typeface="DejaVu Sans"/>
                <a:ea typeface="DejaVu Sans"/>
                <a:cs typeface="DejaVu Sans"/>
              </a:defRPr>
            </a:lvl3pPr>
            <a:lvl4pPr algn="l">
              <a:defRPr sz="1725" b="1">
                <a:solidFill>
                  <a:srgbClr val="101D31"/>
                </a:solidFill>
                <a:latin typeface="DejaVu Sans"/>
                <a:ea typeface="DejaVu Sans"/>
                <a:cs typeface="DejaVu Sans"/>
              </a:defRPr>
            </a:lvl4pPr>
            <a:lvl5pPr algn="l">
              <a:defRPr sz="1725" b="1">
                <a:solidFill>
                  <a:srgbClr val="101D31"/>
                </a:solidFill>
                <a:latin typeface="DejaVu Sans"/>
                <a:ea typeface="DejaVu Sans"/>
                <a:cs typeface="DejaVu Sans"/>
              </a:defRPr>
            </a:lvl5pPr>
            <a:lvl6pPr algn="l">
              <a:defRPr sz="1725" b="1">
                <a:solidFill>
                  <a:srgbClr val="101D31"/>
                </a:solidFill>
                <a:latin typeface="DejaVu Sans"/>
                <a:ea typeface="DejaVu Sans"/>
                <a:cs typeface="DejaVu Sans"/>
              </a:defRPr>
            </a:lvl6pPr>
            <a:lvl7pPr algn="l">
              <a:defRPr sz="1725" b="1">
                <a:solidFill>
                  <a:srgbClr val="101D31"/>
                </a:solidFill>
                <a:latin typeface="DejaVu Sans"/>
                <a:ea typeface="DejaVu Sans"/>
                <a:cs typeface="DejaVu Sans"/>
              </a:defRPr>
            </a:lvl7pPr>
            <a:lvl8pPr algn="l">
              <a:defRPr sz="1725" b="1">
                <a:solidFill>
                  <a:srgbClr val="101D31"/>
                </a:solidFill>
                <a:latin typeface="DejaVu Sans"/>
                <a:ea typeface="DejaVu Sans"/>
                <a:cs typeface="DejaVu Sans"/>
              </a:defRPr>
            </a:lvl8pPr>
            <a:lvl9pPr algn="l">
              <a:defRPr sz="1725" b="1">
                <a:solidFill>
                  <a:srgbClr val="101D31"/>
                </a:solidFill>
                <a:latin typeface="DejaVu Sans"/>
                <a:ea typeface="DejaVu Sans"/>
                <a:cs typeface="DejaVu Sans"/>
              </a:defRPr>
            </a:lvl9pPr>
          </a:lstStyle>
          <a:p xmlns:a="http://schemas.openxmlformats.org/drawingml/2006/main">
            <a:pPr algn="l">
              <a:defRPr sz="1725" b="1">
                <a:solidFill>
                  <a:srgbClr val="101D31"/>
                </a:solidFill>
                <a:latin typeface="DejaVu Sans"/>
                <a:ea typeface="DejaVu Sans"/>
                <a:cs typeface="DejaVu Sans"/>
              </a:defRPr>
            </a:pPr>
            <a:r>
              <a:rPr sz="1725" b="1">
                <a:solidFill>
                  <a:srgbClr val="101D31"/>
                </a:solidFill>
                <a:latin typeface="DejaVu Sans"/>
                <a:ea typeface="DejaVu Sans"/>
                <a:cs typeface="DejaVu Sans"/>
              </a:rPr>
              <a:t>Λογικό bit 1</a:t>
            </a:r>
          </a:p>
        </p:txBody>
      </p:sp>
      <p:sp>
        <p:nvSpPr>
          <p:cNvPr id="9" name="s26-rec-can-lines">
            <a:extLst xmlns:a="http://schemas.openxmlformats.org/drawingml/2006/main">
              <a:ext uri="{FF2B5EF4-FFF2-40B4-BE49-F238E27FC236}">
                <a16:creationId xmlns:a16="http://schemas.microsoft.com/office/drawing/2014/main" id="{4B938A47-C761-47FC-B826-9A96DFAFF4AE}"/>
              </a:ext>
            </a:extLst>
          </p:cNvPr>
          <p:cNvSpPr>
            <a:spLocks xmlns:a="http://schemas.openxmlformats.org/drawingml/2006/main" noGrp="1"/>
          </p:cNvSpPr>
          <p:nvPr/>
        </p:nvSpPr>
        <p:spPr>
          <a:xfrm xmlns:a="http://schemas.openxmlformats.org/drawingml/2006/main">
            <a:off x="1066800" y="3371850"/>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1D31"/>
                </a:solidFill>
                <a:latin typeface="DejaVu Sans"/>
                <a:ea typeface="DejaVu Sans"/>
                <a:cs typeface="DejaVu Sans"/>
              </a:defRPr>
            </a:defPPr>
            <a:lvl1pPr algn="l">
              <a:defRPr sz="1575" b="1">
                <a:solidFill>
                  <a:srgbClr val="101D31"/>
                </a:solidFill>
                <a:latin typeface="DejaVu Sans"/>
                <a:ea typeface="DejaVu Sans"/>
                <a:cs typeface="DejaVu Sans"/>
              </a:defRPr>
            </a:lvl1pPr>
            <a:lvl2pPr algn="l">
              <a:defRPr sz="1575" b="1">
                <a:solidFill>
                  <a:srgbClr val="101D31"/>
                </a:solidFill>
                <a:latin typeface="DejaVu Sans"/>
                <a:ea typeface="DejaVu Sans"/>
                <a:cs typeface="DejaVu Sans"/>
              </a:defRPr>
            </a:lvl2pPr>
            <a:lvl3pPr algn="l">
              <a:defRPr sz="1575" b="1">
                <a:solidFill>
                  <a:srgbClr val="101D31"/>
                </a:solidFill>
                <a:latin typeface="DejaVu Sans"/>
                <a:ea typeface="DejaVu Sans"/>
                <a:cs typeface="DejaVu Sans"/>
              </a:defRPr>
            </a:lvl3pPr>
            <a:lvl4pPr algn="l">
              <a:defRPr sz="1575" b="1">
                <a:solidFill>
                  <a:srgbClr val="101D31"/>
                </a:solidFill>
                <a:latin typeface="DejaVu Sans"/>
                <a:ea typeface="DejaVu Sans"/>
                <a:cs typeface="DejaVu Sans"/>
              </a:defRPr>
            </a:lvl4pPr>
            <a:lvl5pPr algn="l">
              <a:defRPr sz="1575" b="1">
                <a:solidFill>
                  <a:srgbClr val="101D31"/>
                </a:solidFill>
                <a:latin typeface="DejaVu Sans"/>
                <a:ea typeface="DejaVu Sans"/>
                <a:cs typeface="DejaVu Sans"/>
              </a:defRPr>
            </a:lvl5pPr>
            <a:lvl6pPr algn="l">
              <a:defRPr sz="1575" b="1">
                <a:solidFill>
                  <a:srgbClr val="101D31"/>
                </a:solidFill>
                <a:latin typeface="DejaVu Sans"/>
                <a:ea typeface="DejaVu Sans"/>
                <a:cs typeface="DejaVu Sans"/>
              </a:defRPr>
            </a:lvl6pPr>
            <a:lvl7pPr algn="l">
              <a:defRPr sz="1575" b="1">
                <a:solidFill>
                  <a:srgbClr val="101D31"/>
                </a:solidFill>
                <a:latin typeface="DejaVu Sans"/>
                <a:ea typeface="DejaVu Sans"/>
                <a:cs typeface="DejaVu Sans"/>
              </a:defRPr>
            </a:lvl7pPr>
            <a:lvl8pPr algn="l">
              <a:defRPr sz="1575" b="1">
                <a:solidFill>
                  <a:srgbClr val="101D31"/>
                </a:solidFill>
                <a:latin typeface="DejaVu Sans"/>
                <a:ea typeface="DejaVu Sans"/>
                <a:cs typeface="DejaVu Sans"/>
              </a:defRPr>
            </a:lvl8pPr>
            <a:lvl9pPr algn="l">
              <a:defRPr sz="1575" b="1">
                <a:solidFill>
                  <a:srgbClr val="101D31"/>
                </a:solidFill>
                <a:latin typeface="DejaVu Sans"/>
                <a:ea typeface="DejaVu Sans"/>
                <a:cs typeface="DejaVu Sans"/>
              </a:defRPr>
            </a:lvl9pPr>
          </a:lstStyle>
          <a:p xmlns:a="http://schemas.openxmlformats.org/drawingml/2006/main">
            <a:pPr algn="l">
              <a:defRPr sz="1575" b="1">
                <a:solidFill>
                  <a:srgbClr val="101D31"/>
                </a:solidFill>
                <a:latin typeface="DejaVu Sans"/>
                <a:ea typeface="DejaVu Sans"/>
                <a:cs typeface="DejaVu Sans"/>
              </a:defRPr>
            </a:pPr>
            <a:r>
              <a:rPr sz="1575" b="1">
                <a:solidFill>
                  <a:srgbClr val="101D31"/>
                </a:solidFill>
                <a:latin typeface="DejaVu Sans"/>
                <a:ea typeface="DejaVu Sans"/>
                <a:cs typeface="DejaVu Sans"/>
              </a:rPr>
              <a:t>CAN-H  ≈  2,5 V</a:t>
            </a:r>
          </a:p>
          <a:p xmlns:a="http://schemas.openxmlformats.org/drawingml/2006/main">
            <a:pPr algn="l">
              <a:defRPr sz="1575" b="1">
                <a:solidFill>
                  <a:srgbClr val="101D31"/>
                </a:solidFill>
                <a:latin typeface="DejaVu Sans"/>
                <a:ea typeface="DejaVu Sans"/>
                <a:cs typeface="DejaVu Sans"/>
              </a:defRPr>
            </a:pPr>
            <a:r>
              <a:rPr sz="1575" b="1">
                <a:solidFill>
                  <a:srgbClr val="101D31"/>
                </a:solidFill>
                <a:latin typeface="DejaVu Sans"/>
                <a:ea typeface="DejaVu Sans"/>
                <a:cs typeface="DejaVu Sans"/>
              </a:rPr>
              <a:t>CAN-L  ≈  2,5 V</a:t>
            </a:r>
          </a:p>
        </p:txBody>
      </p:sp>
      <p:sp>
        <p:nvSpPr>
          <p:cNvPr id="10" name="s26-rec-line">
            <a:extLst xmlns:a="http://schemas.openxmlformats.org/drawingml/2006/main">
              <a:ext uri="{FF2B5EF4-FFF2-40B4-BE49-F238E27FC236}">
                <a16:creationId xmlns:a16="http://schemas.microsoft.com/office/drawing/2014/main" id="{B4A5AEB9-10CC-4223-BD62-58F16BDC9D3D}"/>
              </a:ext>
            </a:extLst>
          </p:cNvPr>
          <p:cNvSpPr>
            <a:spLocks xmlns:a="http://schemas.openxmlformats.org/drawingml/2006/main" noGrp="1"/>
          </p:cNvSpPr>
          <p:nvPr/>
        </p:nvSpPr>
        <p:spPr>
          <a:xfrm xmlns:a="http://schemas.openxmlformats.org/drawingml/2006/main">
            <a:off x="4191000" y="3676650"/>
            <a:ext cx="8191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1" name="s26-rec-line-gold">
            <a:extLst xmlns:a="http://schemas.openxmlformats.org/drawingml/2006/main">
              <a:ext uri="{FF2B5EF4-FFF2-40B4-BE49-F238E27FC236}">
                <a16:creationId xmlns:a16="http://schemas.microsoft.com/office/drawing/2014/main" id="{4735D662-4A46-4C28-999D-DF5FA005AF4C}"/>
              </a:ext>
            </a:extLst>
          </p:cNvPr>
          <p:cNvSpPr>
            <a:spLocks xmlns:a="http://schemas.openxmlformats.org/drawingml/2006/main" noGrp="1"/>
          </p:cNvSpPr>
          <p:nvPr/>
        </p:nvSpPr>
        <p:spPr>
          <a:xfrm xmlns:a="http://schemas.openxmlformats.org/drawingml/2006/main">
            <a:off x="4600575" y="3676650"/>
            <a:ext cx="409575"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2" name="s26-rec-diff">
            <a:extLst xmlns:a="http://schemas.openxmlformats.org/drawingml/2006/main">
              <a:ext uri="{FF2B5EF4-FFF2-40B4-BE49-F238E27FC236}">
                <a16:creationId xmlns:a16="http://schemas.microsoft.com/office/drawing/2014/main" id="{6D6FD3BA-AB0E-499A-8FDC-87DCB9D5F8E6}"/>
              </a:ext>
            </a:extLst>
          </p:cNvPr>
          <p:cNvSpPr>
            <a:spLocks xmlns:a="http://schemas.openxmlformats.org/drawingml/2006/main" noGrp="1"/>
          </p:cNvSpPr>
          <p:nvPr/>
        </p:nvSpPr>
        <p:spPr>
          <a:xfrm xmlns:a="http://schemas.openxmlformats.org/drawingml/2006/main">
            <a:off x="876300" y="4457700"/>
            <a:ext cx="4667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0BFD9"/>
                </a:solidFill>
                <a:latin typeface="DejaVu Sans"/>
                <a:ea typeface="DejaVu Sans"/>
                <a:cs typeface="DejaVu Sans"/>
              </a:defRPr>
            </a:defPPr>
            <a:lvl1pPr algn="l">
              <a:defRPr sz="1500" b="1">
                <a:solidFill>
                  <a:srgbClr val="10BFD9"/>
                </a:solidFill>
                <a:latin typeface="DejaVu Sans"/>
                <a:ea typeface="DejaVu Sans"/>
                <a:cs typeface="DejaVu Sans"/>
              </a:defRPr>
            </a:lvl1pPr>
            <a:lvl2pPr algn="l">
              <a:defRPr sz="1500" b="1">
                <a:solidFill>
                  <a:srgbClr val="10BFD9"/>
                </a:solidFill>
                <a:latin typeface="DejaVu Sans"/>
                <a:ea typeface="DejaVu Sans"/>
                <a:cs typeface="DejaVu Sans"/>
              </a:defRPr>
            </a:lvl2pPr>
            <a:lvl3pPr algn="l">
              <a:defRPr sz="1500" b="1">
                <a:solidFill>
                  <a:srgbClr val="10BFD9"/>
                </a:solidFill>
                <a:latin typeface="DejaVu Sans"/>
                <a:ea typeface="DejaVu Sans"/>
                <a:cs typeface="DejaVu Sans"/>
              </a:defRPr>
            </a:lvl3pPr>
            <a:lvl4pPr algn="l">
              <a:defRPr sz="1500" b="1">
                <a:solidFill>
                  <a:srgbClr val="10BFD9"/>
                </a:solidFill>
                <a:latin typeface="DejaVu Sans"/>
                <a:ea typeface="DejaVu Sans"/>
                <a:cs typeface="DejaVu Sans"/>
              </a:defRPr>
            </a:lvl4pPr>
            <a:lvl5pPr algn="l">
              <a:defRPr sz="1500" b="1">
                <a:solidFill>
                  <a:srgbClr val="10BFD9"/>
                </a:solidFill>
                <a:latin typeface="DejaVu Sans"/>
                <a:ea typeface="DejaVu Sans"/>
                <a:cs typeface="DejaVu Sans"/>
              </a:defRPr>
            </a:lvl5pPr>
            <a:lvl6pPr algn="l">
              <a:defRPr sz="1500" b="1">
                <a:solidFill>
                  <a:srgbClr val="10BFD9"/>
                </a:solidFill>
                <a:latin typeface="DejaVu Sans"/>
                <a:ea typeface="DejaVu Sans"/>
                <a:cs typeface="DejaVu Sans"/>
              </a:defRPr>
            </a:lvl6pPr>
            <a:lvl7pPr algn="l">
              <a:defRPr sz="1500" b="1">
                <a:solidFill>
                  <a:srgbClr val="10BFD9"/>
                </a:solidFill>
                <a:latin typeface="DejaVu Sans"/>
                <a:ea typeface="DejaVu Sans"/>
                <a:cs typeface="DejaVu Sans"/>
              </a:defRPr>
            </a:lvl7pPr>
            <a:lvl8pPr algn="l">
              <a:defRPr sz="1500" b="1">
                <a:solidFill>
                  <a:srgbClr val="10BFD9"/>
                </a:solidFill>
                <a:latin typeface="DejaVu Sans"/>
                <a:ea typeface="DejaVu Sans"/>
                <a:cs typeface="DejaVu Sans"/>
              </a:defRPr>
            </a:lvl8pPr>
            <a:lvl9pPr algn="l">
              <a:defRPr sz="1500" b="1">
                <a:solidFill>
                  <a:srgbClr val="10BFD9"/>
                </a:solidFill>
                <a:latin typeface="DejaVu Sans"/>
                <a:ea typeface="DejaVu Sans"/>
                <a:cs typeface="DejaVu Sans"/>
              </a:defRPr>
            </a:lvl9pPr>
          </a:lstStyle>
          <a:p xmlns:a="http://schemas.openxmlformats.org/drawingml/2006/main">
            <a:pPr algn="l">
              <a:defRPr sz="1500" b="1">
                <a:solidFill>
                  <a:srgbClr val="10BFD9"/>
                </a:solidFill>
                <a:latin typeface="DejaVu Sans"/>
                <a:ea typeface="DejaVu Sans"/>
                <a:cs typeface="DejaVu Sans"/>
              </a:defRPr>
            </a:pPr>
            <a:r>
              <a:rPr sz="1500" b="1">
                <a:solidFill>
                  <a:srgbClr val="10BFD9"/>
                </a:solidFill>
                <a:latin typeface="DejaVu Sans"/>
                <a:ea typeface="DejaVu Sans"/>
                <a:cs typeface="DejaVu Sans"/>
              </a:rPr>
              <a:t>ΔV ≈ 0 V</a:t>
            </a:r>
          </a:p>
        </p:txBody>
      </p:sp>
      <p:sp>
        <p:nvSpPr>
          <p:cNvPr id="13" name="s26-rec-explain">
            <a:extLst xmlns:a="http://schemas.openxmlformats.org/drawingml/2006/main">
              <a:ext uri="{FF2B5EF4-FFF2-40B4-BE49-F238E27FC236}">
                <a16:creationId xmlns:a16="http://schemas.microsoft.com/office/drawing/2014/main" id="{218C3D34-249F-4B54-9B11-FE3C2A35B92F}"/>
              </a:ext>
            </a:extLst>
          </p:cNvPr>
          <p:cNvSpPr>
            <a:spLocks xmlns:a="http://schemas.openxmlformats.org/drawingml/2006/main" noGrp="1"/>
          </p:cNvSpPr>
          <p:nvPr/>
        </p:nvSpPr>
        <p:spPr>
          <a:xfrm xmlns:a="http://schemas.openxmlformats.org/drawingml/2006/main">
            <a:off x="876300" y="48768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Οι δύο γραμμές μένουν κοντά στην ίδια τάση.</a:t>
            </a:r>
          </a:p>
        </p:txBody>
      </p:sp>
      <p:sp>
        <p:nvSpPr>
          <p:cNvPr id="14" name="s26-dominant-card">
            <a:extLst xmlns:a="http://schemas.openxmlformats.org/drawingml/2006/main">
              <a:ext uri="{FF2B5EF4-FFF2-40B4-BE49-F238E27FC236}">
                <a16:creationId xmlns:a16="http://schemas.microsoft.com/office/drawing/2014/main" id="{70CD63FF-618C-413B-8877-A73D3E9CABED}"/>
              </a:ext>
            </a:extLst>
          </p:cNvPr>
          <p:cNvSpPr>
            <a:spLocks xmlns:a="http://schemas.openxmlformats.org/drawingml/2006/main" noGrp="1"/>
          </p:cNvSpPr>
          <p:nvPr/>
        </p:nvSpPr>
        <p:spPr>
          <a:xfrm xmlns:a="http://schemas.openxmlformats.org/drawingml/2006/main">
            <a:off x="6324600" y="2209800"/>
            <a:ext cx="5257800" cy="3257550"/>
          </a:xfrm>
          <a:prstGeom xmlns:a="http://schemas.openxmlformats.org/drawingml/2006/main" prst="roundRect">
            <a:avLst>
              <a:gd name="adj" fmla="val 2339"/>
            </a:avLst>
          </a:prstGeom>
          <a:solidFill xmlns:a="http://schemas.openxmlformats.org/drawingml/2006/main">
            <a:srgbClr val="FFFFFF"/>
          </a:solidFill>
          <a:ln xmlns:a="http://schemas.openxmlformats.org/drawingml/2006/main" w="14288">
            <a:solidFill>
              <a:srgbClr val="D6E2ED"/>
            </a:solidFill>
            <a:prstDash val="solid"/>
          </a:ln>
        </p:spPr>
      </p:sp>
      <p:sp>
        <p:nvSpPr>
          <p:cNvPr id="15" name="s26-dominant-accent">
            <a:extLst xmlns:a="http://schemas.openxmlformats.org/drawingml/2006/main">
              <a:ext uri="{FF2B5EF4-FFF2-40B4-BE49-F238E27FC236}">
                <a16:creationId xmlns:a16="http://schemas.microsoft.com/office/drawing/2014/main" id="{452BE570-1028-4082-BE79-9CAE0C1AE4EA}"/>
              </a:ext>
            </a:extLst>
          </p:cNvPr>
          <p:cNvSpPr>
            <a:spLocks xmlns:a="http://schemas.openxmlformats.org/drawingml/2006/main" noGrp="1"/>
          </p:cNvSpPr>
          <p:nvPr/>
        </p:nvSpPr>
        <p:spPr>
          <a:xfrm xmlns:a="http://schemas.openxmlformats.org/drawingml/2006/main">
            <a:off x="6324600" y="2209800"/>
            <a:ext cx="5257800" cy="666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6" name="s26-dominant-kicker">
            <a:extLst xmlns:a="http://schemas.openxmlformats.org/drawingml/2006/main">
              <a:ext uri="{FF2B5EF4-FFF2-40B4-BE49-F238E27FC236}">
                <a16:creationId xmlns:a16="http://schemas.microsoft.com/office/drawing/2014/main" id="{0FCD8CA1-390F-4FAD-8352-F059877DA6A7}"/>
              </a:ext>
            </a:extLst>
          </p:cNvPr>
          <p:cNvSpPr>
            <a:spLocks xmlns:a="http://schemas.openxmlformats.org/drawingml/2006/main" noGrp="1"/>
          </p:cNvSpPr>
          <p:nvPr/>
        </p:nvSpPr>
        <p:spPr>
          <a:xfrm xmlns:a="http://schemas.openxmlformats.org/drawingml/2006/main">
            <a:off x="6591300" y="2457450"/>
            <a:ext cx="466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ΚΥΡΙΑΡΧΗ  ·  DOMINANT</a:t>
            </a:r>
          </a:p>
        </p:txBody>
      </p:sp>
      <p:sp>
        <p:nvSpPr>
          <p:cNvPr id="17" name="s26-dominant-state">
            <a:extLst xmlns:a="http://schemas.openxmlformats.org/drawingml/2006/main">
              <a:ext uri="{FF2B5EF4-FFF2-40B4-BE49-F238E27FC236}">
                <a16:creationId xmlns:a16="http://schemas.microsoft.com/office/drawing/2014/main" id="{5286BBDD-2AF2-437D-BD5D-A62024D837F1}"/>
              </a:ext>
            </a:extLst>
          </p:cNvPr>
          <p:cNvSpPr>
            <a:spLocks xmlns:a="http://schemas.openxmlformats.org/drawingml/2006/main" noGrp="1"/>
          </p:cNvSpPr>
          <p:nvPr/>
        </p:nvSpPr>
        <p:spPr>
          <a:xfrm xmlns:a="http://schemas.openxmlformats.org/drawingml/2006/main">
            <a:off x="6591300" y="2800350"/>
            <a:ext cx="4667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1D31"/>
                </a:solidFill>
                <a:latin typeface="DejaVu Sans"/>
                <a:ea typeface="DejaVu Sans"/>
                <a:cs typeface="DejaVu Sans"/>
              </a:defRPr>
            </a:defPPr>
            <a:lvl1pPr algn="l">
              <a:defRPr sz="1725" b="1">
                <a:solidFill>
                  <a:srgbClr val="101D31"/>
                </a:solidFill>
                <a:latin typeface="DejaVu Sans"/>
                <a:ea typeface="DejaVu Sans"/>
                <a:cs typeface="DejaVu Sans"/>
              </a:defRPr>
            </a:lvl1pPr>
            <a:lvl2pPr algn="l">
              <a:defRPr sz="1725" b="1">
                <a:solidFill>
                  <a:srgbClr val="101D31"/>
                </a:solidFill>
                <a:latin typeface="DejaVu Sans"/>
                <a:ea typeface="DejaVu Sans"/>
                <a:cs typeface="DejaVu Sans"/>
              </a:defRPr>
            </a:lvl2pPr>
            <a:lvl3pPr algn="l">
              <a:defRPr sz="1725" b="1">
                <a:solidFill>
                  <a:srgbClr val="101D31"/>
                </a:solidFill>
                <a:latin typeface="DejaVu Sans"/>
                <a:ea typeface="DejaVu Sans"/>
                <a:cs typeface="DejaVu Sans"/>
              </a:defRPr>
            </a:lvl3pPr>
            <a:lvl4pPr algn="l">
              <a:defRPr sz="1725" b="1">
                <a:solidFill>
                  <a:srgbClr val="101D31"/>
                </a:solidFill>
                <a:latin typeface="DejaVu Sans"/>
                <a:ea typeface="DejaVu Sans"/>
                <a:cs typeface="DejaVu Sans"/>
              </a:defRPr>
            </a:lvl4pPr>
            <a:lvl5pPr algn="l">
              <a:defRPr sz="1725" b="1">
                <a:solidFill>
                  <a:srgbClr val="101D31"/>
                </a:solidFill>
                <a:latin typeface="DejaVu Sans"/>
                <a:ea typeface="DejaVu Sans"/>
                <a:cs typeface="DejaVu Sans"/>
              </a:defRPr>
            </a:lvl5pPr>
            <a:lvl6pPr algn="l">
              <a:defRPr sz="1725" b="1">
                <a:solidFill>
                  <a:srgbClr val="101D31"/>
                </a:solidFill>
                <a:latin typeface="DejaVu Sans"/>
                <a:ea typeface="DejaVu Sans"/>
                <a:cs typeface="DejaVu Sans"/>
              </a:defRPr>
            </a:lvl6pPr>
            <a:lvl7pPr algn="l">
              <a:defRPr sz="1725" b="1">
                <a:solidFill>
                  <a:srgbClr val="101D31"/>
                </a:solidFill>
                <a:latin typeface="DejaVu Sans"/>
                <a:ea typeface="DejaVu Sans"/>
                <a:cs typeface="DejaVu Sans"/>
              </a:defRPr>
            </a:lvl7pPr>
            <a:lvl8pPr algn="l">
              <a:defRPr sz="1725" b="1">
                <a:solidFill>
                  <a:srgbClr val="101D31"/>
                </a:solidFill>
                <a:latin typeface="DejaVu Sans"/>
                <a:ea typeface="DejaVu Sans"/>
                <a:cs typeface="DejaVu Sans"/>
              </a:defRPr>
            </a:lvl8pPr>
            <a:lvl9pPr algn="l">
              <a:defRPr sz="1725" b="1">
                <a:solidFill>
                  <a:srgbClr val="101D31"/>
                </a:solidFill>
                <a:latin typeface="DejaVu Sans"/>
                <a:ea typeface="DejaVu Sans"/>
                <a:cs typeface="DejaVu Sans"/>
              </a:defRPr>
            </a:lvl9pPr>
          </a:lstStyle>
          <a:p xmlns:a="http://schemas.openxmlformats.org/drawingml/2006/main">
            <a:pPr algn="l">
              <a:defRPr sz="1725" b="1">
                <a:solidFill>
                  <a:srgbClr val="101D31"/>
                </a:solidFill>
                <a:latin typeface="DejaVu Sans"/>
                <a:ea typeface="DejaVu Sans"/>
                <a:cs typeface="DejaVu Sans"/>
              </a:defRPr>
            </a:pPr>
            <a:r>
              <a:rPr sz="1725" b="1">
                <a:solidFill>
                  <a:srgbClr val="101D31"/>
                </a:solidFill>
                <a:latin typeface="DejaVu Sans"/>
                <a:ea typeface="DejaVu Sans"/>
                <a:cs typeface="DejaVu Sans"/>
              </a:rPr>
              <a:t>Λογικό bit 0</a:t>
            </a:r>
          </a:p>
        </p:txBody>
      </p:sp>
      <p:sp>
        <p:nvSpPr>
          <p:cNvPr id="18" name="s26-dom-can-lines">
            <a:extLst xmlns:a="http://schemas.openxmlformats.org/drawingml/2006/main">
              <a:ext uri="{FF2B5EF4-FFF2-40B4-BE49-F238E27FC236}">
                <a16:creationId xmlns:a16="http://schemas.microsoft.com/office/drawing/2014/main" id="{BD724802-ADF6-459B-88BA-6648286D4DD7}"/>
              </a:ext>
            </a:extLst>
          </p:cNvPr>
          <p:cNvSpPr>
            <a:spLocks xmlns:a="http://schemas.openxmlformats.org/drawingml/2006/main" noGrp="1"/>
          </p:cNvSpPr>
          <p:nvPr/>
        </p:nvSpPr>
        <p:spPr>
          <a:xfrm xmlns:a="http://schemas.openxmlformats.org/drawingml/2006/main">
            <a:off x="6781800" y="3371850"/>
            <a:ext cx="304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01D31"/>
                </a:solidFill>
                <a:latin typeface="DejaVu Sans"/>
                <a:ea typeface="DejaVu Sans"/>
                <a:cs typeface="DejaVu Sans"/>
              </a:defRPr>
            </a:defPPr>
            <a:lvl1pPr algn="l">
              <a:defRPr sz="1575" b="1">
                <a:solidFill>
                  <a:srgbClr val="101D31"/>
                </a:solidFill>
                <a:latin typeface="DejaVu Sans"/>
                <a:ea typeface="DejaVu Sans"/>
                <a:cs typeface="DejaVu Sans"/>
              </a:defRPr>
            </a:lvl1pPr>
            <a:lvl2pPr algn="l">
              <a:defRPr sz="1575" b="1">
                <a:solidFill>
                  <a:srgbClr val="101D31"/>
                </a:solidFill>
                <a:latin typeface="DejaVu Sans"/>
                <a:ea typeface="DejaVu Sans"/>
                <a:cs typeface="DejaVu Sans"/>
              </a:defRPr>
            </a:lvl2pPr>
            <a:lvl3pPr algn="l">
              <a:defRPr sz="1575" b="1">
                <a:solidFill>
                  <a:srgbClr val="101D31"/>
                </a:solidFill>
                <a:latin typeface="DejaVu Sans"/>
                <a:ea typeface="DejaVu Sans"/>
                <a:cs typeface="DejaVu Sans"/>
              </a:defRPr>
            </a:lvl3pPr>
            <a:lvl4pPr algn="l">
              <a:defRPr sz="1575" b="1">
                <a:solidFill>
                  <a:srgbClr val="101D31"/>
                </a:solidFill>
                <a:latin typeface="DejaVu Sans"/>
                <a:ea typeface="DejaVu Sans"/>
                <a:cs typeface="DejaVu Sans"/>
              </a:defRPr>
            </a:lvl4pPr>
            <a:lvl5pPr algn="l">
              <a:defRPr sz="1575" b="1">
                <a:solidFill>
                  <a:srgbClr val="101D31"/>
                </a:solidFill>
                <a:latin typeface="DejaVu Sans"/>
                <a:ea typeface="DejaVu Sans"/>
                <a:cs typeface="DejaVu Sans"/>
              </a:defRPr>
            </a:lvl5pPr>
            <a:lvl6pPr algn="l">
              <a:defRPr sz="1575" b="1">
                <a:solidFill>
                  <a:srgbClr val="101D31"/>
                </a:solidFill>
                <a:latin typeface="DejaVu Sans"/>
                <a:ea typeface="DejaVu Sans"/>
                <a:cs typeface="DejaVu Sans"/>
              </a:defRPr>
            </a:lvl6pPr>
            <a:lvl7pPr algn="l">
              <a:defRPr sz="1575" b="1">
                <a:solidFill>
                  <a:srgbClr val="101D31"/>
                </a:solidFill>
                <a:latin typeface="DejaVu Sans"/>
                <a:ea typeface="DejaVu Sans"/>
                <a:cs typeface="DejaVu Sans"/>
              </a:defRPr>
            </a:lvl7pPr>
            <a:lvl8pPr algn="l">
              <a:defRPr sz="1575" b="1">
                <a:solidFill>
                  <a:srgbClr val="101D31"/>
                </a:solidFill>
                <a:latin typeface="DejaVu Sans"/>
                <a:ea typeface="DejaVu Sans"/>
                <a:cs typeface="DejaVu Sans"/>
              </a:defRPr>
            </a:lvl8pPr>
            <a:lvl9pPr algn="l">
              <a:defRPr sz="1575" b="1">
                <a:solidFill>
                  <a:srgbClr val="101D31"/>
                </a:solidFill>
                <a:latin typeface="DejaVu Sans"/>
                <a:ea typeface="DejaVu Sans"/>
                <a:cs typeface="DejaVu Sans"/>
              </a:defRPr>
            </a:lvl9pPr>
          </a:lstStyle>
          <a:p xmlns:a="http://schemas.openxmlformats.org/drawingml/2006/main">
            <a:pPr algn="l">
              <a:defRPr sz="1575" b="1">
                <a:solidFill>
                  <a:srgbClr val="101D31"/>
                </a:solidFill>
                <a:latin typeface="DejaVu Sans"/>
                <a:ea typeface="DejaVu Sans"/>
                <a:cs typeface="DejaVu Sans"/>
              </a:defRPr>
            </a:pPr>
            <a:r>
              <a:rPr sz="1575" b="1">
                <a:solidFill>
                  <a:srgbClr val="101D31"/>
                </a:solidFill>
                <a:latin typeface="DejaVu Sans"/>
                <a:ea typeface="DejaVu Sans"/>
                <a:cs typeface="DejaVu Sans"/>
              </a:rPr>
              <a:t>CAN-H  ≈  3,5 V</a:t>
            </a:r>
          </a:p>
          <a:p xmlns:a="http://schemas.openxmlformats.org/drawingml/2006/main">
            <a:pPr algn="l">
              <a:defRPr sz="1575" b="1">
                <a:solidFill>
                  <a:srgbClr val="101D31"/>
                </a:solidFill>
                <a:latin typeface="DejaVu Sans"/>
                <a:ea typeface="DejaVu Sans"/>
                <a:cs typeface="DejaVu Sans"/>
              </a:defRPr>
            </a:pPr>
            <a:r>
              <a:rPr sz="1575" b="1">
                <a:solidFill>
                  <a:srgbClr val="101D31"/>
                </a:solidFill>
                <a:latin typeface="DejaVu Sans"/>
                <a:ea typeface="DejaVu Sans"/>
                <a:cs typeface="DejaVu Sans"/>
              </a:rPr>
              <a:t>CAN-L  ≈  1,5 V</a:t>
            </a:r>
          </a:p>
        </p:txBody>
      </p:sp>
      <p:sp>
        <p:nvSpPr>
          <p:cNvPr id="19" name="s26-dom-line-h">
            <a:extLst xmlns:a="http://schemas.openxmlformats.org/drawingml/2006/main">
              <a:ext uri="{FF2B5EF4-FFF2-40B4-BE49-F238E27FC236}">
                <a16:creationId xmlns:a16="http://schemas.microsoft.com/office/drawing/2014/main" id="{412809F8-0002-4689-92DF-44D8D9B3867D}"/>
              </a:ext>
            </a:extLst>
          </p:cNvPr>
          <p:cNvSpPr>
            <a:spLocks xmlns:a="http://schemas.openxmlformats.org/drawingml/2006/main" noGrp="1"/>
          </p:cNvSpPr>
          <p:nvPr/>
        </p:nvSpPr>
        <p:spPr>
          <a:xfrm xmlns:a="http://schemas.openxmlformats.org/drawingml/2006/main">
            <a:off x="9906000" y="3476625"/>
            <a:ext cx="8191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0" name="s26-dom-line-l">
            <a:extLst xmlns:a="http://schemas.openxmlformats.org/drawingml/2006/main">
              <a:ext uri="{FF2B5EF4-FFF2-40B4-BE49-F238E27FC236}">
                <a16:creationId xmlns:a16="http://schemas.microsoft.com/office/drawing/2014/main" id="{34B665BA-5F68-4074-8299-DADE8454EC65}"/>
              </a:ext>
            </a:extLst>
          </p:cNvPr>
          <p:cNvSpPr>
            <a:spLocks xmlns:a="http://schemas.openxmlformats.org/drawingml/2006/main" noGrp="1"/>
          </p:cNvSpPr>
          <p:nvPr/>
        </p:nvSpPr>
        <p:spPr>
          <a:xfrm xmlns:a="http://schemas.openxmlformats.org/drawingml/2006/main">
            <a:off x="9906000" y="3962400"/>
            <a:ext cx="8191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1" name="s26-dom-diff">
            <a:extLst xmlns:a="http://schemas.openxmlformats.org/drawingml/2006/main">
              <a:ext uri="{FF2B5EF4-FFF2-40B4-BE49-F238E27FC236}">
                <a16:creationId xmlns:a16="http://schemas.microsoft.com/office/drawing/2014/main" id="{F4C1E3A4-6713-4EA5-901C-9AA436DD136F}"/>
              </a:ext>
            </a:extLst>
          </p:cNvPr>
          <p:cNvSpPr>
            <a:spLocks xmlns:a="http://schemas.openxmlformats.org/drawingml/2006/main" noGrp="1"/>
          </p:cNvSpPr>
          <p:nvPr/>
        </p:nvSpPr>
        <p:spPr>
          <a:xfrm xmlns:a="http://schemas.openxmlformats.org/drawingml/2006/main">
            <a:off x="6591300" y="4457700"/>
            <a:ext cx="4667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F7B500"/>
                </a:solidFill>
                <a:latin typeface="DejaVu Sans"/>
                <a:ea typeface="DejaVu Sans"/>
                <a:cs typeface="DejaVu Sans"/>
              </a:defRPr>
            </a:defPPr>
            <a:lvl1pPr algn="l">
              <a:defRPr sz="1500" b="1">
                <a:solidFill>
                  <a:srgbClr val="F7B500"/>
                </a:solidFill>
                <a:latin typeface="DejaVu Sans"/>
                <a:ea typeface="DejaVu Sans"/>
                <a:cs typeface="DejaVu Sans"/>
              </a:defRPr>
            </a:lvl1pPr>
            <a:lvl2pPr algn="l">
              <a:defRPr sz="1500" b="1">
                <a:solidFill>
                  <a:srgbClr val="F7B500"/>
                </a:solidFill>
                <a:latin typeface="DejaVu Sans"/>
                <a:ea typeface="DejaVu Sans"/>
                <a:cs typeface="DejaVu Sans"/>
              </a:defRPr>
            </a:lvl2pPr>
            <a:lvl3pPr algn="l">
              <a:defRPr sz="1500" b="1">
                <a:solidFill>
                  <a:srgbClr val="F7B500"/>
                </a:solidFill>
                <a:latin typeface="DejaVu Sans"/>
                <a:ea typeface="DejaVu Sans"/>
                <a:cs typeface="DejaVu Sans"/>
              </a:defRPr>
            </a:lvl3pPr>
            <a:lvl4pPr algn="l">
              <a:defRPr sz="1500" b="1">
                <a:solidFill>
                  <a:srgbClr val="F7B500"/>
                </a:solidFill>
                <a:latin typeface="DejaVu Sans"/>
                <a:ea typeface="DejaVu Sans"/>
                <a:cs typeface="DejaVu Sans"/>
              </a:defRPr>
            </a:lvl4pPr>
            <a:lvl5pPr algn="l">
              <a:defRPr sz="1500" b="1">
                <a:solidFill>
                  <a:srgbClr val="F7B500"/>
                </a:solidFill>
                <a:latin typeface="DejaVu Sans"/>
                <a:ea typeface="DejaVu Sans"/>
                <a:cs typeface="DejaVu Sans"/>
              </a:defRPr>
            </a:lvl5pPr>
            <a:lvl6pPr algn="l">
              <a:defRPr sz="1500" b="1">
                <a:solidFill>
                  <a:srgbClr val="F7B500"/>
                </a:solidFill>
                <a:latin typeface="DejaVu Sans"/>
                <a:ea typeface="DejaVu Sans"/>
                <a:cs typeface="DejaVu Sans"/>
              </a:defRPr>
            </a:lvl6pPr>
            <a:lvl7pPr algn="l">
              <a:defRPr sz="1500" b="1">
                <a:solidFill>
                  <a:srgbClr val="F7B500"/>
                </a:solidFill>
                <a:latin typeface="DejaVu Sans"/>
                <a:ea typeface="DejaVu Sans"/>
                <a:cs typeface="DejaVu Sans"/>
              </a:defRPr>
            </a:lvl7pPr>
            <a:lvl8pPr algn="l">
              <a:defRPr sz="1500" b="1">
                <a:solidFill>
                  <a:srgbClr val="F7B500"/>
                </a:solidFill>
                <a:latin typeface="DejaVu Sans"/>
                <a:ea typeface="DejaVu Sans"/>
                <a:cs typeface="DejaVu Sans"/>
              </a:defRPr>
            </a:lvl8pPr>
            <a:lvl9pPr algn="l">
              <a:defRPr sz="1500" b="1">
                <a:solidFill>
                  <a:srgbClr val="F7B500"/>
                </a:solidFill>
                <a:latin typeface="DejaVu Sans"/>
                <a:ea typeface="DejaVu Sans"/>
                <a:cs typeface="DejaVu Sans"/>
              </a:defRPr>
            </a:lvl9pPr>
          </a:lstStyle>
          <a:p xmlns:a="http://schemas.openxmlformats.org/drawingml/2006/main">
            <a:pPr algn="l">
              <a:defRPr sz="1500" b="1">
                <a:solidFill>
                  <a:srgbClr val="F7B500"/>
                </a:solidFill>
                <a:latin typeface="DejaVu Sans"/>
                <a:ea typeface="DejaVu Sans"/>
                <a:cs typeface="DejaVu Sans"/>
              </a:defRPr>
            </a:pPr>
            <a:r>
              <a:rPr sz="1500" b="1">
                <a:solidFill>
                  <a:srgbClr val="F7B500"/>
                </a:solidFill>
                <a:latin typeface="DejaVu Sans"/>
                <a:ea typeface="DejaVu Sans"/>
                <a:cs typeface="DejaVu Sans"/>
              </a:rPr>
              <a:t>ΔV ≈ 2 V</a:t>
            </a:r>
          </a:p>
        </p:txBody>
      </p:sp>
      <p:sp>
        <p:nvSpPr>
          <p:cNvPr id="22" name="s26-dom-explain">
            <a:extLst xmlns:a="http://schemas.openxmlformats.org/drawingml/2006/main">
              <a:ext uri="{FF2B5EF4-FFF2-40B4-BE49-F238E27FC236}">
                <a16:creationId xmlns:a16="http://schemas.microsoft.com/office/drawing/2014/main" id="{D6664DD4-F01C-4C17-AC70-2E1317B2018C}"/>
              </a:ext>
            </a:extLst>
          </p:cNvPr>
          <p:cNvSpPr>
            <a:spLocks xmlns:a="http://schemas.openxmlformats.org/drawingml/2006/main" noGrp="1"/>
          </p:cNvSpPr>
          <p:nvPr/>
        </p:nvSpPr>
        <p:spPr>
          <a:xfrm xmlns:a="http://schemas.openxmlformats.org/drawingml/2006/main">
            <a:off x="6591300" y="48768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CAN-H ανεβαίνει και CAN-L κατεβαίνει.</a:t>
            </a:r>
          </a:p>
        </p:txBody>
      </p:sp>
      <p:sp>
        <p:nvSpPr>
          <p:cNvPr id="23" name="s26-takeaway">
            <a:extLst xmlns:a="http://schemas.openxmlformats.org/drawingml/2006/main">
              <a:ext uri="{FF2B5EF4-FFF2-40B4-BE49-F238E27FC236}">
                <a16:creationId xmlns:a16="http://schemas.microsoft.com/office/drawing/2014/main" id="{18DBD9B0-C445-4151-B1FC-F36D1ACFD212}"/>
              </a:ext>
            </a:extLst>
          </p:cNvPr>
          <p:cNvSpPr>
            <a:spLocks xmlns:a="http://schemas.openxmlformats.org/drawingml/2006/main" noGrp="1"/>
          </p:cNvSpPr>
          <p:nvPr/>
        </p:nvSpPr>
        <p:spPr>
          <a:xfrm xmlns:a="http://schemas.openxmlformats.org/drawingml/2006/main">
            <a:off x="609600" y="5657850"/>
            <a:ext cx="10972800" cy="514350"/>
          </a:xfrm>
          <a:prstGeom xmlns:a="http://schemas.openxmlformats.org/drawingml/2006/main" prst="roundRect">
            <a:avLst>
              <a:gd name="adj" fmla="val 14815"/>
            </a:avLst>
          </a:prstGeom>
          <a:solidFill xmlns:a="http://schemas.openxmlformats.org/drawingml/2006/main">
            <a:srgbClr val="E4F7FA"/>
          </a:solidFill>
          <a:ln xmlns:a="http://schemas.openxmlformats.org/drawingml/2006/main" w="9525">
            <a:solidFill>
              <a:srgbClr val="C5E8ED"/>
            </a:solidFill>
            <a:prstDash val="solid"/>
          </a:ln>
        </p:spPr>
      </p:sp>
      <p:sp>
        <p:nvSpPr>
          <p:cNvPr id="24" name="s26-takeaway-text">
            <a:extLst xmlns:a="http://schemas.openxmlformats.org/drawingml/2006/main">
              <a:ext uri="{FF2B5EF4-FFF2-40B4-BE49-F238E27FC236}">
                <a16:creationId xmlns:a16="http://schemas.microsoft.com/office/drawing/2014/main" id="{41BCF800-E536-48FB-A873-40679A92FC94}"/>
              </a:ext>
            </a:extLst>
          </p:cNvPr>
          <p:cNvSpPr>
            <a:spLocks xmlns:a="http://schemas.openxmlformats.org/drawingml/2006/main" noGrp="1"/>
          </p:cNvSpPr>
          <p:nvPr/>
        </p:nvSpPr>
        <p:spPr>
          <a:xfrm xmlns:a="http://schemas.openxmlformats.org/drawingml/2006/main">
            <a:off x="819150" y="5734050"/>
            <a:ext cx="1055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Αυτό που μετρά για τον δέκτη είναι η διαφορά ανάμεσα στις δύο γραμμές.</a:t>
            </a:r>
          </a:p>
        </p:txBody>
      </p:sp>
      <p:sp>
        <p:nvSpPr>
          <p:cNvPr id="25" name="s26-note">
            <a:extLst xmlns:a="http://schemas.openxmlformats.org/drawingml/2006/main">
              <a:ext uri="{FF2B5EF4-FFF2-40B4-BE49-F238E27FC236}">
                <a16:creationId xmlns:a16="http://schemas.microsoft.com/office/drawing/2014/main" id="{5C61A00C-4665-41A3-AEA5-9FA2877C7623}"/>
              </a:ext>
            </a:extLst>
          </p:cNvPr>
          <p:cNvSpPr>
            <a:spLocks xmlns:a="http://schemas.openxmlformats.org/drawingml/2006/main" noGrp="1"/>
          </p:cNvSpPr>
          <p:nvPr/>
        </p:nvSpPr>
        <p:spPr>
          <a:xfrm xmlns:a="http://schemas.openxmlformats.org/drawingml/2006/main">
            <a:off x="609600" y="6238875"/>
            <a:ext cx="10287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Τυπικές ονομαστικές τιμές υψηλής ταχύτητας CAN· οι πραγματικές τιμές εξαρτώνται από τον πομποδέκτη.</a:t>
            </a:r>
          </a:p>
        </p:txBody>
      </p:sp>
      <p:sp>
        <p:nvSpPr>
          <p:cNvPr id="26" name="s26-footer">
            <a:extLst xmlns:a="http://schemas.openxmlformats.org/drawingml/2006/main">
              <a:ext uri="{FF2B5EF4-FFF2-40B4-BE49-F238E27FC236}">
                <a16:creationId xmlns:a16="http://schemas.microsoft.com/office/drawing/2014/main" id="{6A73CDB0-4FBC-46AA-A124-22B03A450A0A}"/>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27" name="s26-page-number">
            <a:extLst xmlns:a="http://schemas.openxmlformats.org/drawingml/2006/main">
              <a:ext uri="{FF2B5EF4-FFF2-40B4-BE49-F238E27FC236}">
                <a16:creationId xmlns:a16="http://schemas.microsoft.com/office/drawing/2014/main" id="{0891DF84-56EE-4B6A-9658-A3D8967BCF74}"/>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26</a:t>
            </a:r>
          </a:p>
        </p:txBody>
      </p:sp>
    </p:spTree>
    <p:extLst>
      <p:ext uri="{BB962C8B-B14F-4D97-AF65-F5344CB8AC3E}">
        <p14:creationId xmlns:p14="http://schemas.microsoft.com/office/powerpoint/2010/main" val="544064975"/>
      </p:ext>
    </p:extLst>
  </p:cSld>
</p:sld>
</file>

<file path=ppt/slides/slide27.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9" name="s27-kicker">
            <a:extLst xmlns:a="http://schemas.openxmlformats.org/drawingml/2006/main">
              <a:ext uri="{FF2B5EF4-FFF2-40B4-BE49-F238E27FC236}">
                <a16:creationId xmlns:a16="http://schemas.microsoft.com/office/drawing/2014/main" id="{D3246CF0-523D-44E1-B999-08C950060315}"/>
              </a:ext>
            </a:extLst>
          </p:cNvPr>
          <p:cNvSpPr>
            <a:spLocks xmlns:a="http://schemas.openxmlformats.org/drawingml/2006/main" noGrp="1"/>
          </p:cNvSpPr>
          <p:nvPr/>
        </p:nvSpPr>
        <p:spPr>
          <a:xfrm xmlns:a="http://schemas.openxmlformats.org/drawingml/2006/main">
            <a:off x="609600" y="3238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ΘΕΩΡΙΑ  ·  ΜΑΘΗΜΑ 05</a:t>
            </a:r>
          </a:p>
        </p:txBody>
      </p:sp>
      <p:sp>
        <p:nvSpPr>
          <p:cNvPr id="2" name="s27-title">
            <a:extLst xmlns:a="http://schemas.openxmlformats.org/drawingml/2006/main">
              <a:ext uri="{FF2B5EF4-FFF2-40B4-BE49-F238E27FC236}">
                <a16:creationId xmlns:a16="http://schemas.microsoft.com/office/drawing/2014/main" id="{3A974639-CC44-4305-9FDF-2263B2F4A63A}"/>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75" b="1">
                <a:solidFill>
                  <a:srgbClr val="101D31"/>
                </a:solidFill>
                <a:latin typeface="DejaVu Sans"/>
                <a:ea typeface="DejaVu Sans"/>
                <a:cs typeface="DejaVu Sans"/>
              </a:defRPr>
            </a:defPPr>
            <a:lvl1pPr algn="l">
              <a:defRPr sz="2475" b="1">
                <a:solidFill>
                  <a:srgbClr val="101D31"/>
                </a:solidFill>
                <a:latin typeface="DejaVu Sans"/>
                <a:ea typeface="DejaVu Sans"/>
                <a:cs typeface="DejaVu Sans"/>
              </a:defRPr>
            </a:lvl1pPr>
            <a:lvl2pPr algn="l">
              <a:defRPr sz="2475" b="1">
                <a:solidFill>
                  <a:srgbClr val="101D31"/>
                </a:solidFill>
                <a:latin typeface="DejaVu Sans"/>
                <a:ea typeface="DejaVu Sans"/>
                <a:cs typeface="DejaVu Sans"/>
              </a:defRPr>
            </a:lvl2pPr>
            <a:lvl3pPr algn="l">
              <a:defRPr sz="2475" b="1">
                <a:solidFill>
                  <a:srgbClr val="101D31"/>
                </a:solidFill>
                <a:latin typeface="DejaVu Sans"/>
                <a:ea typeface="DejaVu Sans"/>
                <a:cs typeface="DejaVu Sans"/>
              </a:defRPr>
            </a:lvl3pPr>
            <a:lvl4pPr algn="l">
              <a:defRPr sz="2475" b="1">
                <a:solidFill>
                  <a:srgbClr val="101D31"/>
                </a:solidFill>
                <a:latin typeface="DejaVu Sans"/>
                <a:ea typeface="DejaVu Sans"/>
                <a:cs typeface="DejaVu Sans"/>
              </a:defRPr>
            </a:lvl4pPr>
            <a:lvl5pPr algn="l">
              <a:defRPr sz="2475" b="1">
                <a:solidFill>
                  <a:srgbClr val="101D31"/>
                </a:solidFill>
                <a:latin typeface="DejaVu Sans"/>
                <a:ea typeface="DejaVu Sans"/>
                <a:cs typeface="DejaVu Sans"/>
              </a:defRPr>
            </a:lvl5pPr>
            <a:lvl6pPr algn="l">
              <a:defRPr sz="2475" b="1">
                <a:solidFill>
                  <a:srgbClr val="101D31"/>
                </a:solidFill>
                <a:latin typeface="DejaVu Sans"/>
                <a:ea typeface="DejaVu Sans"/>
                <a:cs typeface="DejaVu Sans"/>
              </a:defRPr>
            </a:lvl6pPr>
            <a:lvl7pPr algn="l">
              <a:defRPr sz="2475" b="1">
                <a:solidFill>
                  <a:srgbClr val="101D31"/>
                </a:solidFill>
                <a:latin typeface="DejaVu Sans"/>
                <a:ea typeface="DejaVu Sans"/>
                <a:cs typeface="DejaVu Sans"/>
              </a:defRPr>
            </a:lvl7pPr>
            <a:lvl8pPr algn="l">
              <a:defRPr sz="2475" b="1">
                <a:solidFill>
                  <a:srgbClr val="101D31"/>
                </a:solidFill>
                <a:latin typeface="DejaVu Sans"/>
                <a:ea typeface="DejaVu Sans"/>
                <a:cs typeface="DejaVu Sans"/>
              </a:defRPr>
            </a:lvl8pPr>
            <a:lvl9pPr algn="l">
              <a:defRPr sz="2475" b="1">
                <a:solidFill>
                  <a:srgbClr val="101D31"/>
                </a:solidFill>
                <a:latin typeface="DejaVu Sans"/>
                <a:ea typeface="DejaVu Sans"/>
                <a:cs typeface="DejaVu Sans"/>
              </a:defRPr>
            </a:lvl9pPr>
          </a:lstStyle>
          <a:p xmlns:a="http://schemas.openxmlformats.org/drawingml/2006/main">
            <a:pPr algn="l">
              <a:defRPr sz="2475" b="1">
                <a:solidFill>
                  <a:srgbClr val="101D31"/>
                </a:solidFill>
                <a:latin typeface="DejaVu Sans"/>
                <a:ea typeface="DejaVu Sans"/>
                <a:cs typeface="DejaVu Sans"/>
              </a:defRPr>
            </a:pPr>
            <a:r>
              <a:rPr sz="2475" b="1">
                <a:solidFill>
                  <a:srgbClr val="101D31"/>
                </a:solidFill>
                <a:latin typeface="DejaVu Sans"/>
                <a:ea typeface="DejaVu Sans"/>
                <a:cs typeface="DejaVu Sans"/>
              </a:rPr>
              <a:t>Ο πομποδέκτης συνδέει τον ελεγκτή με το δίκτυο CAN</a:t>
            </a:r>
          </a:p>
        </p:txBody>
      </p:sp>
      <p:sp>
        <p:nvSpPr>
          <p:cNvPr id="3" name="s27-title-rule">
            <a:extLst xmlns:a="http://schemas.openxmlformats.org/drawingml/2006/main">
              <a:ext uri="{FF2B5EF4-FFF2-40B4-BE49-F238E27FC236}">
                <a16:creationId xmlns:a16="http://schemas.microsoft.com/office/drawing/2014/main" id="{B0BED07C-99B8-4C31-A16B-A18B0E1912A4}"/>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7-subtitle">
            <a:extLst xmlns:a="http://schemas.openxmlformats.org/drawingml/2006/main">
              <a:ext uri="{FF2B5EF4-FFF2-40B4-BE49-F238E27FC236}">
                <a16:creationId xmlns:a16="http://schemas.microsoft.com/office/drawing/2014/main" id="{EFCB751E-1A83-4A29-B7A1-EC365F2AB432}"/>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Μετατρέπει τα λογικά bit σε ηλεκτρικά σήματα και τα σήματα του δικτύου ξανά σε bit.</a:t>
            </a:r>
          </a:p>
        </p:txBody>
      </p:sp>
      <p:sp>
        <p:nvSpPr>
          <p:cNvPr id="5" name="s27-ecu-a">
            <a:extLst xmlns:a="http://schemas.openxmlformats.org/drawingml/2006/main">
              <a:ext uri="{FF2B5EF4-FFF2-40B4-BE49-F238E27FC236}">
                <a16:creationId xmlns:a16="http://schemas.microsoft.com/office/drawing/2014/main" id="{8732EDC9-3932-468F-938A-9D70AF7F5D91}"/>
              </a:ext>
            </a:extLst>
          </p:cNvPr>
          <p:cNvSpPr>
            <a:spLocks xmlns:a="http://schemas.openxmlformats.org/drawingml/2006/main" noGrp="1"/>
          </p:cNvSpPr>
          <p:nvPr/>
        </p:nvSpPr>
        <p:spPr>
          <a:xfrm xmlns:a="http://schemas.openxmlformats.org/drawingml/2006/main">
            <a:off x="609600" y="2266950"/>
            <a:ext cx="31051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4288">
            <a:solidFill>
              <a:srgbClr val="D6E2ED"/>
            </a:solidFill>
            <a:prstDash val="solid"/>
          </a:ln>
        </p:spPr>
      </p:sp>
      <p:sp>
        <p:nvSpPr>
          <p:cNvPr id="6" name="s27-ecu-a-title">
            <a:extLst xmlns:a="http://schemas.openxmlformats.org/drawingml/2006/main">
              <a:ext uri="{FF2B5EF4-FFF2-40B4-BE49-F238E27FC236}">
                <a16:creationId xmlns:a16="http://schemas.microsoft.com/office/drawing/2014/main" id="{1CFEFBE4-F076-4918-B7A6-3485C91D7034}"/>
              </a:ext>
            </a:extLst>
          </p:cNvPr>
          <p:cNvSpPr>
            <a:spLocks xmlns:a="http://schemas.openxmlformats.org/drawingml/2006/main" noGrp="1"/>
          </p:cNvSpPr>
          <p:nvPr/>
        </p:nvSpPr>
        <p:spPr>
          <a:xfrm xmlns:a="http://schemas.openxmlformats.org/drawingml/2006/main">
            <a:off x="838200" y="2409825"/>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ΜΟΝΑΔΑ ECU A</a:t>
            </a:r>
          </a:p>
        </p:txBody>
      </p:sp>
      <p:sp>
        <p:nvSpPr>
          <p:cNvPr id="7" name="s27-ecu-a-controller">
            <a:extLst xmlns:a="http://schemas.openxmlformats.org/drawingml/2006/main">
              <a:ext uri="{FF2B5EF4-FFF2-40B4-BE49-F238E27FC236}">
                <a16:creationId xmlns:a16="http://schemas.microsoft.com/office/drawing/2014/main" id="{687E7A8D-118A-4958-B4D9-FF1C638121DF}"/>
              </a:ext>
            </a:extLst>
          </p:cNvPr>
          <p:cNvSpPr>
            <a:spLocks xmlns:a="http://schemas.openxmlformats.org/drawingml/2006/main" noGrp="1"/>
          </p:cNvSpPr>
          <p:nvPr/>
        </p:nvSpPr>
        <p:spPr>
          <a:xfrm xmlns:a="http://schemas.openxmlformats.org/drawingml/2006/main">
            <a:off x="838200" y="2781300"/>
            <a:ext cx="2647950" cy="723900"/>
          </a:xfrm>
          <a:prstGeom xmlns:a="http://schemas.openxmlformats.org/drawingml/2006/main" prst="roundRect">
            <a:avLst>
              <a:gd name="adj" fmla="val 10526"/>
            </a:avLst>
          </a:prstGeom>
          <a:solidFill xmlns:a="http://schemas.openxmlformats.org/drawingml/2006/main">
            <a:srgbClr val="E4F7FA"/>
          </a:solidFill>
          <a:ln xmlns:a="http://schemas.openxmlformats.org/drawingml/2006/main" w="9525">
            <a:solidFill>
              <a:srgbClr val="C5E8ED"/>
            </a:solidFill>
            <a:prstDash val="solid"/>
          </a:ln>
        </p:spPr>
      </p:sp>
      <p:sp>
        <p:nvSpPr>
          <p:cNvPr id="8" name="s27-ecu-a-controller-title">
            <a:extLst xmlns:a="http://schemas.openxmlformats.org/drawingml/2006/main">
              <a:ext uri="{FF2B5EF4-FFF2-40B4-BE49-F238E27FC236}">
                <a16:creationId xmlns:a16="http://schemas.microsoft.com/office/drawing/2014/main" id="{4CCA6513-14A4-43FF-8892-0B4F4A0AC82C}"/>
              </a:ext>
            </a:extLst>
          </p:cNvPr>
          <p:cNvSpPr>
            <a:spLocks xmlns:a="http://schemas.openxmlformats.org/drawingml/2006/main" noGrp="1"/>
          </p:cNvSpPr>
          <p:nvPr/>
        </p:nvSpPr>
        <p:spPr>
          <a:xfrm xmlns:a="http://schemas.openxmlformats.org/drawingml/2006/main">
            <a:off x="990600" y="2857500"/>
            <a:ext cx="2343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Ελεγκτής CAN</a:t>
            </a:r>
          </a:p>
        </p:txBody>
      </p:sp>
      <p:sp>
        <p:nvSpPr>
          <p:cNvPr id="9" name="s27-ecu-a-controller-sub">
            <a:extLst xmlns:a="http://schemas.openxmlformats.org/drawingml/2006/main">
              <a:ext uri="{FF2B5EF4-FFF2-40B4-BE49-F238E27FC236}">
                <a16:creationId xmlns:a16="http://schemas.microsoft.com/office/drawing/2014/main" id="{B355347E-84B4-4C00-B7C9-2E9E9169E62C}"/>
              </a:ext>
            </a:extLst>
          </p:cNvPr>
          <p:cNvSpPr>
            <a:spLocks xmlns:a="http://schemas.openxmlformats.org/drawingml/2006/main" noGrp="1"/>
          </p:cNvSpPr>
          <p:nvPr/>
        </p:nvSpPr>
        <p:spPr>
          <a:xfrm xmlns:a="http://schemas.openxmlformats.org/drawingml/2006/main">
            <a:off x="990600" y="314325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χειρίζεται τα bit</a:t>
            </a:r>
          </a:p>
        </p:txBody>
      </p:sp>
      <p:sp>
        <p:nvSpPr>
          <p:cNvPr id="10" name="s27-ecu-a-bit-label">
            <a:extLst xmlns:a="http://schemas.openxmlformats.org/drawingml/2006/main">
              <a:ext uri="{FF2B5EF4-FFF2-40B4-BE49-F238E27FC236}">
                <a16:creationId xmlns:a16="http://schemas.microsoft.com/office/drawing/2014/main" id="{69CA5390-1450-488D-AE19-2966FFDF59CC}"/>
              </a:ext>
            </a:extLst>
          </p:cNvPr>
          <p:cNvSpPr>
            <a:spLocks xmlns:a="http://schemas.openxmlformats.org/drawingml/2006/main" noGrp="1"/>
          </p:cNvSpPr>
          <p:nvPr/>
        </p:nvSpPr>
        <p:spPr>
          <a:xfrm xmlns:a="http://schemas.openxmlformats.org/drawingml/2006/main">
            <a:off x="1076325" y="3581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10BFD9"/>
                </a:solidFill>
                <a:latin typeface="DejaVu Sans"/>
                <a:ea typeface="DejaVu Sans"/>
                <a:cs typeface="DejaVu Sans"/>
              </a:defRPr>
            </a:defPPr>
            <a:lvl1pPr algn="ctr">
              <a:defRPr sz="975" b="1">
                <a:solidFill>
                  <a:srgbClr val="10BFD9"/>
                </a:solidFill>
                <a:latin typeface="DejaVu Sans"/>
                <a:ea typeface="DejaVu Sans"/>
                <a:cs typeface="DejaVu Sans"/>
              </a:defRPr>
            </a:lvl1pPr>
            <a:lvl2pPr algn="ctr">
              <a:defRPr sz="975" b="1">
                <a:solidFill>
                  <a:srgbClr val="10BFD9"/>
                </a:solidFill>
                <a:latin typeface="DejaVu Sans"/>
                <a:ea typeface="DejaVu Sans"/>
                <a:cs typeface="DejaVu Sans"/>
              </a:defRPr>
            </a:lvl2pPr>
            <a:lvl3pPr algn="ctr">
              <a:defRPr sz="975" b="1">
                <a:solidFill>
                  <a:srgbClr val="10BFD9"/>
                </a:solidFill>
                <a:latin typeface="DejaVu Sans"/>
                <a:ea typeface="DejaVu Sans"/>
                <a:cs typeface="DejaVu Sans"/>
              </a:defRPr>
            </a:lvl3pPr>
            <a:lvl4pPr algn="ctr">
              <a:defRPr sz="975" b="1">
                <a:solidFill>
                  <a:srgbClr val="10BFD9"/>
                </a:solidFill>
                <a:latin typeface="DejaVu Sans"/>
                <a:ea typeface="DejaVu Sans"/>
                <a:cs typeface="DejaVu Sans"/>
              </a:defRPr>
            </a:lvl4pPr>
            <a:lvl5pPr algn="ctr">
              <a:defRPr sz="975" b="1">
                <a:solidFill>
                  <a:srgbClr val="10BFD9"/>
                </a:solidFill>
                <a:latin typeface="DejaVu Sans"/>
                <a:ea typeface="DejaVu Sans"/>
                <a:cs typeface="DejaVu Sans"/>
              </a:defRPr>
            </a:lvl5pPr>
            <a:lvl6pPr algn="ctr">
              <a:defRPr sz="975" b="1">
                <a:solidFill>
                  <a:srgbClr val="10BFD9"/>
                </a:solidFill>
                <a:latin typeface="DejaVu Sans"/>
                <a:ea typeface="DejaVu Sans"/>
                <a:cs typeface="DejaVu Sans"/>
              </a:defRPr>
            </a:lvl6pPr>
            <a:lvl7pPr algn="ctr">
              <a:defRPr sz="975" b="1">
                <a:solidFill>
                  <a:srgbClr val="10BFD9"/>
                </a:solidFill>
                <a:latin typeface="DejaVu Sans"/>
                <a:ea typeface="DejaVu Sans"/>
                <a:cs typeface="DejaVu Sans"/>
              </a:defRPr>
            </a:lvl7pPr>
            <a:lvl8pPr algn="ctr">
              <a:defRPr sz="975" b="1">
                <a:solidFill>
                  <a:srgbClr val="10BFD9"/>
                </a:solidFill>
                <a:latin typeface="DejaVu Sans"/>
                <a:ea typeface="DejaVu Sans"/>
                <a:cs typeface="DejaVu Sans"/>
              </a:defRPr>
            </a:lvl8pPr>
            <a:lvl9pPr algn="ctr">
              <a:defRPr sz="975" b="1">
                <a:solidFill>
                  <a:srgbClr val="10BFD9"/>
                </a:solidFill>
                <a:latin typeface="DejaVu Sans"/>
                <a:ea typeface="DejaVu Sans"/>
                <a:cs typeface="DejaVu Sans"/>
              </a:defRPr>
            </a:lvl9pPr>
          </a:lstStyle>
          <a:p xmlns:a="http://schemas.openxmlformats.org/drawingml/2006/main">
            <a:pPr algn="ctr">
              <a:defRPr sz="975" b="1">
                <a:solidFill>
                  <a:srgbClr val="10BFD9"/>
                </a:solidFill>
                <a:latin typeface="DejaVu Sans"/>
                <a:ea typeface="DejaVu Sans"/>
                <a:cs typeface="DejaVu Sans"/>
              </a:defRPr>
            </a:pPr>
            <a:r>
              <a:rPr sz="975" b="1">
                <a:solidFill>
                  <a:srgbClr val="10BFD9"/>
                </a:solidFill>
                <a:latin typeface="DejaVu Sans"/>
                <a:ea typeface="DejaVu Sans"/>
                <a:cs typeface="DejaVu Sans"/>
              </a:rPr>
              <a:t>bit 0 / 1</a:t>
            </a:r>
          </a:p>
        </p:txBody>
      </p:sp>
      <p:sp>
        <p:nvSpPr>
          <p:cNvPr id="11" name="s27-ecu-a-transceiver">
            <a:extLst xmlns:a="http://schemas.openxmlformats.org/drawingml/2006/main">
              <a:ext uri="{FF2B5EF4-FFF2-40B4-BE49-F238E27FC236}">
                <a16:creationId xmlns:a16="http://schemas.microsoft.com/office/drawing/2014/main" id="{2DB745ED-5A25-4390-9BF7-9AB1BD21E295}"/>
              </a:ext>
            </a:extLst>
          </p:cNvPr>
          <p:cNvSpPr>
            <a:spLocks xmlns:a="http://schemas.openxmlformats.org/drawingml/2006/main" noGrp="1"/>
          </p:cNvSpPr>
          <p:nvPr/>
        </p:nvSpPr>
        <p:spPr>
          <a:xfrm xmlns:a="http://schemas.openxmlformats.org/drawingml/2006/main">
            <a:off x="838200" y="3838575"/>
            <a:ext cx="2647950" cy="876300"/>
          </a:xfrm>
          <a:prstGeom xmlns:a="http://schemas.openxmlformats.org/drawingml/2006/main" prst="roundRect">
            <a:avLst>
              <a:gd name="adj" fmla="val 8696"/>
            </a:avLst>
          </a:prstGeom>
          <a:solidFill xmlns:a="http://schemas.openxmlformats.org/drawingml/2006/main">
            <a:srgbClr val="071426"/>
          </a:solidFill>
          <a:ln xmlns:a="http://schemas.openxmlformats.org/drawingml/2006/main" w="0">
            <a:noFill/>
            <a:prstDash val="solid"/>
          </a:ln>
        </p:spPr>
      </p:sp>
      <p:sp>
        <p:nvSpPr>
          <p:cNvPr id="12" name="s27-ecu-a-transceiver-title">
            <a:extLst xmlns:a="http://schemas.openxmlformats.org/drawingml/2006/main">
              <a:ext uri="{FF2B5EF4-FFF2-40B4-BE49-F238E27FC236}">
                <a16:creationId xmlns:a16="http://schemas.microsoft.com/office/drawing/2014/main" id="{366EC48A-B969-41E4-A4F6-921274E21A2D}"/>
              </a:ext>
            </a:extLst>
          </p:cNvPr>
          <p:cNvSpPr>
            <a:spLocks xmlns:a="http://schemas.openxmlformats.org/drawingml/2006/main" noGrp="1"/>
          </p:cNvSpPr>
          <p:nvPr/>
        </p:nvSpPr>
        <p:spPr>
          <a:xfrm xmlns:a="http://schemas.openxmlformats.org/drawingml/2006/main">
            <a:off x="990600" y="3943350"/>
            <a:ext cx="2343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Πομποδέκτης CAN</a:t>
            </a:r>
          </a:p>
        </p:txBody>
      </p:sp>
      <p:sp>
        <p:nvSpPr>
          <p:cNvPr id="13" name="s27-ecu-a-transceiver-sub">
            <a:extLst xmlns:a="http://schemas.openxmlformats.org/drawingml/2006/main">
              <a:ext uri="{FF2B5EF4-FFF2-40B4-BE49-F238E27FC236}">
                <a16:creationId xmlns:a16="http://schemas.microsoft.com/office/drawing/2014/main" id="{8779D1E8-EE2D-4406-B2BE-2D6AFC76137D}"/>
              </a:ext>
            </a:extLst>
          </p:cNvPr>
          <p:cNvSpPr>
            <a:spLocks xmlns:a="http://schemas.openxmlformats.org/drawingml/2006/main" noGrp="1"/>
          </p:cNvSpPr>
          <p:nvPr/>
        </p:nvSpPr>
        <p:spPr>
          <a:xfrm xmlns:a="http://schemas.openxmlformats.org/drawingml/2006/main">
            <a:off x="990600" y="4276725"/>
            <a:ext cx="2343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C4D5E5"/>
                </a:solidFill>
                <a:latin typeface="DejaVu Sans"/>
                <a:ea typeface="DejaVu Sans"/>
                <a:cs typeface="DejaVu Sans"/>
              </a:defRPr>
            </a:defPPr>
            <a:lvl1pPr algn="ctr">
              <a:defRPr sz="975" b="0">
                <a:solidFill>
                  <a:srgbClr val="C4D5E5"/>
                </a:solidFill>
                <a:latin typeface="DejaVu Sans"/>
                <a:ea typeface="DejaVu Sans"/>
                <a:cs typeface="DejaVu Sans"/>
              </a:defRPr>
            </a:lvl1pPr>
            <a:lvl2pPr algn="ctr">
              <a:defRPr sz="975" b="0">
                <a:solidFill>
                  <a:srgbClr val="C4D5E5"/>
                </a:solidFill>
                <a:latin typeface="DejaVu Sans"/>
                <a:ea typeface="DejaVu Sans"/>
                <a:cs typeface="DejaVu Sans"/>
              </a:defRPr>
            </a:lvl2pPr>
            <a:lvl3pPr algn="ctr">
              <a:defRPr sz="975" b="0">
                <a:solidFill>
                  <a:srgbClr val="C4D5E5"/>
                </a:solidFill>
                <a:latin typeface="DejaVu Sans"/>
                <a:ea typeface="DejaVu Sans"/>
                <a:cs typeface="DejaVu Sans"/>
              </a:defRPr>
            </a:lvl3pPr>
            <a:lvl4pPr algn="ctr">
              <a:defRPr sz="975" b="0">
                <a:solidFill>
                  <a:srgbClr val="C4D5E5"/>
                </a:solidFill>
                <a:latin typeface="DejaVu Sans"/>
                <a:ea typeface="DejaVu Sans"/>
                <a:cs typeface="DejaVu Sans"/>
              </a:defRPr>
            </a:lvl4pPr>
            <a:lvl5pPr algn="ctr">
              <a:defRPr sz="975" b="0">
                <a:solidFill>
                  <a:srgbClr val="C4D5E5"/>
                </a:solidFill>
                <a:latin typeface="DejaVu Sans"/>
                <a:ea typeface="DejaVu Sans"/>
                <a:cs typeface="DejaVu Sans"/>
              </a:defRPr>
            </a:lvl5pPr>
            <a:lvl6pPr algn="ctr">
              <a:defRPr sz="975" b="0">
                <a:solidFill>
                  <a:srgbClr val="C4D5E5"/>
                </a:solidFill>
                <a:latin typeface="DejaVu Sans"/>
                <a:ea typeface="DejaVu Sans"/>
                <a:cs typeface="DejaVu Sans"/>
              </a:defRPr>
            </a:lvl6pPr>
            <a:lvl7pPr algn="ctr">
              <a:defRPr sz="975" b="0">
                <a:solidFill>
                  <a:srgbClr val="C4D5E5"/>
                </a:solidFill>
                <a:latin typeface="DejaVu Sans"/>
                <a:ea typeface="DejaVu Sans"/>
                <a:cs typeface="DejaVu Sans"/>
              </a:defRPr>
            </a:lvl7pPr>
            <a:lvl8pPr algn="ctr">
              <a:defRPr sz="975" b="0">
                <a:solidFill>
                  <a:srgbClr val="C4D5E5"/>
                </a:solidFill>
                <a:latin typeface="DejaVu Sans"/>
                <a:ea typeface="DejaVu Sans"/>
                <a:cs typeface="DejaVu Sans"/>
              </a:defRPr>
            </a:lvl8pPr>
            <a:lvl9pPr algn="ctr">
              <a:defRPr sz="975" b="0">
                <a:solidFill>
                  <a:srgbClr val="C4D5E5"/>
                </a:solidFill>
                <a:latin typeface="DejaVu Sans"/>
                <a:ea typeface="DejaVu Sans"/>
                <a:cs typeface="DejaVu Sans"/>
              </a:defRPr>
            </a:lvl9pPr>
          </a:lstStyle>
          <a:p xmlns:a="http://schemas.openxmlformats.org/drawingml/2006/main">
            <a:pPr algn="ctr">
              <a:defRPr sz="975" b="0">
                <a:solidFill>
                  <a:srgbClr val="C4D5E5"/>
                </a:solidFill>
                <a:latin typeface="DejaVu Sans"/>
                <a:ea typeface="DejaVu Sans"/>
                <a:cs typeface="DejaVu Sans"/>
              </a:defRPr>
            </a:pPr>
            <a:r>
              <a:rPr sz="975" b="0">
                <a:solidFill>
                  <a:srgbClr val="C4D5E5"/>
                </a:solidFill>
                <a:latin typeface="DejaVu Sans"/>
                <a:ea typeface="DejaVu Sans"/>
                <a:cs typeface="DejaVu Sans"/>
              </a:rPr>
              <a:t>οδηγεί και διαβάζει τον δίαυλο</a:t>
            </a:r>
          </a:p>
        </p:txBody>
      </p:sp>
      <p:sp>
        <p:nvSpPr>
          <p:cNvPr id="14" name="s27-bus-card">
            <a:extLst xmlns:a="http://schemas.openxmlformats.org/drawingml/2006/main">
              <a:ext uri="{FF2B5EF4-FFF2-40B4-BE49-F238E27FC236}">
                <a16:creationId xmlns:a16="http://schemas.microsoft.com/office/drawing/2014/main" id="{56875A9C-8ADB-4775-84DC-B68659EE4153}"/>
              </a:ext>
            </a:extLst>
          </p:cNvPr>
          <p:cNvSpPr>
            <a:spLocks xmlns:a="http://schemas.openxmlformats.org/drawingml/2006/main" noGrp="1"/>
          </p:cNvSpPr>
          <p:nvPr/>
        </p:nvSpPr>
        <p:spPr>
          <a:xfrm xmlns:a="http://schemas.openxmlformats.org/drawingml/2006/main">
            <a:off x="4124325" y="2266950"/>
            <a:ext cx="3943350" cy="2857500"/>
          </a:xfrm>
          <a:prstGeom xmlns:a="http://schemas.openxmlformats.org/drawingml/2006/main" prst="roundRect">
            <a:avLst>
              <a:gd name="adj" fmla="val 2667"/>
            </a:avLst>
          </a:prstGeom>
          <a:solidFill xmlns:a="http://schemas.openxmlformats.org/drawingml/2006/main">
            <a:srgbClr val="071426"/>
          </a:solidFill>
          <a:ln xmlns:a="http://schemas.openxmlformats.org/drawingml/2006/main" w="0">
            <a:noFill/>
            <a:prstDash val="solid"/>
          </a:ln>
        </p:spPr>
      </p:sp>
      <p:sp>
        <p:nvSpPr>
          <p:cNvPr id="15" name="s27-bus-title">
            <a:extLst xmlns:a="http://schemas.openxmlformats.org/drawingml/2006/main">
              <a:ext uri="{FF2B5EF4-FFF2-40B4-BE49-F238E27FC236}">
                <a16:creationId xmlns:a16="http://schemas.microsoft.com/office/drawing/2014/main" id="{1C7FF6A5-3F76-4311-B7A6-EAA32B8C0644}"/>
              </a:ext>
            </a:extLst>
          </p:cNvPr>
          <p:cNvSpPr>
            <a:spLocks xmlns:a="http://schemas.openxmlformats.org/drawingml/2006/main" noGrp="1"/>
          </p:cNvSpPr>
          <p:nvPr/>
        </p:nvSpPr>
        <p:spPr>
          <a:xfrm xmlns:a="http://schemas.openxmlformats.org/drawingml/2006/main">
            <a:off x="4391025" y="2447925"/>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10BFD9"/>
                </a:solidFill>
                <a:latin typeface="DejaVu Sans"/>
                <a:ea typeface="DejaVu Sans"/>
                <a:cs typeface="DejaVu Sans"/>
              </a:defRPr>
            </a:defPPr>
            <a:lvl1pPr algn="ctr">
              <a:defRPr sz="1050" b="1">
                <a:solidFill>
                  <a:srgbClr val="10BFD9"/>
                </a:solidFill>
                <a:latin typeface="DejaVu Sans"/>
                <a:ea typeface="DejaVu Sans"/>
                <a:cs typeface="DejaVu Sans"/>
              </a:defRPr>
            </a:lvl1pPr>
            <a:lvl2pPr algn="ctr">
              <a:defRPr sz="1050" b="1">
                <a:solidFill>
                  <a:srgbClr val="10BFD9"/>
                </a:solidFill>
                <a:latin typeface="DejaVu Sans"/>
                <a:ea typeface="DejaVu Sans"/>
                <a:cs typeface="DejaVu Sans"/>
              </a:defRPr>
            </a:lvl2pPr>
            <a:lvl3pPr algn="ctr">
              <a:defRPr sz="1050" b="1">
                <a:solidFill>
                  <a:srgbClr val="10BFD9"/>
                </a:solidFill>
                <a:latin typeface="DejaVu Sans"/>
                <a:ea typeface="DejaVu Sans"/>
                <a:cs typeface="DejaVu Sans"/>
              </a:defRPr>
            </a:lvl3pPr>
            <a:lvl4pPr algn="ctr">
              <a:defRPr sz="1050" b="1">
                <a:solidFill>
                  <a:srgbClr val="10BFD9"/>
                </a:solidFill>
                <a:latin typeface="DejaVu Sans"/>
                <a:ea typeface="DejaVu Sans"/>
                <a:cs typeface="DejaVu Sans"/>
              </a:defRPr>
            </a:lvl4pPr>
            <a:lvl5pPr algn="ctr">
              <a:defRPr sz="1050" b="1">
                <a:solidFill>
                  <a:srgbClr val="10BFD9"/>
                </a:solidFill>
                <a:latin typeface="DejaVu Sans"/>
                <a:ea typeface="DejaVu Sans"/>
                <a:cs typeface="DejaVu Sans"/>
              </a:defRPr>
            </a:lvl5pPr>
            <a:lvl6pPr algn="ctr">
              <a:defRPr sz="1050" b="1">
                <a:solidFill>
                  <a:srgbClr val="10BFD9"/>
                </a:solidFill>
                <a:latin typeface="DejaVu Sans"/>
                <a:ea typeface="DejaVu Sans"/>
                <a:cs typeface="DejaVu Sans"/>
              </a:defRPr>
            </a:lvl6pPr>
            <a:lvl7pPr algn="ctr">
              <a:defRPr sz="1050" b="1">
                <a:solidFill>
                  <a:srgbClr val="10BFD9"/>
                </a:solidFill>
                <a:latin typeface="DejaVu Sans"/>
                <a:ea typeface="DejaVu Sans"/>
                <a:cs typeface="DejaVu Sans"/>
              </a:defRPr>
            </a:lvl7pPr>
            <a:lvl8pPr algn="ctr">
              <a:defRPr sz="1050" b="1">
                <a:solidFill>
                  <a:srgbClr val="10BFD9"/>
                </a:solidFill>
                <a:latin typeface="DejaVu Sans"/>
                <a:ea typeface="DejaVu Sans"/>
                <a:cs typeface="DejaVu Sans"/>
              </a:defRPr>
            </a:lvl8pPr>
            <a:lvl9pPr algn="ctr">
              <a:defRPr sz="1050" b="1">
                <a:solidFill>
                  <a:srgbClr val="10BFD9"/>
                </a:solidFill>
                <a:latin typeface="DejaVu Sans"/>
                <a:ea typeface="DejaVu Sans"/>
                <a:cs typeface="DejaVu Sans"/>
              </a:defRPr>
            </a:lvl9pPr>
          </a:lstStyle>
          <a:p xmlns:a="http://schemas.openxmlformats.org/drawingml/2006/main">
            <a:pPr algn="ctr">
              <a:defRPr sz="1050" b="1">
                <a:solidFill>
                  <a:srgbClr val="10BFD9"/>
                </a:solidFill>
                <a:latin typeface="DejaVu Sans"/>
                <a:ea typeface="DejaVu Sans"/>
                <a:cs typeface="DejaVu Sans"/>
              </a:defRPr>
            </a:pPr>
            <a:r>
              <a:rPr sz="1050" b="1">
                <a:solidFill>
                  <a:srgbClr val="10BFD9"/>
                </a:solidFill>
                <a:latin typeface="DejaVu Sans"/>
                <a:ea typeface="DejaVu Sans"/>
                <a:cs typeface="DejaVu Sans"/>
              </a:rPr>
              <a:t>ΔΙΑΦΟΡΙΚΟΣ ΔΙΑΥΛΟΣ CAN</a:t>
            </a:r>
          </a:p>
        </p:txBody>
      </p:sp>
      <p:sp>
        <p:nvSpPr>
          <p:cNvPr id="16" name="s27-can-h">
            <a:extLst xmlns:a="http://schemas.openxmlformats.org/drawingml/2006/main">
              <a:ext uri="{FF2B5EF4-FFF2-40B4-BE49-F238E27FC236}">
                <a16:creationId xmlns:a16="http://schemas.microsoft.com/office/drawing/2014/main" id="{AC055B95-DF2F-482B-B221-1E8C9F5F9C1C}"/>
              </a:ext>
            </a:extLst>
          </p:cNvPr>
          <p:cNvSpPr>
            <a:spLocks xmlns:a="http://schemas.openxmlformats.org/drawingml/2006/main" noGrp="1"/>
          </p:cNvSpPr>
          <p:nvPr/>
        </p:nvSpPr>
        <p:spPr>
          <a:xfrm xmlns:a="http://schemas.openxmlformats.org/drawingml/2006/main">
            <a:off x="4381500" y="3971925"/>
            <a:ext cx="34290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7" name="s27-can-l">
            <a:extLst xmlns:a="http://schemas.openxmlformats.org/drawingml/2006/main">
              <a:ext uri="{FF2B5EF4-FFF2-40B4-BE49-F238E27FC236}">
                <a16:creationId xmlns:a16="http://schemas.microsoft.com/office/drawing/2014/main" id="{DE2BBE62-F8CD-4545-BC02-C0112CA57644}"/>
              </a:ext>
            </a:extLst>
          </p:cNvPr>
          <p:cNvSpPr>
            <a:spLocks xmlns:a="http://schemas.openxmlformats.org/drawingml/2006/main" noGrp="1"/>
          </p:cNvSpPr>
          <p:nvPr/>
        </p:nvSpPr>
        <p:spPr>
          <a:xfrm xmlns:a="http://schemas.openxmlformats.org/drawingml/2006/main">
            <a:off x="4381500" y="4324350"/>
            <a:ext cx="342900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8" name="s27-can-h-label">
            <a:extLst xmlns:a="http://schemas.openxmlformats.org/drawingml/2006/main">
              <a:ext uri="{FF2B5EF4-FFF2-40B4-BE49-F238E27FC236}">
                <a16:creationId xmlns:a16="http://schemas.microsoft.com/office/drawing/2014/main" id="{3AFF9F50-30FC-4528-954A-B53AA1A8AC12}"/>
              </a:ext>
            </a:extLst>
          </p:cNvPr>
          <p:cNvSpPr>
            <a:spLocks xmlns:a="http://schemas.openxmlformats.org/drawingml/2006/main" noGrp="1"/>
          </p:cNvSpPr>
          <p:nvPr/>
        </p:nvSpPr>
        <p:spPr>
          <a:xfrm xmlns:a="http://schemas.openxmlformats.org/drawingml/2006/main">
            <a:off x="4438650" y="36385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10BFD9"/>
                </a:solidFill>
                <a:latin typeface="DejaVu Sans"/>
                <a:ea typeface="DejaVu Sans"/>
                <a:cs typeface="DejaVu Sans"/>
              </a:defRPr>
            </a:defPPr>
            <a:lvl1pPr algn="l">
              <a:defRPr sz="975" b="1">
                <a:solidFill>
                  <a:srgbClr val="10BFD9"/>
                </a:solidFill>
                <a:latin typeface="DejaVu Sans"/>
                <a:ea typeface="DejaVu Sans"/>
                <a:cs typeface="DejaVu Sans"/>
              </a:defRPr>
            </a:lvl1pPr>
            <a:lvl2pPr algn="l">
              <a:defRPr sz="975" b="1">
                <a:solidFill>
                  <a:srgbClr val="10BFD9"/>
                </a:solidFill>
                <a:latin typeface="DejaVu Sans"/>
                <a:ea typeface="DejaVu Sans"/>
                <a:cs typeface="DejaVu Sans"/>
              </a:defRPr>
            </a:lvl2pPr>
            <a:lvl3pPr algn="l">
              <a:defRPr sz="975" b="1">
                <a:solidFill>
                  <a:srgbClr val="10BFD9"/>
                </a:solidFill>
                <a:latin typeface="DejaVu Sans"/>
                <a:ea typeface="DejaVu Sans"/>
                <a:cs typeface="DejaVu Sans"/>
              </a:defRPr>
            </a:lvl3pPr>
            <a:lvl4pPr algn="l">
              <a:defRPr sz="975" b="1">
                <a:solidFill>
                  <a:srgbClr val="10BFD9"/>
                </a:solidFill>
                <a:latin typeface="DejaVu Sans"/>
                <a:ea typeface="DejaVu Sans"/>
                <a:cs typeface="DejaVu Sans"/>
              </a:defRPr>
            </a:lvl4pPr>
            <a:lvl5pPr algn="l">
              <a:defRPr sz="975" b="1">
                <a:solidFill>
                  <a:srgbClr val="10BFD9"/>
                </a:solidFill>
                <a:latin typeface="DejaVu Sans"/>
                <a:ea typeface="DejaVu Sans"/>
                <a:cs typeface="DejaVu Sans"/>
              </a:defRPr>
            </a:lvl5pPr>
            <a:lvl6pPr algn="l">
              <a:defRPr sz="975" b="1">
                <a:solidFill>
                  <a:srgbClr val="10BFD9"/>
                </a:solidFill>
                <a:latin typeface="DejaVu Sans"/>
                <a:ea typeface="DejaVu Sans"/>
                <a:cs typeface="DejaVu Sans"/>
              </a:defRPr>
            </a:lvl6pPr>
            <a:lvl7pPr algn="l">
              <a:defRPr sz="975" b="1">
                <a:solidFill>
                  <a:srgbClr val="10BFD9"/>
                </a:solidFill>
                <a:latin typeface="DejaVu Sans"/>
                <a:ea typeface="DejaVu Sans"/>
                <a:cs typeface="DejaVu Sans"/>
              </a:defRPr>
            </a:lvl7pPr>
            <a:lvl8pPr algn="l">
              <a:defRPr sz="975" b="1">
                <a:solidFill>
                  <a:srgbClr val="10BFD9"/>
                </a:solidFill>
                <a:latin typeface="DejaVu Sans"/>
                <a:ea typeface="DejaVu Sans"/>
                <a:cs typeface="DejaVu Sans"/>
              </a:defRPr>
            </a:lvl8pPr>
            <a:lvl9pPr algn="l">
              <a:defRPr sz="975" b="1">
                <a:solidFill>
                  <a:srgbClr val="10BFD9"/>
                </a:solidFill>
                <a:latin typeface="DejaVu Sans"/>
                <a:ea typeface="DejaVu Sans"/>
                <a:cs typeface="DejaVu Sans"/>
              </a:defRPr>
            </a:lvl9pPr>
          </a:lstStyle>
          <a:p xmlns:a="http://schemas.openxmlformats.org/drawingml/2006/main">
            <a:pPr algn="l">
              <a:defRPr sz="975" b="1">
                <a:solidFill>
                  <a:srgbClr val="10BFD9"/>
                </a:solidFill>
                <a:latin typeface="DejaVu Sans"/>
                <a:ea typeface="DejaVu Sans"/>
                <a:cs typeface="DejaVu Sans"/>
              </a:defRPr>
            </a:pPr>
            <a:r>
              <a:rPr sz="975" b="1">
                <a:solidFill>
                  <a:srgbClr val="10BFD9"/>
                </a:solidFill>
                <a:latin typeface="DejaVu Sans"/>
                <a:ea typeface="DejaVu Sans"/>
                <a:cs typeface="DejaVu Sans"/>
              </a:rPr>
              <a:t>CAN-H</a:t>
            </a:r>
          </a:p>
        </p:txBody>
      </p:sp>
      <p:sp>
        <p:nvSpPr>
          <p:cNvPr id="19" name="s27-can-l-label">
            <a:extLst xmlns:a="http://schemas.openxmlformats.org/drawingml/2006/main">
              <a:ext uri="{FF2B5EF4-FFF2-40B4-BE49-F238E27FC236}">
                <a16:creationId xmlns:a16="http://schemas.microsoft.com/office/drawing/2014/main" id="{975A0BAD-3518-440C-9149-DA3E9DF821AA}"/>
              </a:ext>
            </a:extLst>
          </p:cNvPr>
          <p:cNvSpPr>
            <a:spLocks xmlns:a="http://schemas.openxmlformats.org/drawingml/2006/main" noGrp="1"/>
          </p:cNvSpPr>
          <p:nvPr/>
        </p:nvSpPr>
        <p:spPr>
          <a:xfrm xmlns:a="http://schemas.openxmlformats.org/drawingml/2006/main">
            <a:off x="4438650" y="441007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F7B500"/>
                </a:solidFill>
                <a:latin typeface="DejaVu Sans"/>
                <a:ea typeface="DejaVu Sans"/>
                <a:cs typeface="DejaVu Sans"/>
              </a:defRPr>
            </a:defPPr>
            <a:lvl1pPr algn="l">
              <a:defRPr sz="975" b="1">
                <a:solidFill>
                  <a:srgbClr val="F7B500"/>
                </a:solidFill>
                <a:latin typeface="DejaVu Sans"/>
                <a:ea typeface="DejaVu Sans"/>
                <a:cs typeface="DejaVu Sans"/>
              </a:defRPr>
            </a:lvl1pPr>
            <a:lvl2pPr algn="l">
              <a:defRPr sz="975" b="1">
                <a:solidFill>
                  <a:srgbClr val="F7B500"/>
                </a:solidFill>
                <a:latin typeface="DejaVu Sans"/>
                <a:ea typeface="DejaVu Sans"/>
                <a:cs typeface="DejaVu Sans"/>
              </a:defRPr>
            </a:lvl2pPr>
            <a:lvl3pPr algn="l">
              <a:defRPr sz="975" b="1">
                <a:solidFill>
                  <a:srgbClr val="F7B500"/>
                </a:solidFill>
                <a:latin typeface="DejaVu Sans"/>
                <a:ea typeface="DejaVu Sans"/>
                <a:cs typeface="DejaVu Sans"/>
              </a:defRPr>
            </a:lvl3pPr>
            <a:lvl4pPr algn="l">
              <a:defRPr sz="975" b="1">
                <a:solidFill>
                  <a:srgbClr val="F7B500"/>
                </a:solidFill>
                <a:latin typeface="DejaVu Sans"/>
                <a:ea typeface="DejaVu Sans"/>
                <a:cs typeface="DejaVu Sans"/>
              </a:defRPr>
            </a:lvl4pPr>
            <a:lvl5pPr algn="l">
              <a:defRPr sz="975" b="1">
                <a:solidFill>
                  <a:srgbClr val="F7B500"/>
                </a:solidFill>
                <a:latin typeface="DejaVu Sans"/>
                <a:ea typeface="DejaVu Sans"/>
                <a:cs typeface="DejaVu Sans"/>
              </a:defRPr>
            </a:lvl5pPr>
            <a:lvl6pPr algn="l">
              <a:defRPr sz="975" b="1">
                <a:solidFill>
                  <a:srgbClr val="F7B500"/>
                </a:solidFill>
                <a:latin typeface="DejaVu Sans"/>
                <a:ea typeface="DejaVu Sans"/>
                <a:cs typeface="DejaVu Sans"/>
              </a:defRPr>
            </a:lvl6pPr>
            <a:lvl7pPr algn="l">
              <a:defRPr sz="975" b="1">
                <a:solidFill>
                  <a:srgbClr val="F7B500"/>
                </a:solidFill>
                <a:latin typeface="DejaVu Sans"/>
                <a:ea typeface="DejaVu Sans"/>
                <a:cs typeface="DejaVu Sans"/>
              </a:defRPr>
            </a:lvl7pPr>
            <a:lvl8pPr algn="l">
              <a:defRPr sz="975" b="1">
                <a:solidFill>
                  <a:srgbClr val="F7B500"/>
                </a:solidFill>
                <a:latin typeface="DejaVu Sans"/>
                <a:ea typeface="DejaVu Sans"/>
                <a:cs typeface="DejaVu Sans"/>
              </a:defRPr>
            </a:lvl8pPr>
            <a:lvl9pPr algn="l">
              <a:defRPr sz="975" b="1">
                <a:solidFill>
                  <a:srgbClr val="F7B500"/>
                </a:solidFill>
                <a:latin typeface="DejaVu Sans"/>
                <a:ea typeface="DejaVu Sans"/>
                <a:cs typeface="DejaVu Sans"/>
              </a:defRPr>
            </a:lvl9pPr>
          </a:lstStyle>
          <a:p xmlns:a="http://schemas.openxmlformats.org/drawingml/2006/main">
            <a:pPr algn="l">
              <a:defRPr sz="975" b="1">
                <a:solidFill>
                  <a:srgbClr val="F7B500"/>
                </a:solidFill>
                <a:latin typeface="DejaVu Sans"/>
                <a:ea typeface="DejaVu Sans"/>
                <a:cs typeface="DejaVu Sans"/>
              </a:defRPr>
            </a:pPr>
            <a:r>
              <a:rPr sz="975" b="1">
                <a:solidFill>
                  <a:srgbClr val="F7B500"/>
                </a:solidFill>
                <a:latin typeface="DejaVu Sans"/>
                <a:ea typeface="DejaVu Sans"/>
                <a:cs typeface="DejaVu Sans"/>
              </a:rPr>
              <a:t>CAN-L</a:t>
            </a:r>
          </a:p>
        </p:txBody>
      </p:sp>
      <p:sp>
        <p:nvSpPr>
          <p:cNvPr id="20" name="s27-differential-label">
            <a:extLst xmlns:a="http://schemas.openxmlformats.org/drawingml/2006/main">
              <a:ext uri="{FF2B5EF4-FFF2-40B4-BE49-F238E27FC236}">
                <a16:creationId xmlns:a16="http://schemas.microsoft.com/office/drawing/2014/main" id="{C4062872-3B3F-43AA-BC54-BBC168732A77}"/>
              </a:ext>
            </a:extLst>
          </p:cNvPr>
          <p:cNvSpPr>
            <a:spLocks xmlns:a="http://schemas.openxmlformats.org/drawingml/2006/main" noGrp="1"/>
          </p:cNvSpPr>
          <p:nvPr/>
        </p:nvSpPr>
        <p:spPr>
          <a:xfrm xmlns:a="http://schemas.openxmlformats.org/drawingml/2006/main">
            <a:off x="4391025" y="4648200"/>
            <a:ext cx="3409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FFFFFF"/>
                </a:solidFill>
                <a:latin typeface="DejaVu Sans"/>
                <a:ea typeface="DejaVu Sans"/>
                <a:cs typeface="DejaVu Sans"/>
              </a:defRPr>
            </a:defPPr>
            <a:lvl1pPr algn="ctr">
              <a:defRPr sz="975" b="0">
                <a:solidFill>
                  <a:srgbClr val="FFFFFF"/>
                </a:solidFill>
                <a:latin typeface="DejaVu Sans"/>
                <a:ea typeface="DejaVu Sans"/>
                <a:cs typeface="DejaVu Sans"/>
              </a:defRPr>
            </a:lvl1pPr>
            <a:lvl2pPr algn="ctr">
              <a:defRPr sz="975" b="0">
                <a:solidFill>
                  <a:srgbClr val="FFFFFF"/>
                </a:solidFill>
                <a:latin typeface="DejaVu Sans"/>
                <a:ea typeface="DejaVu Sans"/>
                <a:cs typeface="DejaVu Sans"/>
              </a:defRPr>
            </a:lvl2pPr>
            <a:lvl3pPr algn="ctr">
              <a:defRPr sz="975" b="0">
                <a:solidFill>
                  <a:srgbClr val="FFFFFF"/>
                </a:solidFill>
                <a:latin typeface="DejaVu Sans"/>
                <a:ea typeface="DejaVu Sans"/>
                <a:cs typeface="DejaVu Sans"/>
              </a:defRPr>
            </a:lvl3pPr>
            <a:lvl4pPr algn="ctr">
              <a:defRPr sz="975" b="0">
                <a:solidFill>
                  <a:srgbClr val="FFFFFF"/>
                </a:solidFill>
                <a:latin typeface="DejaVu Sans"/>
                <a:ea typeface="DejaVu Sans"/>
                <a:cs typeface="DejaVu Sans"/>
              </a:defRPr>
            </a:lvl4pPr>
            <a:lvl5pPr algn="ctr">
              <a:defRPr sz="975" b="0">
                <a:solidFill>
                  <a:srgbClr val="FFFFFF"/>
                </a:solidFill>
                <a:latin typeface="DejaVu Sans"/>
                <a:ea typeface="DejaVu Sans"/>
                <a:cs typeface="DejaVu Sans"/>
              </a:defRPr>
            </a:lvl5pPr>
            <a:lvl6pPr algn="ctr">
              <a:defRPr sz="975" b="0">
                <a:solidFill>
                  <a:srgbClr val="FFFFFF"/>
                </a:solidFill>
                <a:latin typeface="DejaVu Sans"/>
                <a:ea typeface="DejaVu Sans"/>
                <a:cs typeface="DejaVu Sans"/>
              </a:defRPr>
            </a:lvl6pPr>
            <a:lvl7pPr algn="ctr">
              <a:defRPr sz="975" b="0">
                <a:solidFill>
                  <a:srgbClr val="FFFFFF"/>
                </a:solidFill>
                <a:latin typeface="DejaVu Sans"/>
                <a:ea typeface="DejaVu Sans"/>
                <a:cs typeface="DejaVu Sans"/>
              </a:defRPr>
            </a:lvl7pPr>
            <a:lvl8pPr algn="ctr">
              <a:defRPr sz="975" b="0">
                <a:solidFill>
                  <a:srgbClr val="FFFFFF"/>
                </a:solidFill>
                <a:latin typeface="DejaVu Sans"/>
                <a:ea typeface="DejaVu Sans"/>
                <a:cs typeface="DejaVu Sans"/>
              </a:defRPr>
            </a:lvl8pPr>
            <a:lvl9pPr algn="ctr">
              <a:defRPr sz="975" b="0">
                <a:solidFill>
                  <a:srgbClr val="FFFFFF"/>
                </a:solidFill>
                <a:latin typeface="DejaVu Sans"/>
                <a:ea typeface="DejaVu Sans"/>
                <a:cs typeface="DejaVu Sans"/>
              </a:defRPr>
            </a:lvl9pPr>
          </a:lstStyle>
          <a:p xmlns:a="http://schemas.openxmlformats.org/drawingml/2006/main">
            <a:pPr algn="ctr">
              <a:defRPr sz="975" b="0">
                <a:solidFill>
                  <a:srgbClr val="FFFFFF"/>
                </a:solidFill>
                <a:latin typeface="DejaVu Sans"/>
                <a:ea typeface="DejaVu Sans"/>
                <a:cs typeface="DejaVu Sans"/>
              </a:defRPr>
            </a:pPr>
            <a:r>
              <a:rPr sz="975" b="0">
                <a:solidFill>
                  <a:srgbClr val="FFFFFF"/>
                </a:solidFill>
                <a:latin typeface="DejaVu Sans"/>
                <a:ea typeface="DejaVu Sans"/>
                <a:cs typeface="DejaVu Sans"/>
              </a:rPr>
              <a:t>το ίδιο μήνυμα μεταδίδεται ως διαφορικό σήμα</a:t>
            </a:r>
          </a:p>
        </p:txBody>
      </p:sp>
      <p:sp>
        <p:nvSpPr>
          <p:cNvPr id="21" name="s27-ecu-b">
            <a:extLst xmlns:a="http://schemas.openxmlformats.org/drawingml/2006/main">
              <a:ext uri="{FF2B5EF4-FFF2-40B4-BE49-F238E27FC236}">
                <a16:creationId xmlns:a16="http://schemas.microsoft.com/office/drawing/2014/main" id="{95EDEB68-0D7D-4887-895F-3833ABF09AA7}"/>
              </a:ext>
            </a:extLst>
          </p:cNvPr>
          <p:cNvSpPr>
            <a:spLocks xmlns:a="http://schemas.openxmlformats.org/drawingml/2006/main" noGrp="1"/>
          </p:cNvSpPr>
          <p:nvPr/>
        </p:nvSpPr>
        <p:spPr>
          <a:xfrm xmlns:a="http://schemas.openxmlformats.org/drawingml/2006/main">
            <a:off x="8477250" y="2266950"/>
            <a:ext cx="310515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4288">
            <a:solidFill>
              <a:srgbClr val="D6E2ED"/>
            </a:solidFill>
            <a:prstDash val="solid"/>
          </a:ln>
        </p:spPr>
      </p:sp>
      <p:sp>
        <p:nvSpPr>
          <p:cNvPr id="22" name="s27-ecu-b-title">
            <a:extLst xmlns:a="http://schemas.openxmlformats.org/drawingml/2006/main">
              <a:ext uri="{FF2B5EF4-FFF2-40B4-BE49-F238E27FC236}">
                <a16:creationId xmlns:a16="http://schemas.microsoft.com/office/drawing/2014/main" id="{3831F378-1CBF-4A8E-92DF-6BB5F0CDFD7F}"/>
              </a:ext>
            </a:extLst>
          </p:cNvPr>
          <p:cNvSpPr>
            <a:spLocks xmlns:a="http://schemas.openxmlformats.org/drawingml/2006/main" noGrp="1"/>
          </p:cNvSpPr>
          <p:nvPr/>
        </p:nvSpPr>
        <p:spPr>
          <a:xfrm xmlns:a="http://schemas.openxmlformats.org/drawingml/2006/main">
            <a:off x="8705850" y="2409825"/>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ΜΟΝΑΔΑ ECU B</a:t>
            </a:r>
          </a:p>
        </p:txBody>
      </p:sp>
      <p:sp>
        <p:nvSpPr>
          <p:cNvPr id="23" name="s27-ecu-b-controller">
            <a:extLst xmlns:a="http://schemas.openxmlformats.org/drawingml/2006/main">
              <a:ext uri="{FF2B5EF4-FFF2-40B4-BE49-F238E27FC236}">
                <a16:creationId xmlns:a16="http://schemas.microsoft.com/office/drawing/2014/main" id="{FE25D9FC-2E03-422C-BF0B-3A0A778FDEAD}"/>
              </a:ext>
            </a:extLst>
          </p:cNvPr>
          <p:cNvSpPr>
            <a:spLocks xmlns:a="http://schemas.openxmlformats.org/drawingml/2006/main" noGrp="1"/>
          </p:cNvSpPr>
          <p:nvPr/>
        </p:nvSpPr>
        <p:spPr>
          <a:xfrm xmlns:a="http://schemas.openxmlformats.org/drawingml/2006/main">
            <a:off x="8705850" y="2781300"/>
            <a:ext cx="2647950" cy="723900"/>
          </a:xfrm>
          <a:prstGeom xmlns:a="http://schemas.openxmlformats.org/drawingml/2006/main" prst="roundRect">
            <a:avLst>
              <a:gd name="adj" fmla="val 10526"/>
            </a:avLst>
          </a:prstGeom>
          <a:solidFill xmlns:a="http://schemas.openxmlformats.org/drawingml/2006/main">
            <a:srgbClr val="E4F7FA"/>
          </a:solidFill>
          <a:ln xmlns:a="http://schemas.openxmlformats.org/drawingml/2006/main" w="9525">
            <a:solidFill>
              <a:srgbClr val="C5E8ED"/>
            </a:solidFill>
            <a:prstDash val="solid"/>
          </a:ln>
        </p:spPr>
      </p:sp>
      <p:sp>
        <p:nvSpPr>
          <p:cNvPr id="24" name="s27-ecu-b-controller-title">
            <a:extLst xmlns:a="http://schemas.openxmlformats.org/drawingml/2006/main">
              <a:ext uri="{FF2B5EF4-FFF2-40B4-BE49-F238E27FC236}">
                <a16:creationId xmlns:a16="http://schemas.microsoft.com/office/drawing/2014/main" id="{C9233DF3-8589-449B-A0E2-6CAB3895830B}"/>
              </a:ext>
            </a:extLst>
          </p:cNvPr>
          <p:cNvSpPr>
            <a:spLocks xmlns:a="http://schemas.openxmlformats.org/drawingml/2006/main" noGrp="1"/>
          </p:cNvSpPr>
          <p:nvPr/>
        </p:nvSpPr>
        <p:spPr>
          <a:xfrm xmlns:a="http://schemas.openxmlformats.org/drawingml/2006/main">
            <a:off x="8858250" y="2857500"/>
            <a:ext cx="2343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01D31"/>
                </a:solidFill>
                <a:latin typeface="DejaVu Sans"/>
                <a:ea typeface="DejaVu Sans"/>
                <a:cs typeface="DejaVu Sans"/>
              </a:defRPr>
            </a:defPPr>
            <a:lvl1pPr algn="ctr">
              <a:defRPr sz="1350" b="1">
                <a:solidFill>
                  <a:srgbClr val="101D31"/>
                </a:solidFill>
                <a:latin typeface="DejaVu Sans"/>
                <a:ea typeface="DejaVu Sans"/>
                <a:cs typeface="DejaVu Sans"/>
              </a:defRPr>
            </a:lvl1pPr>
            <a:lvl2pPr algn="ctr">
              <a:defRPr sz="1350" b="1">
                <a:solidFill>
                  <a:srgbClr val="101D31"/>
                </a:solidFill>
                <a:latin typeface="DejaVu Sans"/>
                <a:ea typeface="DejaVu Sans"/>
                <a:cs typeface="DejaVu Sans"/>
              </a:defRPr>
            </a:lvl2pPr>
            <a:lvl3pPr algn="ctr">
              <a:defRPr sz="1350" b="1">
                <a:solidFill>
                  <a:srgbClr val="101D31"/>
                </a:solidFill>
                <a:latin typeface="DejaVu Sans"/>
                <a:ea typeface="DejaVu Sans"/>
                <a:cs typeface="DejaVu Sans"/>
              </a:defRPr>
            </a:lvl3pPr>
            <a:lvl4pPr algn="ctr">
              <a:defRPr sz="1350" b="1">
                <a:solidFill>
                  <a:srgbClr val="101D31"/>
                </a:solidFill>
                <a:latin typeface="DejaVu Sans"/>
                <a:ea typeface="DejaVu Sans"/>
                <a:cs typeface="DejaVu Sans"/>
              </a:defRPr>
            </a:lvl4pPr>
            <a:lvl5pPr algn="ctr">
              <a:defRPr sz="1350" b="1">
                <a:solidFill>
                  <a:srgbClr val="101D31"/>
                </a:solidFill>
                <a:latin typeface="DejaVu Sans"/>
                <a:ea typeface="DejaVu Sans"/>
                <a:cs typeface="DejaVu Sans"/>
              </a:defRPr>
            </a:lvl5pPr>
            <a:lvl6pPr algn="ctr">
              <a:defRPr sz="1350" b="1">
                <a:solidFill>
                  <a:srgbClr val="101D31"/>
                </a:solidFill>
                <a:latin typeface="DejaVu Sans"/>
                <a:ea typeface="DejaVu Sans"/>
                <a:cs typeface="DejaVu Sans"/>
              </a:defRPr>
            </a:lvl6pPr>
            <a:lvl7pPr algn="ctr">
              <a:defRPr sz="1350" b="1">
                <a:solidFill>
                  <a:srgbClr val="101D31"/>
                </a:solidFill>
                <a:latin typeface="DejaVu Sans"/>
                <a:ea typeface="DejaVu Sans"/>
                <a:cs typeface="DejaVu Sans"/>
              </a:defRPr>
            </a:lvl7pPr>
            <a:lvl8pPr algn="ctr">
              <a:defRPr sz="1350" b="1">
                <a:solidFill>
                  <a:srgbClr val="101D31"/>
                </a:solidFill>
                <a:latin typeface="DejaVu Sans"/>
                <a:ea typeface="DejaVu Sans"/>
                <a:cs typeface="DejaVu Sans"/>
              </a:defRPr>
            </a:lvl8pPr>
            <a:lvl9pPr algn="ctr">
              <a:defRPr sz="1350" b="1">
                <a:solidFill>
                  <a:srgbClr val="101D31"/>
                </a:solidFill>
                <a:latin typeface="DejaVu Sans"/>
                <a:ea typeface="DejaVu Sans"/>
                <a:cs typeface="DejaVu Sans"/>
              </a:defRPr>
            </a:lvl9pPr>
          </a:lstStyle>
          <a:p xmlns:a="http://schemas.openxmlformats.org/drawingml/2006/main">
            <a:pPr algn="ctr">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Ελεγκτής CAN</a:t>
            </a:r>
          </a:p>
        </p:txBody>
      </p:sp>
      <p:sp>
        <p:nvSpPr>
          <p:cNvPr id="25" name="s27-ecu-b-controller-sub">
            <a:extLst xmlns:a="http://schemas.openxmlformats.org/drawingml/2006/main">
              <a:ext uri="{FF2B5EF4-FFF2-40B4-BE49-F238E27FC236}">
                <a16:creationId xmlns:a16="http://schemas.microsoft.com/office/drawing/2014/main" id="{9EA14A7F-90C0-4AB8-8D78-67BFA882BD17}"/>
              </a:ext>
            </a:extLst>
          </p:cNvPr>
          <p:cNvSpPr>
            <a:spLocks xmlns:a="http://schemas.openxmlformats.org/drawingml/2006/main" noGrp="1"/>
          </p:cNvSpPr>
          <p:nvPr/>
        </p:nvSpPr>
        <p:spPr>
          <a:xfrm xmlns:a="http://schemas.openxmlformats.org/drawingml/2006/main">
            <a:off x="8858250" y="314325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a:solidFill>
                  <a:srgbClr val="53657A"/>
                </a:solidFill>
                <a:latin typeface="DejaVu Sans"/>
                <a:ea typeface="DejaVu Sans"/>
                <a:cs typeface="DejaVu Sans"/>
              </a:defRPr>
            </a:defPPr>
            <a:lvl1pPr algn="ctr">
              <a:defRPr sz="1050" b="0">
                <a:solidFill>
                  <a:srgbClr val="53657A"/>
                </a:solidFill>
                <a:latin typeface="DejaVu Sans"/>
                <a:ea typeface="DejaVu Sans"/>
                <a:cs typeface="DejaVu Sans"/>
              </a:defRPr>
            </a:lvl1pPr>
            <a:lvl2pPr algn="ctr">
              <a:defRPr sz="1050" b="0">
                <a:solidFill>
                  <a:srgbClr val="53657A"/>
                </a:solidFill>
                <a:latin typeface="DejaVu Sans"/>
                <a:ea typeface="DejaVu Sans"/>
                <a:cs typeface="DejaVu Sans"/>
              </a:defRPr>
            </a:lvl2pPr>
            <a:lvl3pPr algn="ctr">
              <a:defRPr sz="1050" b="0">
                <a:solidFill>
                  <a:srgbClr val="53657A"/>
                </a:solidFill>
                <a:latin typeface="DejaVu Sans"/>
                <a:ea typeface="DejaVu Sans"/>
                <a:cs typeface="DejaVu Sans"/>
              </a:defRPr>
            </a:lvl3pPr>
            <a:lvl4pPr algn="ctr">
              <a:defRPr sz="1050" b="0">
                <a:solidFill>
                  <a:srgbClr val="53657A"/>
                </a:solidFill>
                <a:latin typeface="DejaVu Sans"/>
                <a:ea typeface="DejaVu Sans"/>
                <a:cs typeface="DejaVu Sans"/>
              </a:defRPr>
            </a:lvl4pPr>
            <a:lvl5pPr algn="ctr">
              <a:defRPr sz="1050" b="0">
                <a:solidFill>
                  <a:srgbClr val="53657A"/>
                </a:solidFill>
                <a:latin typeface="DejaVu Sans"/>
                <a:ea typeface="DejaVu Sans"/>
                <a:cs typeface="DejaVu Sans"/>
              </a:defRPr>
            </a:lvl5pPr>
            <a:lvl6pPr algn="ctr">
              <a:defRPr sz="1050" b="0">
                <a:solidFill>
                  <a:srgbClr val="53657A"/>
                </a:solidFill>
                <a:latin typeface="DejaVu Sans"/>
                <a:ea typeface="DejaVu Sans"/>
                <a:cs typeface="DejaVu Sans"/>
              </a:defRPr>
            </a:lvl6pPr>
            <a:lvl7pPr algn="ctr">
              <a:defRPr sz="1050" b="0">
                <a:solidFill>
                  <a:srgbClr val="53657A"/>
                </a:solidFill>
                <a:latin typeface="DejaVu Sans"/>
                <a:ea typeface="DejaVu Sans"/>
                <a:cs typeface="DejaVu Sans"/>
              </a:defRPr>
            </a:lvl7pPr>
            <a:lvl8pPr algn="ctr">
              <a:defRPr sz="1050" b="0">
                <a:solidFill>
                  <a:srgbClr val="53657A"/>
                </a:solidFill>
                <a:latin typeface="DejaVu Sans"/>
                <a:ea typeface="DejaVu Sans"/>
                <a:cs typeface="DejaVu Sans"/>
              </a:defRPr>
            </a:lvl8pPr>
            <a:lvl9pPr algn="ctr">
              <a:defRPr sz="1050" b="0">
                <a:solidFill>
                  <a:srgbClr val="53657A"/>
                </a:solidFill>
                <a:latin typeface="DejaVu Sans"/>
                <a:ea typeface="DejaVu Sans"/>
                <a:cs typeface="DejaVu Sans"/>
              </a:defRPr>
            </a:lvl9pPr>
          </a:lstStyle>
          <a:p xmlns:a="http://schemas.openxmlformats.org/drawingml/2006/main">
            <a:pPr algn="ctr">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επεξεργάζεται τα bit</a:t>
            </a:r>
          </a:p>
        </p:txBody>
      </p:sp>
      <p:sp>
        <p:nvSpPr>
          <p:cNvPr id="26" name="s27-ecu-b-bit-label">
            <a:extLst xmlns:a="http://schemas.openxmlformats.org/drawingml/2006/main">
              <a:ext uri="{FF2B5EF4-FFF2-40B4-BE49-F238E27FC236}">
                <a16:creationId xmlns:a16="http://schemas.microsoft.com/office/drawing/2014/main" id="{7D373F04-8FD5-411B-B100-A0C57CE81F1D}"/>
              </a:ext>
            </a:extLst>
          </p:cNvPr>
          <p:cNvSpPr>
            <a:spLocks xmlns:a="http://schemas.openxmlformats.org/drawingml/2006/main" noGrp="1"/>
          </p:cNvSpPr>
          <p:nvPr/>
        </p:nvSpPr>
        <p:spPr>
          <a:xfrm xmlns:a="http://schemas.openxmlformats.org/drawingml/2006/main">
            <a:off x="8982075" y="3581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a:solidFill>
                  <a:srgbClr val="22B77C"/>
                </a:solidFill>
                <a:latin typeface="DejaVu Sans"/>
                <a:ea typeface="DejaVu Sans"/>
                <a:cs typeface="DejaVu Sans"/>
              </a:defRPr>
            </a:defPPr>
            <a:lvl1pPr algn="ctr">
              <a:defRPr sz="975" b="1">
                <a:solidFill>
                  <a:srgbClr val="22B77C"/>
                </a:solidFill>
                <a:latin typeface="DejaVu Sans"/>
                <a:ea typeface="DejaVu Sans"/>
                <a:cs typeface="DejaVu Sans"/>
              </a:defRPr>
            </a:lvl1pPr>
            <a:lvl2pPr algn="ctr">
              <a:defRPr sz="975" b="1">
                <a:solidFill>
                  <a:srgbClr val="22B77C"/>
                </a:solidFill>
                <a:latin typeface="DejaVu Sans"/>
                <a:ea typeface="DejaVu Sans"/>
                <a:cs typeface="DejaVu Sans"/>
              </a:defRPr>
            </a:lvl2pPr>
            <a:lvl3pPr algn="ctr">
              <a:defRPr sz="975" b="1">
                <a:solidFill>
                  <a:srgbClr val="22B77C"/>
                </a:solidFill>
                <a:latin typeface="DejaVu Sans"/>
                <a:ea typeface="DejaVu Sans"/>
                <a:cs typeface="DejaVu Sans"/>
              </a:defRPr>
            </a:lvl3pPr>
            <a:lvl4pPr algn="ctr">
              <a:defRPr sz="975" b="1">
                <a:solidFill>
                  <a:srgbClr val="22B77C"/>
                </a:solidFill>
                <a:latin typeface="DejaVu Sans"/>
                <a:ea typeface="DejaVu Sans"/>
                <a:cs typeface="DejaVu Sans"/>
              </a:defRPr>
            </a:lvl4pPr>
            <a:lvl5pPr algn="ctr">
              <a:defRPr sz="975" b="1">
                <a:solidFill>
                  <a:srgbClr val="22B77C"/>
                </a:solidFill>
                <a:latin typeface="DejaVu Sans"/>
                <a:ea typeface="DejaVu Sans"/>
                <a:cs typeface="DejaVu Sans"/>
              </a:defRPr>
            </a:lvl5pPr>
            <a:lvl6pPr algn="ctr">
              <a:defRPr sz="975" b="1">
                <a:solidFill>
                  <a:srgbClr val="22B77C"/>
                </a:solidFill>
                <a:latin typeface="DejaVu Sans"/>
                <a:ea typeface="DejaVu Sans"/>
                <a:cs typeface="DejaVu Sans"/>
              </a:defRPr>
            </a:lvl6pPr>
            <a:lvl7pPr algn="ctr">
              <a:defRPr sz="975" b="1">
                <a:solidFill>
                  <a:srgbClr val="22B77C"/>
                </a:solidFill>
                <a:latin typeface="DejaVu Sans"/>
                <a:ea typeface="DejaVu Sans"/>
                <a:cs typeface="DejaVu Sans"/>
              </a:defRPr>
            </a:lvl7pPr>
            <a:lvl8pPr algn="ctr">
              <a:defRPr sz="975" b="1">
                <a:solidFill>
                  <a:srgbClr val="22B77C"/>
                </a:solidFill>
                <a:latin typeface="DejaVu Sans"/>
                <a:ea typeface="DejaVu Sans"/>
                <a:cs typeface="DejaVu Sans"/>
              </a:defRPr>
            </a:lvl8pPr>
            <a:lvl9pPr algn="ctr">
              <a:defRPr sz="975" b="1">
                <a:solidFill>
                  <a:srgbClr val="22B77C"/>
                </a:solidFill>
                <a:latin typeface="DejaVu Sans"/>
                <a:ea typeface="DejaVu Sans"/>
                <a:cs typeface="DejaVu Sans"/>
              </a:defRPr>
            </a:lvl9pPr>
          </a:lstStyle>
          <a:p xmlns:a="http://schemas.openxmlformats.org/drawingml/2006/main">
            <a:pPr algn="ctr">
              <a:defRPr sz="975" b="1">
                <a:solidFill>
                  <a:srgbClr val="22B77C"/>
                </a:solidFill>
                <a:latin typeface="DejaVu Sans"/>
                <a:ea typeface="DejaVu Sans"/>
                <a:cs typeface="DejaVu Sans"/>
              </a:defRPr>
            </a:pPr>
            <a:r>
              <a:rPr sz="975" b="1">
                <a:solidFill>
                  <a:srgbClr val="22B77C"/>
                </a:solidFill>
                <a:latin typeface="DejaVu Sans"/>
                <a:ea typeface="DejaVu Sans"/>
                <a:cs typeface="DejaVu Sans"/>
              </a:rPr>
              <a:t>ανακτημένα bit</a:t>
            </a:r>
          </a:p>
        </p:txBody>
      </p:sp>
      <p:sp>
        <p:nvSpPr>
          <p:cNvPr id="27" name="s27-ecu-b-transceiver">
            <a:extLst xmlns:a="http://schemas.openxmlformats.org/drawingml/2006/main">
              <a:ext uri="{FF2B5EF4-FFF2-40B4-BE49-F238E27FC236}">
                <a16:creationId xmlns:a16="http://schemas.microsoft.com/office/drawing/2014/main" id="{9DD23B77-9DA4-4569-A1ED-18B45EF78463}"/>
              </a:ext>
            </a:extLst>
          </p:cNvPr>
          <p:cNvSpPr>
            <a:spLocks xmlns:a="http://schemas.openxmlformats.org/drawingml/2006/main" noGrp="1"/>
          </p:cNvSpPr>
          <p:nvPr/>
        </p:nvSpPr>
        <p:spPr>
          <a:xfrm xmlns:a="http://schemas.openxmlformats.org/drawingml/2006/main">
            <a:off x="8705850" y="3838575"/>
            <a:ext cx="2647950" cy="876300"/>
          </a:xfrm>
          <a:prstGeom xmlns:a="http://schemas.openxmlformats.org/drawingml/2006/main" prst="roundRect">
            <a:avLst>
              <a:gd name="adj" fmla="val 8696"/>
            </a:avLst>
          </a:prstGeom>
          <a:solidFill xmlns:a="http://schemas.openxmlformats.org/drawingml/2006/main">
            <a:srgbClr val="071426"/>
          </a:solidFill>
          <a:ln xmlns:a="http://schemas.openxmlformats.org/drawingml/2006/main" w="0">
            <a:noFill/>
            <a:prstDash val="solid"/>
          </a:ln>
        </p:spPr>
      </p:sp>
      <p:sp>
        <p:nvSpPr>
          <p:cNvPr id="28" name="s27-ecu-b-transceiver-title">
            <a:extLst xmlns:a="http://schemas.openxmlformats.org/drawingml/2006/main">
              <a:ext uri="{FF2B5EF4-FFF2-40B4-BE49-F238E27FC236}">
                <a16:creationId xmlns:a16="http://schemas.microsoft.com/office/drawing/2014/main" id="{FC4F19C8-DCB4-45C0-85E2-209A4A965E70}"/>
              </a:ext>
            </a:extLst>
          </p:cNvPr>
          <p:cNvSpPr>
            <a:spLocks xmlns:a="http://schemas.openxmlformats.org/drawingml/2006/main" noGrp="1"/>
          </p:cNvSpPr>
          <p:nvPr/>
        </p:nvSpPr>
        <p:spPr>
          <a:xfrm xmlns:a="http://schemas.openxmlformats.org/drawingml/2006/main">
            <a:off x="8858250" y="3943350"/>
            <a:ext cx="2343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Πομποδέκτης CAN</a:t>
            </a:r>
          </a:p>
        </p:txBody>
      </p:sp>
      <p:sp>
        <p:nvSpPr>
          <p:cNvPr id="29" name="s27-ecu-b-transceiver-sub">
            <a:extLst xmlns:a="http://schemas.openxmlformats.org/drawingml/2006/main">
              <a:ext uri="{FF2B5EF4-FFF2-40B4-BE49-F238E27FC236}">
                <a16:creationId xmlns:a16="http://schemas.microsoft.com/office/drawing/2014/main" id="{039088A1-0B59-4FBF-A6EE-BBCF2B630764}"/>
              </a:ext>
            </a:extLst>
          </p:cNvPr>
          <p:cNvSpPr>
            <a:spLocks xmlns:a="http://schemas.openxmlformats.org/drawingml/2006/main" noGrp="1"/>
          </p:cNvSpPr>
          <p:nvPr/>
        </p:nvSpPr>
        <p:spPr>
          <a:xfrm xmlns:a="http://schemas.openxmlformats.org/drawingml/2006/main">
            <a:off x="8858250" y="4276725"/>
            <a:ext cx="2343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0">
                <a:solidFill>
                  <a:srgbClr val="C4D5E5"/>
                </a:solidFill>
                <a:latin typeface="DejaVu Sans"/>
                <a:ea typeface="DejaVu Sans"/>
                <a:cs typeface="DejaVu Sans"/>
              </a:defRPr>
            </a:defPPr>
            <a:lvl1pPr algn="ctr">
              <a:defRPr sz="975" b="0">
                <a:solidFill>
                  <a:srgbClr val="C4D5E5"/>
                </a:solidFill>
                <a:latin typeface="DejaVu Sans"/>
                <a:ea typeface="DejaVu Sans"/>
                <a:cs typeface="DejaVu Sans"/>
              </a:defRPr>
            </a:lvl1pPr>
            <a:lvl2pPr algn="ctr">
              <a:defRPr sz="975" b="0">
                <a:solidFill>
                  <a:srgbClr val="C4D5E5"/>
                </a:solidFill>
                <a:latin typeface="DejaVu Sans"/>
                <a:ea typeface="DejaVu Sans"/>
                <a:cs typeface="DejaVu Sans"/>
              </a:defRPr>
            </a:lvl2pPr>
            <a:lvl3pPr algn="ctr">
              <a:defRPr sz="975" b="0">
                <a:solidFill>
                  <a:srgbClr val="C4D5E5"/>
                </a:solidFill>
                <a:latin typeface="DejaVu Sans"/>
                <a:ea typeface="DejaVu Sans"/>
                <a:cs typeface="DejaVu Sans"/>
              </a:defRPr>
            </a:lvl3pPr>
            <a:lvl4pPr algn="ctr">
              <a:defRPr sz="975" b="0">
                <a:solidFill>
                  <a:srgbClr val="C4D5E5"/>
                </a:solidFill>
                <a:latin typeface="DejaVu Sans"/>
                <a:ea typeface="DejaVu Sans"/>
                <a:cs typeface="DejaVu Sans"/>
              </a:defRPr>
            </a:lvl4pPr>
            <a:lvl5pPr algn="ctr">
              <a:defRPr sz="975" b="0">
                <a:solidFill>
                  <a:srgbClr val="C4D5E5"/>
                </a:solidFill>
                <a:latin typeface="DejaVu Sans"/>
                <a:ea typeface="DejaVu Sans"/>
                <a:cs typeface="DejaVu Sans"/>
              </a:defRPr>
            </a:lvl5pPr>
            <a:lvl6pPr algn="ctr">
              <a:defRPr sz="975" b="0">
                <a:solidFill>
                  <a:srgbClr val="C4D5E5"/>
                </a:solidFill>
                <a:latin typeface="DejaVu Sans"/>
                <a:ea typeface="DejaVu Sans"/>
                <a:cs typeface="DejaVu Sans"/>
              </a:defRPr>
            </a:lvl6pPr>
            <a:lvl7pPr algn="ctr">
              <a:defRPr sz="975" b="0">
                <a:solidFill>
                  <a:srgbClr val="C4D5E5"/>
                </a:solidFill>
                <a:latin typeface="DejaVu Sans"/>
                <a:ea typeface="DejaVu Sans"/>
                <a:cs typeface="DejaVu Sans"/>
              </a:defRPr>
            </a:lvl7pPr>
            <a:lvl8pPr algn="ctr">
              <a:defRPr sz="975" b="0">
                <a:solidFill>
                  <a:srgbClr val="C4D5E5"/>
                </a:solidFill>
                <a:latin typeface="DejaVu Sans"/>
                <a:ea typeface="DejaVu Sans"/>
                <a:cs typeface="DejaVu Sans"/>
              </a:defRPr>
            </a:lvl8pPr>
            <a:lvl9pPr algn="ctr">
              <a:defRPr sz="975" b="0">
                <a:solidFill>
                  <a:srgbClr val="C4D5E5"/>
                </a:solidFill>
                <a:latin typeface="DejaVu Sans"/>
                <a:ea typeface="DejaVu Sans"/>
                <a:cs typeface="DejaVu Sans"/>
              </a:defRPr>
            </a:lvl9pPr>
          </a:lstStyle>
          <a:p xmlns:a="http://schemas.openxmlformats.org/drawingml/2006/main">
            <a:pPr algn="ctr">
              <a:defRPr sz="975" b="0">
                <a:solidFill>
                  <a:srgbClr val="C4D5E5"/>
                </a:solidFill>
                <a:latin typeface="DejaVu Sans"/>
                <a:ea typeface="DejaVu Sans"/>
                <a:cs typeface="DejaVu Sans"/>
              </a:defRPr>
            </a:pPr>
            <a:r>
              <a:rPr sz="975" b="0">
                <a:solidFill>
                  <a:srgbClr val="C4D5E5"/>
                </a:solidFill>
                <a:latin typeface="DejaVu Sans"/>
                <a:ea typeface="DejaVu Sans"/>
                <a:cs typeface="DejaVu Sans"/>
              </a:rPr>
              <a:t>λαμβάνει το ηλεκτρικό σήμα</a:t>
            </a:r>
          </a:p>
        </p:txBody>
      </p:sp>
      <p:sp>
        <p:nvSpPr>
          <p:cNvPr id="30" name="s27-link-a-h">
            <a:extLst xmlns:a="http://schemas.openxmlformats.org/drawingml/2006/main">
              <a:ext uri="{FF2B5EF4-FFF2-40B4-BE49-F238E27FC236}">
                <a16:creationId xmlns:a16="http://schemas.microsoft.com/office/drawing/2014/main" id="{8A3A1ED7-A800-409F-9561-DD88A685C215}"/>
              </a:ext>
            </a:extLst>
          </p:cNvPr>
          <p:cNvSpPr>
            <a:spLocks xmlns:a="http://schemas.openxmlformats.org/drawingml/2006/main" noGrp="1"/>
          </p:cNvSpPr>
          <p:nvPr/>
        </p:nvSpPr>
        <p:spPr>
          <a:xfrm xmlns:a="http://schemas.openxmlformats.org/drawingml/2006/main">
            <a:off x="3486150" y="3971925"/>
            <a:ext cx="8953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1" name="s27-link-a-l">
            <a:extLst xmlns:a="http://schemas.openxmlformats.org/drawingml/2006/main">
              <a:ext uri="{FF2B5EF4-FFF2-40B4-BE49-F238E27FC236}">
                <a16:creationId xmlns:a16="http://schemas.microsoft.com/office/drawing/2014/main" id="{BE589017-4798-45C1-83C3-433FE193B634}"/>
              </a:ext>
            </a:extLst>
          </p:cNvPr>
          <p:cNvSpPr>
            <a:spLocks xmlns:a="http://schemas.openxmlformats.org/drawingml/2006/main" noGrp="1"/>
          </p:cNvSpPr>
          <p:nvPr/>
        </p:nvSpPr>
        <p:spPr>
          <a:xfrm xmlns:a="http://schemas.openxmlformats.org/drawingml/2006/main">
            <a:off x="3486150" y="4324350"/>
            <a:ext cx="8953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2" name="s27-link-b-h">
            <a:extLst xmlns:a="http://schemas.openxmlformats.org/drawingml/2006/main">
              <a:ext uri="{FF2B5EF4-FFF2-40B4-BE49-F238E27FC236}">
                <a16:creationId xmlns:a16="http://schemas.microsoft.com/office/drawing/2014/main" id="{A7B25A7F-B4A0-40E2-B3B6-DA157A35AA1D}"/>
              </a:ext>
            </a:extLst>
          </p:cNvPr>
          <p:cNvSpPr>
            <a:spLocks xmlns:a="http://schemas.openxmlformats.org/drawingml/2006/main" noGrp="1"/>
          </p:cNvSpPr>
          <p:nvPr/>
        </p:nvSpPr>
        <p:spPr>
          <a:xfrm xmlns:a="http://schemas.openxmlformats.org/drawingml/2006/main">
            <a:off x="7810500" y="3971925"/>
            <a:ext cx="8953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33" name="s27-link-b-l">
            <a:extLst xmlns:a="http://schemas.openxmlformats.org/drawingml/2006/main">
              <a:ext uri="{FF2B5EF4-FFF2-40B4-BE49-F238E27FC236}">
                <a16:creationId xmlns:a16="http://schemas.microsoft.com/office/drawing/2014/main" id="{08976834-D6A7-4145-AF35-8D727D8E6286}"/>
              </a:ext>
            </a:extLst>
          </p:cNvPr>
          <p:cNvSpPr>
            <a:spLocks xmlns:a="http://schemas.openxmlformats.org/drawingml/2006/main" noGrp="1"/>
          </p:cNvSpPr>
          <p:nvPr/>
        </p:nvSpPr>
        <p:spPr>
          <a:xfrm xmlns:a="http://schemas.openxmlformats.org/drawingml/2006/main">
            <a:off x="7810500" y="4324350"/>
            <a:ext cx="8953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34" name="s27-takeaway">
            <a:extLst xmlns:a="http://schemas.openxmlformats.org/drawingml/2006/main">
              <a:ext uri="{FF2B5EF4-FFF2-40B4-BE49-F238E27FC236}">
                <a16:creationId xmlns:a16="http://schemas.microsoft.com/office/drawing/2014/main" id="{599936C5-8A95-4DC6-B7CB-B466D48A0F85}"/>
              </a:ext>
            </a:extLst>
          </p:cNvPr>
          <p:cNvSpPr>
            <a:spLocks xmlns:a="http://schemas.openxmlformats.org/drawingml/2006/main" noGrp="1"/>
          </p:cNvSpPr>
          <p:nvPr/>
        </p:nvSpPr>
        <p:spPr>
          <a:xfrm xmlns:a="http://schemas.openxmlformats.org/drawingml/2006/main">
            <a:off x="609600" y="5495925"/>
            <a:ext cx="10972800" cy="552450"/>
          </a:xfrm>
          <a:prstGeom xmlns:a="http://schemas.openxmlformats.org/drawingml/2006/main" prst="roundRect">
            <a:avLst>
              <a:gd name="adj" fmla="val 13793"/>
            </a:avLst>
          </a:prstGeom>
          <a:solidFill xmlns:a="http://schemas.openxmlformats.org/drawingml/2006/main">
            <a:srgbClr val="E4F7FA"/>
          </a:solidFill>
          <a:ln xmlns:a="http://schemas.openxmlformats.org/drawingml/2006/main" w="9525">
            <a:solidFill>
              <a:srgbClr val="C5E8ED"/>
            </a:solidFill>
            <a:prstDash val="solid"/>
          </a:ln>
        </p:spPr>
      </p:sp>
      <p:sp>
        <p:nvSpPr>
          <p:cNvPr id="35" name="s27-takeaway-text">
            <a:extLst xmlns:a="http://schemas.openxmlformats.org/drawingml/2006/main">
              <a:ext uri="{FF2B5EF4-FFF2-40B4-BE49-F238E27FC236}">
                <a16:creationId xmlns:a16="http://schemas.microsoft.com/office/drawing/2014/main" id="{034328FF-8BCD-47DE-9ED7-D322F0C9C6C2}"/>
              </a:ext>
            </a:extLst>
          </p:cNvPr>
          <p:cNvSpPr>
            <a:spLocks xmlns:a="http://schemas.openxmlformats.org/drawingml/2006/main" noGrp="1"/>
          </p:cNvSpPr>
          <p:nvPr/>
        </p:nvSpPr>
        <p:spPr>
          <a:xfrm xmlns:a="http://schemas.openxmlformats.org/drawingml/2006/main">
            <a:off x="819150" y="5581650"/>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Ελεγκτής CAN: λογική bit.  Πομποδέκτης: ηλεκτρική σύνδεση με τον δίαυλο.</a:t>
            </a:r>
          </a:p>
        </p:txBody>
      </p:sp>
      <p:sp>
        <p:nvSpPr>
          <p:cNvPr id="36" name="s27-note">
            <a:extLst xmlns:a="http://schemas.openxmlformats.org/drawingml/2006/main">
              <a:ext uri="{FF2B5EF4-FFF2-40B4-BE49-F238E27FC236}">
                <a16:creationId xmlns:a16="http://schemas.microsoft.com/office/drawing/2014/main" id="{F635D8F6-0CEE-4C87-A894-F49860B1D8CB}"/>
              </a:ext>
            </a:extLst>
          </p:cNvPr>
          <p:cNvSpPr>
            <a:spLocks xmlns:a="http://schemas.openxmlformats.org/drawingml/2006/main" noGrp="1"/>
          </p:cNvSpPr>
          <p:nvPr/>
        </p:nvSpPr>
        <p:spPr>
          <a:xfrm xmlns:a="http://schemas.openxmlformats.org/drawingml/2006/main">
            <a:off x="609600" y="6200775"/>
            <a:ext cx="9906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Σχηματική απεικόνιση της διασύνδεσης ελεγκτή CAN και πομποδέκτη.</a:t>
            </a:r>
          </a:p>
        </p:txBody>
      </p:sp>
      <p:sp>
        <p:nvSpPr>
          <p:cNvPr id="37" name="s27-footer">
            <a:extLst xmlns:a="http://schemas.openxmlformats.org/drawingml/2006/main">
              <a:ext uri="{FF2B5EF4-FFF2-40B4-BE49-F238E27FC236}">
                <a16:creationId xmlns:a16="http://schemas.microsoft.com/office/drawing/2014/main" id="{2E4B8044-BC72-40D4-BDE9-2CBDEC8A02F4}"/>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8" name="s27-page-number">
            <a:extLst xmlns:a="http://schemas.openxmlformats.org/drawingml/2006/main">
              <a:ext uri="{FF2B5EF4-FFF2-40B4-BE49-F238E27FC236}">
                <a16:creationId xmlns:a16="http://schemas.microsoft.com/office/drawing/2014/main" id="{81402A95-965A-41D7-A211-75BB28BD881F}"/>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27</a:t>
            </a:r>
          </a:p>
        </p:txBody>
      </p:sp>
    </p:spTree>
    <p:extLst>
      <p:ext uri="{BB962C8B-B14F-4D97-AF65-F5344CB8AC3E}">
        <p14:creationId xmlns:p14="http://schemas.microsoft.com/office/powerpoint/2010/main" val="1907050034"/>
      </p:ext>
    </p:extLst>
  </p:cSld>
</p:sld>
</file>

<file path=ppt/slides/slide28.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8" name="s28-kicker">
            <a:extLst xmlns:a="http://schemas.openxmlformats.org/drawingml/2006/main">
              <a:ext uri="{FF2B5EF4-FFF2-40B4-BE49-F238E27FC236}">
                <a16:creationId xmlns:a16="http://schemas.microsoft.com/office/drawing/2014/main" id="{6A3BB5F8-94A0-4350-BE47-651F6ED6CE93}"/>
              </a:ext>
            </a:extLst>
          </p:cNvPr>
          <p:cNvSpPr>
            <a:spLocks xmlns:a="http://schemas.openxmlformats.org/drawingml/2006/main" noGrp="1"/>
          </p:cNvSpPr>
          <p:nvPr/>
        </p:nvSpPr>
        <p:spPr>
          <a:xfrm xmlns:a="http://schemas.openxmlformats.org/drawingml/2006/main">
            <a:off x="609600" y="323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ΔΙΑΓΝΩΣΗ  ·  ΜΑΘΗΜΑ 05</a:t>
            </a:r>
          </a:p>
        </p:txBody>
      </p:sp>
      <p:sp>
        <p:nvSpPr>
          <p:cNvPr id="2" name="s28-title">
            <a:extLst xmlns:a="http://schemas.openxmlformats.org/drawingml/2006/main">
              <a:ext uri="{FF2B5EF4-FFF2-40B4-BE49-F238E27FC236}">
                <a16:creationId xmlns:a16="http://schemas.microsoft.com/office/drawing/2014/main" id="{8FF96DA4-7311-4345-9882-976135C7FBD5}"/>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625" b="1">
                <a:solidFill>
                  <a:srgbClr val="101D31"/>
                </a:solidFill>
                <a:latin typeface="DejaVu Sans"/>
                <a:ea typeface="DejaVu Sans"/>
                <a:cs typeface="DejaVu Sans"/>
              </a:defRPr>
            </a:defPPr>
            <a:lvl1pPr algn="l">
              <a:defRPr sz="2625" b="1">
                <a:solidFill>
                  <a:srgbClr val="101D31"/>
                </a:solidFill>
                <a:latin typeface="DejaVu Sans"/>
                <a:ea typeface="DejaVu Sans"/>
                <a:cs typeface="DejaVu Sans"/>
              </a:defRPr>
            </a:lvl1pPr>
            <a:lvl2pPr algn="l">
              <a:defRPr sz="2625" b="1">
                <a:solidFill>
                  <a:srgbClr val="101D31"/>
                </a:solidFill>
                <a:latin typeface="DejaVu Sans"/>
                <a:ea typeface="DejaVu Sans"/>
                <a:cs typeface="DejaVu Sans"/>
              </a:defRPr>
            </a:lvl2pPr>
            <a:lvl3pPr algn="l">
              <a:defRPr sz="2625" b="1">
                <a:solidFill>
                  <a:srgbClr val="101D31"/>
                </a:solidFill>
                <a:latin typeface="DejaVu Sans"/>
                <a:ea typeface="DejaVu Sans"/>
                <a:cs typeface="DejaVu Sans"/>
              </a:defRPr>
            </a:lvl3pPr>
            <a:lvl4pPr algn="l">
              <a:defRPr sz="2625" b="1">
                <a:solidFill>
                  <a:srgbClr val="101D31"/>
                </a:solidFill>
                <a:latin typeface="DejaVu Sans"/>
                <a:ea typeface="DejaVu Sans"/>
                <a:cs typeface="DejaVu Sans"/>
              </a:defRPr>
            </a:lvl4pPr>
            <a:lvl5pPr algn="l">
              <a:defRPr sz="2625" b="1">
                <a:solidFill>
                  <a:srgbClr val="101D31"/>
                </a:solidFill>
                <a:latin typeface="DejaVu Sans"/>
                <a:ea typeface="DejaVu Sans"/>
                <a:cs typeface="DejaVu Sans"/>
              </a:defRPr>
            </a:lvl5pPr>
            <a:lvl6pPr algn="l">
              <a:defRPr sz="2625" b="1">
                <a:solidFill>
                  <a:srgbClr val="101D31"/>
                </a:solidFill>
                <a:latin typeface="DejaVu Sans"/>
                <a:ea typeface="DejaVu Sans"/>
                <a:cs typeface="DejaVu Sans"/>
              </a:defRPr>
            </a:lvl6pPr>
            <a:lvl7pPr algn="l">
              <a:defRPr sz="2625" b="1">
                <a:solidFill>
                  <a:srgbClr val="101D31"/>
                </a:solidFill>
                <a:latin typeface="DejaVu Sans"/>
                <a:ea typeface="DejaVu Sans"/>
                <a:cs typeface="DejaVu Sans"/>
              </a:defRPr>
            </a:lvl7pPr>
            <a:lvl8pPr algn="l">
              <a:defRPr sz="2625" b="1">
                <a:solidFill>
                  <a:srgbClr val="101D31"/>
                </a:solidFill>
                <a:latin typeface="DejaVu Sans"/>
                <a:ea typeface="DejaVu Sans"/>
                <a:cs typeface="DejaVu Sans"/>
              </a:defRPr>
            </a:lvl8pPr>
            <a:lvl9pPr algn="l">
              <a:defRPr sz="2625" b="1">
                <a:solidFill>
                  <a:srgbClr val="101D31"/>
                </a:solidFill>
                <a:latin typeface="DejaVu Sans"/>
                <a:ea typeface="DejaVu Sans"/>
                <a:cs typeface="DejaVu Sans"/>
              </a:defRPr>
            </a:lvl9pPr>
          </a:lstStyle>
          <a:p xmlns:a="http://schemas.openxmlformats.org/drawingml/2006/main">
            <a:pPr algn="l">
              <a:defRPr sz="2625" b="1">
                <a:solidFill>
                  <a:srgbClr val="101D31"/>
                </a:solidFill>
                <a:latin typeface="DejaVu Sans"/>
                <a:ea typeface="DejaVu Sans"/>
                <a:cs typeface="DejaVu Sans"/>
              </a:defRPr>
            </a:pPr>
            <a:r>
              <a:rPr sz="2625" b="1">
                <a:solidFill>
                  <a:srgbClr val="101D31"/>
                </a:solidFill>
                <a:latin typeface="DejaVu Sans"/>
                <a:ea typeface="DejaVu Sans"/>
                <a:cs typeface="DejaVu Sans"/>
              </a:rPr>
              <a:t>Η επικοινωνία μπορεί να συνεχίζεται και με βλάβη</a:t>
            </a:r>
          </a:p>
        </p:txBody>
      </p:sp>
      <p:sp>
        <p:nvSpPr>
          <p:cNvPr id="3" name="s28-title-rule">
            <a:extLst xmlns:a="http://schemas.openxmlformats.org/drawingml/2006/main">
              <a:ext uri="{FF2B5EF4-FFF2-40B4-BE49-F238E27FC236}">
                <a16:creationId xmlns:a16="http://schemas.microsoft.com/office/drawing/2014/main" id="{C20CA0FE-D027-46C9-8B80-065B2A2B3AF8}"/>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8-subtitle">
            <a:extLst xmlns:a="http://schemas.openxmlformats.org/drawingml/2006/main">
              <a:ext uri="{FF2B5EF4-FFF2-40B4-BE49-F238E27FC236}">
                <a16:creationId xmlns:a16="http://schemas.microsoft.com/office/drawing/2014/main" id="{86DB28F3-DA17-4A5E-9B4D-33B323D22DA6}"/>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Μια βλάβη στο φυσικό επίπεδο δεν σταματά πάντα αμέσως όλα τα μηνύματα.</a:t>
            </a:r>
          </a:p>
        </p:txBody>
      </p:sp>
      <p:sp>
        <p:nvSpPr>
          <p:cNvPr id="5" name="s28-outcome-a">
            <a:extLst xmlns:a="http://schemas.openxmlformats.org/drawingml/2006/main">
              <a:ext uri="{FF2B5EF4-FFF2-40B4-BE49-F238E27FC236}">
                <a16:creationId xmlns:a16="http://schemas.microsoft.com/office/drawing/2014/main" id="{A89C18FA-97DB-4CAA-B9B6-4BE392E43976}"/>
              </a:ext>
            </a:extLst>
          </p:cNvPr>
          <p:cNvSpPr>
            <a:spLocks xmlns:a="http://schemas.openxmlformats.org/drawingml/2006/main" noGrp="1"/>
          </p:cNvSpPr>
          <p:nvPr/>
        </p:nvSpPr>
        <p:spPr>
          <a:xfrm xmlns:a="http://schemas.openxmlformats.org/drawingml/2006/main">
            <a:off x="609600" y="2305050"/>
            <a:ext cx="52197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4288">
            <a:solidFill>
              <a:srgbClr val="D6E2ED"/>
            </a:solidFill>
            <a:prstDash val="solid"/>
          </a:ln>
        </p:spPr>
      </p:sp>
      <p:sp>
        <p:nvSpPr>
          <p:cNvPr id="6" name="s28-outcome-a-accent">
            <a:extLst xmlns:a="http://schemas.openxmlformats.org/drawingml/2006/main">
              <a:ext uri="{FF2B5EF4-FFF2-40B4-BE49-F238E27FC236}">
                <a16:creationId xmlns:a16="http://schemas.microsoft.com/office/drawing/2014/main" id="{C0A8D444-16B8-462C-932D-403FC239D77C}"/>
              </a:ext>
            </a:extLst>
          </p:cNvPr>
          <p:cNvSpPr>
            <a:spLocks xmlns:a="http://schemas.openxmlformats.org/drawingml/2006/main" noGrp="1"/>
          </p:cNvSpPr>
          <p:nvPr/>
        </p:nvSpPr>
        <p:spPr>
          <a:xfrm xmlns:a="http://schemas.openxmlformats.org/drawingml/2006/main">
            <a:off x="609600" y="2305050"/>
            <a:ext cx="5219700" cy="66675"/>
          </a:xfrm>
          <a:prstGeom xmlns:a="http://schemas.openxmlformats.org/drawingml/2006/main" prst="rect">
            <a:avLst/>
          </a:prstGeom>
          <a:solidFill xmlns:a="http://schemas.openxmlformats.org/drawingml/2006/main">
            <a:srgbClr val="E85D5D"/>
          </a:solidFill>
          <a:ln xmlns:a="http://schemas.openxmlformats.org/drawingml/2006/main" w="0">
            <a:noFill/>
            <a:prstDash val="solid"/>
          </a:ln>
        </p:spPr>
      </p:sp>
      <p:sp>
        <p:nvSpPr>
          <p:cNvPr id="7" name="s28-a-kicker">
            <a:extLst xmlns:a="http://schemas.openxmlformats.org/drawingml/2006/main">
              <a:ext uri="{FF2B5EF4-FFF2-40B4-BE49-F238E27FC236}">
                <a16:creationId xmlns:a16="http://schemas.microsoft.com/office/drawing/2014/main" id="{7FB806EE-7F77-4332-9185-B2614D6A06BE}"/>
              </a:ext>
            </a:extLst>
          </p:cNvPr>
          <p:cNvSpPr>
            <a:spLocks xmlns:a="http://schemas.openxmlformats.org/drawingml/2006/main" noGrp="1"/>
          </p:cNvSpPr>
          <p:nvPr/>
        </p:nvSpPr>
        <p:spPr>
          <a:xfrm xmlns:a="http://schemas.openxmlformats.org/drawingml/2006/main">
            <a:off x="876300" y="2543175"/>
            <a:ext cx="468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A"/>
                </a:solidFill>
                <a:latin typeface="DejaVu Sans"/>
                <a:ea typeface="DejaVu Sans"/>
                <a:cs typeface="DejaVu Sans"/>
              </a:defRPr>
            </a:defPPr>
            <a:lvl1pPr algn="l">
              <a:defRPr sz="975" b="1">
                <a:solidFill>
                  <a:srgbClr val="53657A"/>
                </a:solidFill>
                <a:latin typeface="DejaVu Sans"/>
                <a:ea typeface="DejaVu Sans"/>
                <a:cs typeface="DejaVu Sans"/>
              </a:defRPr>
            </a:lvl1pPr>
            <a:lvl2pPr algn="l">
              <a:defRPr sz="975" b="1">
                <a:solidFill>
                  <a:srgbClr val="53657A"/>
                </a:solidFill>
                <a:latin typeface="DejaVu Sans"/>
                <a:ea typeface="DejaVu Sans"/>
                <a:cs typeface="DejaVu Sans"/>
              </a:defRPr>
            </a:lvl2pPr>
            <a:lvl3pPr algn="l">
              <a:defRPr sz="975" b="1">
                <a:solidFill>
                  <a:srgbClr val="53657A"/>
                </a:solidFill>
                <a:latin typeface="DejaVu Sans"/>
                <a:ea typeface="DejaVu Sans"/>
                <a:cs typeface="DejaVu Sans"/>
              </a:defRPr>
            </a:lvl3pPr>
            <a:lvl4pPr algn="l">
              <a:defRPr sz="975" b="1">
                <a:solidFill>
                  <a:srgbClr val="53657A"/>
                </a:solidFill>
                <a:latin typeface="DejaVu Sans"/>
                <a:ea typeface="DejaVu Sans"/>
                <a:cs typeface="DejaVu Sans"/>
              </a:defRPr>
            </a:lvl4pPr>
            <a:lvl5pPr algn="l">
              <a:defRPr sz="975" b="1">
                <a:solidFill>
                  <a:srgbClr val="53657A"/>
                </a:solidFill>
                <a:latin typeface="DejaVu Sans"/>
                <a:ea typeface="DejaVu Sans"/>
                <a:cs typeface="DejaVu Sans"/>
              </a:defRPr>
            </a:lvl5pPr>
            <a:lvl6pPr algn="l">
              <a:defRPr sz="975" b="1">
                <a:solidFill>
                  <a:srgbClr val="53657A"/>
                </a:solidFill>
                <a:latin typeface="DejaVu Sans"/>
                <a:ea typeface="DejaVu Sans"/>
                <a:cs typeface="DejaVu Sans"/>
              </a:defRPr>
            </a:lvl6pPr>
            <a:lvl7pPr algn="l">
              <a:defRPr sz="975" b="1">
                <a:solidFill>
                  <a:srgbClr val="53657A"/>
                </a:solidFill>
                <a:latin typeface="DejaVu Sans"/>
                <a:ea typeface="DejaVu Sans"/>
                <a:cs typeface="DejaVu Sans"/>
              </a:defRPr>
            </a:lvl7pPr>
            <a:lvl8pPr algn="l">
              <a:defRPr sz="975" b="1">
                <a:solidFill>
                  <a:srgbClr val="53657A"/>
                </a:solidFill>
                <a:latin typeface="DejaVu Sans"/>
                <a:ea typeface="DejaVu Sans"/>
                <a:cs typeface="DejaVu Sans"/>
              </a:defRPr>
            </a:lvl8pPr>
            <a:lvl9pPr algn="l">
              <a:defRPr sz="975" b="1">
                <a:solidFill>
                  <a:srgbClr val="53657A"/>
                </a:solidFill>
                <a:latin typeface="DejaVu Sans"/>
                <a:ea typeface="DejaVu Sans"/>
                <a:cs typeface="DejaVu Sans"/>
              </a:defRPr>
            </a:lvl9pPr>
          </a:lstStyle>
          <a:p xmlns:a="http://schemas.openxmlformats.org/drawingml/2006/main">
            <a:pPr algn="l">
              <a:defRPr sz="975" b="1">
                <a:solidFill>
                  <a:srgbClr val="53657A"/>
                </a:solidFill>
                <a:latin typeface="DejaVu Sans"/>
                <a:ea typeface="DejaVu Sans"/>
                <a:cs typeface="DejaVu Sans"/>
              </a:defRPr>
            </a:pPr>
            <a:r>
              <a:rPr sz="975" b="1">
                <a:solidFill>
                  <a:srgbClr val="53657A"/>
                </a:solidFill>
                <a:latin typeface="DejaVu Sans"/>
                <a:ea typeface="DejaVu Sans"/>
                <a:cs typeface="DejaVu Sans"/>
              </a:rPr>
              <a:t>ΠΙΘΑΝΟ ΑΠΟΤΕΛΕΣΜΑ 1</a:t>
            </a:r>
          </a:p>
        </p:txBody>
      </p:sp>
      <p:sp>
        <p:nvSpPr>
          <p:cNvPr id="8" name="s28-a-title">
            <a:extLst xmlns:a="http://schemas.openxmlformats.org/drawingml/2006/main">
              <a:ext uri="{FF2B5EF4-FFF2-40B4-BE49-F238E27FC236}">
                <a16:creationId xmlns:a16="http://schemas.microsoft.com/office/drawing/2014/main" id="{E89CD782-5B70-4C74-A200-078CE146555F}"/>
              </a:ext>
            </a:extLst>
          </p:cNvPr>
          <p:cNvSpPr>
            <a:spLocks xmlns:a="http://schemas.openxmlformats.org/drawingml/2006/main" noGrp="1"/>
          </p:cNvSpPr>
          <p:nvPr/>
        </p:nvSpPr>
        <p:spPr>
          <a:xfrm xmlns:a="http://schemas.openxmlformats.org/drawingml/2006/main">
            <a:off x="876300" y="2857500"/>
            <a:ext cx="468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1D31"/>
                </a:solidFill>
                <a:latin typeface="DejaVu Sans"/>
                <a:ea typeface="DejaVu Sans"/>
                <a:cs typeface="DejaVu Sans"/>
              </a:defRPr>
            </a:defPPr>
            <a:lvl1pPr algn="l">
              <a:defRPr sz="1725" b="1">
                <a:solidFill>
                  <a:srgbClr val="101D31"/>
                </a:solidFill>
                <a:latin typeface="DejaVu Sans"/>
                <a:ea typeface="DejaVu Sans"/>
                <a:cs typeface="DejaVu Sans"/>
              </a:defRPr>
            </a:lvl1pPr>
            <a:lvl2pPr algn="l">
              <a:defRPr sz="1725" b="1">
                <a:solidFill>
                  <a:srgbClr val="101D31"/>
                </a:solidFill>
                <a:latin typeface="DejaVu Sans"/>
                <a:ea typeface="DejaVu Sans"/>
                <a:cs typeface="DejaVu Sans"/>
              </a:defRPr>
            </a:lvl2pPr>
            <a:lvl3pPr algn="l">
              <a:defRPr sz="1725" b="1">
                <a:solidFill>
                  <a:srgbClr val="101D31"/>
                </a:solidFill>
                <a:latin typeface="DejaVu Sans"/>
                <a:ea typeface="DejaVu Sans"/>
                <a:cs typeface="DejaVu Sans"/>
              </a:defRPr>
            </a:lvl3pPr>
            <a:lvl4pPr algn="l">
              <a:defRPr sz="1725" b="1">
                <a:solidFill>
                  <a:srgbClr val="101D31"/>
                </a:solidFill>
                <a:latin typeface="DejaVu Sans"/>
                <a:ea typeface="DejaVu Sans"/>
                <a:cs typeface="DejaVu Sans"/>
              </a:defRPr>
            </a:lvl4pPr>
            <a:lvl5pPr algn="l">
              <a:defRPr sz="1725" b="1">
                <a:solidFill>
                  <a:srgbClr val="101D31"/>
                </a:solidFill>
                <a:latin typeface="DejaVu Sans"/>
                <a:ea typeface="DejaVu Sans"/>
                <a:cs typeface="DejaVu Sans"/>
              </a:defRPr>
            </a:lvl5pPr>
            <a:lvl6pPr algn="l">
              <a:defRPr sz="1725" b="1">
                <a:solidFill>
                  <a:srgbClr val="101D31"/>
                </a:solidFill>
                <a:latin typeface="DejaVu Sans"/>
                <a:ea typeface="DejaVu Sans"/>
                <a:cs typeface="DejaVu Sans"/>
              </a:defRPr>
            </a:lvl6pPr>
            <a:lvl7pPr algn="l">
              <a:defRPr sz="1725" b="1">
                <a:solidFill>
                  <a:srgbClr val="101D31"/>
                </a:solidFill>
                <a:latin typeface="DejaVu Sans"/>
                <a:ea typeface="DejaVu Sans"/>
                <a:cs typeface="DejaVu Sans"/>
              </a:defRPr>
            </a:lvl7pPr>
            <a:lvl8pPr algn="l">
              <a:defRPr sz="1725" b="1">
                <a:solidFill>
                  <a:srgbClr val="101D31"/>
                </a:solidFill>
                <a:latin typeface="DejaVu Sans"/>
                <a:ea typeface="DejaVu Sans"/>
                <a:cs typeface="DejaVu Sans"/>
              </a:defRPr>
            </a:lvl8pPr>
            <a:lvl9pPr algn="l">
              <a:defRPr sz="1725" b="1">
                <a:solidFill>
                  <a:srgbClr val="101D31"/>
                </a:solidFill>
                <a:latin typeface="DejaVu Sans"/>
                <a:ea typeface="DejaVu Sans"/>
                <a:cs typeface="DejaVu Sans"/>
              </a:defRPr>
            </a:lvl9pPr>
          </a:lstStyle>
          <a:p xmlns:a="http://schemas.openxmlformats.org/drawingml/2006/main">
            <a:pPr algn="l">
              <a:defRPr sz="1725" b="1">
                <a:solidFill>
                  <a:srgbClr val="101D31"/>
                </a:solidFill>
                <a:latin typeface="DejaVu Sans"/>
                <a:ea typeface="DejaVu Sans"/>
                <a:cs typeface="DejaVu Sans"/>
              </a:defRPr>
            </a:pPr>
            <a:r>
              <a:rPr sz="1725" b="1">
                <a:solidFill>
                  <a:srgbClr val="101D31"/>
                </a:solidFill>
                <a:latin typeface="DejaVu Sans"/>
                <a:ea typeface="DejaVu Sans"/>
                <a:cs typeface="DejaVu Sans"/>
              </a:rPr>
              <a:t>Η επικοινωνία διακόπτεται</a:t>
            </a:r>
          </a:p>
        </p:txBody>
      </p:sp>
      <p:sp>
        <p:nvSpPr>
          <p:cNvPr id="9" name="s28-a-line-h1">
            <a:extLst xmlns:a="http://schemas.openxmlformats.org/drawingml/2006/main">
              <a:ext uri="{FF2B5EF4-FFF2-40B4-BE49-F238E27FC236}">
                <a16:creationId xmlns:a16="http://schemas.microsoft.com/office/drawing/2014/main" id="{7AE5C5DD-632E-4A9D-8408-1A431B2C38EB}"/>
              </a:ext>
            </a:extLst>
          </p:cNvPr>
          <p:cNvSpPr>
            <a:spLocks xmlns:a="http://schemas.openxmlformats.org/drawingml/2006/main" noGrp="1"/>
          </p:cNvSpPr>
          <p:nvPr/>
        </p:nvSpPr>
        <p:spPr>
          <a:xfrm xmlns:a="http://schemas.openxmlformats.org/drawingml/2006/main">
            <a:off x="1143000" y="3714750"/>
            <a:ext cx="13525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0" name="s28-a-line-h2">
            <a:extLst xmlns:a="http://schemas.openxmlformats.org/drawingml/2006/main">
              <a:ext uri="{FF2B5EF4-FFF2-40B4-BE49-F238E27FC236}">
                <a16:creationId xmlns:a16="http://schemas.microsoft.com/office/drawing/2014/main" id="{E210E791-66F5-4DD5-8D31-9E86BFBE9146}"/>
              </a:ext>
            </a:extLst>
          </p:cNvPr>
          <p:cNvSpPr>
            <a:spLocks xmlns:a="http://schemas.openxmlformats.org/drawingml/2006/main" noGrp="1"/>
          </p:cNvSpPr>
          <p:nvPr/>
        </p:nvSpPr>
        <p:spPr>
          <a:xfrm xmlns:a="http://schemas.openxmlformats.org/drawingml/2006/main">
            <a:off x="3219450" y="3714750"/>
            <a:ext cx="13525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11" name="s28-a-line-l1">
            <a:extLst xmlns:a="http://schemas.openxmlformats.org/drawingml/2006/main">
              <a:ext uri="{FF2B5EF4-FFF2-40B4-BE49-F238E27FC236}">
                <a16:creationId xmlns:a16="http://schemas.microsoft.com/office/drawing/2014/main" id="{EE837AD1-4E78-47FD-B1D0-798292508511}"/>
              </a:ext>
            </a:extLst>
          </p:cNvPr>
          <p:cNvSpPr>
            <a:spLocks xmlns:a="http://schemas.openxmlformats.org/drawingml/2006/main" noGrp="1"/>
          </p:cNvSpPr>
          <p:nvPr/>
        </p:nvSpPr>
        <p:spPr>
          <a:xfrm xmlns:a="http://schemas.openxmlformats.org/drawingml/2006/main">
            <a:off x="1143000" y="4095750"/>
            <a:ext cx="13525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2" name="s28-a-line-l2">
            <a:extLst xmlns:a="http://schemas.openxmlformats.org/drawingml/2006/main">
              <a:ext uri="{FF2B5EF4-FFF2-40B4-BE49-F238E27FC236}">
                <a16:creationId xmlns:a16="http://schemas.microsoft.com/office/drawing/2014/main" id="{C5395C0F-9DBA-490C-842D-83C8C7BEC68F}"/>
              </a:ext>
            </a:extLst>
          </p:cNvPr>
          <p:cNvSpPr>
            <a:spLocks xmlns:a="http://schemas.openxmlformats.org/drawingml/2006/main" noGrp="1"/>
          </p:cNvSpPr>
          <p:nvPr/>
        </p:nvSpPr>
        <p:spPr>
          <a:xfrm xmlns:a="http://schemas.openxmlformats.org/drawingml/2006/main">
            <a:off x="3219450" y="4095750"/>
            <a:ext cx="13525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3" name="s28-a-break">
            <a:extLst xmlns:a="http://schemas.openxmlformats.org/drawingml/2006/main">
              <a:ext uri="{FF2B5EF4-FFF2-40B4-BE49-F238E27FC236}">
                <a16:creationId xmlns:a16="http://schemas.microsoft.com/office/drawing/2014/main" id="{E1719BEE-C05F-4AA3-BF82-4BA8D4D65B19}"/>
              </a:ext>
            </a:extLst>
          </p:cNvPr>
          <p:cNvSpPr>
            <a:spLocks xmlns:a="http://schemas.openxmlformats.org/drawingml/2006/main" noGrp="1"/>
          </p:cNvSpPr>
          <p:nvPr/>
        </p:nvSpPr>
        <p:spPr>
          <a:xfrm xmlns:a="http://schemas.openxmlformats.org/drawingml/2006/main">
            <a:off x="2667000" y="3638550"/>
            <a:ext cx="3619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E8A0A0"/>
            </a:solidFill>
            <a:prstDash val="solid"/>
          </a:ln>
        </p:spPr>
      </p:sp>
      <p:sp>
        <p:nvSpPr>
          <p:cNvPr id="14" name="s28-a-explain">
            <a:extLst xmlns:a="http://schemas.openxmlformats.org/drawingml/2006/main">
              <a:ext uri="{FF2B5EF4-FFF2-40B4-BE49-F238E27FC236}">
                <a16:creationId xmlns:a16="http://schemas.microsoft.com/office/drawing/2014/main" id="{DCAE027A-7A02-4441-BD1C-91F9C019B3A9}"/>
              </a:ext>
            </a:extLst>
          </p:cNvPr>
          <p:cNvSpPr>
            <a:spLocks xmlns:a="http://schemas.openxmlformats.org/drawingml/2006/main" noGrp="1"/>
          </p:cNvSpPr>
          <p:nvPr/>
        </p:nvSpPr>
        <p:spPr>
          <a:xfrm xmlns:a="http://schemas.openxmlformats.org/drawingml/2006/main">
            <a:off x="876300" y="4476750"/>
            <a:ext cx="468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53657A"/>
                </a:solidFill>
                <a:latin typeface="DejaVu Sans"/>
                <a:ea typeface="DejaVu Sans"/>
                <a:cs typeface="DejaVu Sans"/>
              </a:defRPr>
            </a:defPPr>
            <a:lvl1pPr algn="ctr">
              <a:defRPr sz="1125" b="0">
                <a:solidFill>
                  <a:srgbClr val="53657A"/>
                </a:solidFill>
                <a:latin typeface="DejaVu Sans"/>
                <a:ea typeface="DejaVu Sans"/>
                <a:cs typeface="DejaVu Sans"/>
              </a:defRPr>
            </a:lvl1pPr>
            <a:lvl2pPr algn="ctr">
              <a:defRPr sz="1125" b="0">
                <a:solidFill>
                  <a:srgbClr val="53657A"/>
                </a:solidFill>
                <a:latin typeface="DejaVu Sans"/>
                <a:ea typeface="DejaVu Sans"/>
                <a:cs typeface="DejaVu Sans"/>
              </a:defRPr>
            </a:lvl2pPr>
            <a:lvl3pPr algn="ctr">
              <a:defRPr sz="1125" b="0">
                <a:solidFill>
                  <a:srgbClr val="53657A"/>
                </a:solidFill>
                <a:latin typeface="DejaVu Sans"/>
                <a:ea typeface="DejaVu Sans"/>
                <a:cs typeface="DejaVu Sans"/>
              </a:defRPr>
            </a:lvl3pPr>
            <a:lvl4pPr algn="ctr">
              <a:defRPr sz="1125" b="0">
                <a:solidFill>
                  <a:srgbClr val="53657A"/>
                </a:solidFill>
                <a:latin typeface="DejaVu Sans"/>
                <a:ea typeface="DejaVu Sans"/>
                <a:cs typeface="DejaVu Sans"/>
              </a:defRPr>
            </a:lvl4pPr>
            <a:lvl5pPr algn="ctr">
              <a:defRPr sz="1125" b="0">
                <a:solidFill>
                  <a:srgbClr val="53657A"/>
                </a:solidFill>
                <a:latin typeface="DejaVu Sans"/>
                <a:ea typeface="DejaVu Sans"/>
                <a:cs typeface="DejaVu Sans"/>
              </a:defRPr>
            </a:lvl5pPr>
            <a:lvl6pPr algn="ctr">
              <a:defRPr sz="1125" b="0">
                <a:solidFill>
                  <a:srgbClr val="53657A"/>
                </a:solidFill>
                <a:latin typeface="DejaVu Sans"/>
                <a:ea typeface="DejaVu Sans"/>
                <a:cs typeface="DejaVu Sans"/>
              </a:defRPr>
            </a:lvl6pPr>
            <a:lvl7pPr algn="ctr">
              <a:defRPr sz="1125" b="0">
                <a:solidFill>
                  <a:srgbClr val="53657A"/>
                </a:solidFill>
                <a:latin typeface="DejaVu Sans"/>
                <a:ea typeface="DejaVu Sans"/>
                <a:cs typeface="DejaVu Sans"/>
              </a:defRPr>
            </a:lvl7pPr>
            <a:lvl8pPr algn="ctr">
              <a:defRPr sz="1125" b="0">
                <a:solidFill>
                  <a:srgbClr val="53657A"/>
                </a:solidFill>
                <a:latin typeface="DejaVu Sans"/>
                <a:ea typeface="DejaVu Sans"/>
                <a:cs typeface="DejaVu Sans"/>
              </a:defRPr>
            </a:lvl8pPr>
            <a:lvl9pPr algn="ctr">
              <a:defRPr sz="1125" b="0">
                <a:solidFill>
                  <a:srgbClr val="53657A"/>
                </a:solidFill>
                <a:latin typeface="DejaVu Sans"/>
                <a:ea typeface="DejaVu Sans"/>
                <a:cs typeface="DejaVu Sans"/>
              </a:defRPr>
            </a:lvl9pPr>
          </a:lstStyle>
          <a:p xmlns:a="http://schemas.openxmlformats.org/drawingml/2006/main">
            <a:pPr algn="ctr">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Σε ορισμένες βλάβες, οι μονάδες δεν ανταλλάσσουν μηνύματα.</a:t>
            </a:r>
          </a:p>
        </p:txBody>
      </p:sp>
      <p:sp>
        <p:nvSpPr>
          <p:cNvPr id="15" name="s28-outcome-b">
            <a:extLst xmlns:a="http://schemas.openxmlformats.org/drawingml/2006/main">
              <a:ext uri="{FF2B5EF4-FFF2-40B4-BE49-F238E27FC236}">
                <a16:creationId xmlns:a16="http://schemas.microsoft.com/office/drawing/2014/main" id="{896E81D9-6818-407E-A315-63BB21FE8E2F}"/>
              </a:ext>
            </a:extLst>
          </p:cNvPr>
          <p:cNvSpPr>
            <a:spLocks xmlns:a="http://schemas.openxmlformats.org/drawingml/2006/main" noGrp="1"/>
          </p:cNvSpPr>
          <p:nvPr/>
        </p:nvSpPr>
        <p:spPr>
          <a:xfrm xmlns:a="http://schemas.openxmlformats.org/drawingml/2006/main">
            <a:off x="6362700" y="2305050"/>
            <a:ext cx="52197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14288">
            <a:solidFill>
              <a:srgbClr val="D6E2ED"/>
            </a:solidFill>
            <a:prstDash val="solid"/>
          </a:ln>
        </p:spPr>
      </p:sp>
      <p:sp>
        <p:nvSpPr>
          <p:cNvPr id="16" name="s28-outcome-b-accent">
            <a:extLst xmlns:a="http://schemas.openxmlformats.org/drawingml/2006/main">
              <a:ext uri="{FF2B5EF4-FFF2-40B4-BE49-F238E27FC236}">
                <a16:creationId xmlns:a16="http://schemas.microsoft.com/office/drawing/2014/main" id="{D423C25F-CF16-45AB-B3C0-6EB32E1DBF25}"/>
              </a:ext>
            </a:extLst>
          </p:cNvPr>
          <p:cNvSpPr>
            <a:spLocks xmlns:a="http://schemas.openxmlformats.org/drawingml/2006/main" noGrp="1"/>
          </p:cNvSpPr>
          <p:nvPr/>
        </p:nvSpPr>
        <p:spPr>
          <a:xfrm xmlns:a="http://schemas.openxmlformats.org/drawingml/2006/main">
            <a:off x="6362700" y="2305050"/>
            <a:ext cx="5219700" cy="6667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7" name="s28-b-kicker">
            <a:extLst xmlns:a="http://schemas.openxmlformats.org/drawingml/2006/main">
              <a:ext uri="{FF2B5EF4-FFF2-40B4-BE49-F238E27FC236}">
                <a16:creationId xmlns:a16="http://schemas.microsoft.com/office/drawing/2014/main" id="{7AF0D335-2036-4D90-A87E-DB540529412F}"/>
              </a:ext>
            </a:extLst>
          </p:cNvPr>
          <p:cNvSpPr>
            <a:spLocks xmlns:a="http://schemas.openxmlformats.org/drawingml/2006/main" noGrp="1"/>
          </p:cNvSpPr>
          <p:nvPr/>
        </p:nvSpPr>
        <p:spPr>
          <a:xfrm xmlns:a="http://schemas.openxmlformats.org/drawingml/2006/main">
            <a:off x="6629400" y="2543175"/>
            <a:ext cx="46863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A"/>
                </a:solidFill>
                <a:latin typeface="DejaVu Sans"/>
                <a:ea typeface="DejaVu Sans"/>
                <a:cs typeface="DejaVu Sans"/>
              </a:defRPr>
            </a:defPPr>
            <a:lvl1pPr algn="l">
              <a:defRPr sz="975" b="1">
                <a:solidFill>
                  <a:srgbClr val="53657A"/>
                </a:solidFill>
                <a:latin typeface="DejaVu Sans"/>
                <a:ea typeface="DejaVu Sans"/>
                <a:cs typeface="DejaVu Sans"/>
              </a:defRPr>
            </a:lvl1pPr>
            <a:lvl2pPr algn="l">
              <a:defRPr sz="975" b="1">
                <a:solidFill>
                  <a:srgbClr val="53657A"/>
                </a:solidFill>
                <a:latin typeface="DejaVu Sans"/>
                <a:ea typeface="DejaVu Sans"/>
                <a:cs typeface="DejaVu Sans"/>
              </a:defRPr>
            </a:lvl2pPr>
            <a:lvl3pPr algn="l">
              <a:defRPr sz="975" b="1">
                <a:solidFill>
                  <a:srgbClr val="53657A"/>
                </a:solidFill>
                <a:latin typeface="DejaVu Sans"/>
                <a:ea typeface="DejaVu Sans"/>
                <a:cs typeface="DejaVu Sans"/>
              </a:defRPr>
            </a:lvl3pPr>
            <a:lvl4pPr algn="l">
              <a:defRPr sz="975" b="1">
                <a:solidFill>
                  <a:srgbClr val="53657A"/>
                </a:solidFill>
                <a:latin typeface="DejaVu Sans"/>
                <a:ea typeface="DejaVu Sans"/>
                <a:cs typeface="DejaVu Sans"/>
              </a:defRPr>
            </a:lvl4pPr>
            <a:lvl5pPr algn="l">
              <a:defRPr sz="975" b="1">
                <a:solidFill>
                  <a:srgbClr val="53657A"/>
                </a:solidFill>
                <a:latin typeface="DejaVu Sans"/>
                <a:ea typeface="DejaVu Sans"/>
                <a:cs typeface="DejaVu Sans"/>
              </a:defRPr>
            </a:lvl5pPr>
            <a:lvl6pPr algn="l">
              <a:defRPr sz="975" b="1">
                <a:solidFill>
                  <a:srgbClr val="53657A"/>
                </a:solidFill>
                <a:latin typeface="DejaVu Sans"/>
                <a:ea typeface="DejaVu Sans"/>
                <a:cs typeface="DejaVu Sans"/>
              </a:defRPr>
            </a:lvl6pPr>
            <a:lvl7pPr algn="l">
              <a:defRPr sz="975" b="1">
                <a:solidFill>
                  <a:srgbClr val="53657A"/>
                </a:solidFill>
                <a:latin typeface="DejaVu Sans"/>
                <a:ea typeface="DejaVu Sans"/>
                <a:cs typeface="DejaVu Sans"/>
              </a:defRPr>
            </a:lvl7pPr>
            <a:lvl8pPr algn="l">
              <a:defRPr sz="975" b="1">
                <a:solidFill>
                  <a:srgbClr val="53657A"/>
                </a:solidFill>
                <a:latin typeface="DejaVu Sans"/>
                <a:ea typeface="DejaVu Sans"/>
                <a:cs typeface="DejaVu Sans"/>
              </a:defRPr>
            </a:lvl8pPr>
            <a:lvl9pPr algn="l">
              <a:defRPr sz="975" b="1">
                <a:solidFill>
                  <a:srgbClr val="53657A"/>
                </a:solidFill>
                <a:latin typeface="DejaVu Sans"/>
                <a:ea typeface="DejaVu Sans"/>
                <a:cs typeface="DejaVu Sans"/>
              </a:defRPr>
            </a:lvl9pPr>
          </a:lstStyle>
          <a:p xmlns:a="http://schemas.openxmlformats.org/drawingml/2006/main">
            <a:pPr algn="l">
              <a:defRPr sz="975" b="1">
                <a:solidFill>
                  <a:srgbClr val="53657A"/>
                </a:solidFill>
                <a:latin typeface="DejaVu Sans"/>
                <a:ea typeface="DejaVu Sans"/>
                <a:cs typeface="DejaVu Sans"/>
              </a:defRPr>
            </a:pPr>
            <a:r>
              <a:rPr sz="975" b="1">
                <a:solidFill>
                  <a:srgbClr val="53657A"/>
                </a:solidFill>
                <a:latin typeface="DejaVu Sans"/>
                <a:ea typeface="DejaVu Sans"/>
                <a:cs typeface="DejaVu Sans"/>
              </a:rPr>
              <a:t>ΠΙΘΑΝΟ ΑΠΟΤΕΛΕΣΜΑ 2</a:t>
            </a:r>
          </a:p>
        </p:txBody>
      </p:sp>
      <p:sp>
        <p:nvSpPr>
          <p:cNvPr id="18" name="s28-b-title">
            <a:extLst xmlns:a="http://schemas.openxmlformats.org/drawingml/2006/main">
              <a:ext uri="{FF2B5EF4-FFF2-40B4-BE49-F238E27FC236}">
                <a16:creationId xmlns:a16="http://schemas.microsoft.com/office/drawing/2014/main" id="{DE46A62C-338C-48A5-B52E-DF1340032788}"/>
              </a:ext>
            </a:extLst>
          </p:cNvPr>
          <p:cNvSpPr>
            <a:spLocks xmlns:a="http://schemas.openxmlformats.org/drawingml/2006/main" noGrp="1"/>
          </p:cNvSpPr>
          <p:nvPr/>
        </p:nvSpPr>
        <p:spPr>
          <a:xfrm xmlns:a="http://schemas.openxmlformats.org/drawingml/2006/main">
            <a:off x="6629400" y="2857500"/>
            <a:ext cx="468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01D31"/>
                </a:solidFill>
                <a:latin typeface="DejaVu Sans"/>
                <a:ea typeface="DejaVu Sans"/>
                <a:cs typeface="DejaVu Sans"/>
              </a:defRPr>
            </a:defPPr>
            <a:lvl1pPr algn="l">
              <a:defRPr sz="1725" b="1">
                <a:solidFill>
                  <a:srgbClr val="101D31"/>
                </a:solidFill>
                <a:latin typeface="DejaVu Sans"/>
                <a:ea typeface="DejaVu Sans"/>
                <a:cs typeface="DejaVu Sans"/>
              </a:defRPr>
            </a:lvl1pPr>
            <a:lvl2pPr algn="l">
              <a:defRPr sz="1725" b="1">
                <a:solidFill>
                  <a:srgbClr val="101D31"/>
                </a:solidFill>
                <a:latin typeface="DejaVu Sans"/>
                <a:ea typeface="DejaVu Sans"/>
                <a:cs typeface="DejaVu Sans"/>
              </a:defRPr>
            </a:lvl2pPr>
            <a:lvl3pPr algn="l">
              <a:defRPr sz="1725" b="1">
                <a:solidFill>
                  <a:srgbClr val="101D31"/>
                </a:solidFill>
                <a:latin typeface="DejaVu Sans"/>
                <a:ea typeface="DejaVu Sans"/>
                <a:cs typeface="DejaVu Sans"/>
              </a:defRPr>
            </a:lvl3pPr>
            <a:lvl4pPr algn="l">
              <a:defRPr sz="1725" b="1">
                <a:solidFill>
                  <a:srgbClr val="101D31"/>
                </a:solidFill>
                <a:latin typeface="DejaVu Sans"/>
                <a:ea typeface="DejaVu Sans"/>
                <a:cs typeface="DejaVu Sans"/>
              </a:defRPr>
            </a:lvl4pPr>
            <a:lvl5pPr algn="l">
              <a:defRPr sz="1725" b="1">
                <a:solidFill>
                  <a:srgbClr val="101D31"/>
                </a:solidFill>
                <a:latin typeface="DejaVu Sans"/>
                <a:ea typeface="DejaVu Sans"/>
                <a:cs typeface="DejaVu Sans"/>
              </a:defRPr>
            </a:lvl5pPr>
            <a:lvl6pPr algn="l">
              <a:defRPr sz="1725" b="1">
                <a:solidFill>
                  <a:srgbClr val="101D31"/>
                </a:solidFill>
                <a:latin typeface="DejaVu Sans"/>
                <a:ea typeface="DejaVu Sans"/>
                <a:cs typeface="DejaVu Sans"/>
              </a:defRPr>
            </a:lvl6pPr>
            <a:lvl7pPr algn="l">
              <a:defRPr sz="1725" b="1">
                <a:solidFill>
                  <a:srgbClr val="101D31"/>
                </a:solidFill>
                <a:latin typeface="DejaVu Sans"/>
                <a:ea typeface="DejaVu Sans"/>
                <a:cs typeface="DejaVu Sans"/>
              </a:defRPr>
            </a:lvl7pPr>
            <a:lvl8pPr algn="l">
              <a:defRPr sz="1725" b="1">
                <a:solidFill>
                  <a:srgbClr val="101D31"/>
                </a:solidFill>
                <a:latin typeface="DejaVu Sans"/>
                <a:ea typeface="DejaVu Sans"/>
                <a:cs typeface="DejaVu Sans"/>
              </a:defRPr>
            </a:lvl8pPr>
            <a:lvl9pPr algn="l">
              <a:defRPr sz="1725" b="1">
                <a:solidFill>
                  <a:srgbClr val="101D31"/>
                </a:solidFill>
                <a:latin typeface="DejaVu Sans"/>
                <a:ea typeface="DejaVu Sans"/>
                <a:cs typeface="DejaVu Sans"/>
              </a:defRPr>
            </a:lvl9pPr>
          </a:lstStyle>
          <a:p xmlns:a="http://schemas.openxmlformats.org/drawingml/2006/main">
            <a:pPr algn="l">
              <a:defRPr sz="1725" b="1">
                <a:solidFill>
                  <a:srgbClr val="101D31"/>
                </a:solidFill>
                <a:latin typeface="DejaVu Sans"/>
                <a:ea typeface="DejaVu Sans"/>
                <a:cs typeface="DejaVu Sans"/>
              </a:defRPr>
            </a:pPr>
            <a:r>
              <a:rPr sz="1725" b="1">
                <a:solidFill>
                  <a:srgbClr val="101D31"/>
                </a:solidFill>
                <a:latin typeface="DejaVu Sans"/>
                <a:ea typeface="DejaVu Sans"/>
                <a:cs typeface="DejaVu Sans"/>
              </a:rPr>
              <a:t>Κάποια μηνύματα συνεχίζουν</a:t>
            </a:r>
          </a:p>
        </p:txBody>
      </p:sp>
      <p:sp>
        <p:nvSpPr>
          <p:cNvPr id="19" name="s28-b-line-h">
            <a:extLst xmlns:a="http://schemas.openxmlformats.org/drawingml/2006/main">
              <a:ext uri="{FF2B5EF4-FFF2-40B4-BE49-F238E27FC236}">
                <a16:creationId xmlns:a16="http://schemas.microsoft.com/office/drawing/2014/main" id="{B40F3FD4-C450-4245-A420-C4F3D53E2A11}"/>
              </a:ext>
            </a:extLst>
          </p:cNvPr>
          <p:cNvSpPr>
            <a:spLocks xmlns:a="http://schemas.openxmlformats.org/drawingml/2006/main" noGrp="1"/>
          </p:cNvSpPr>
          <p:nvPr/>
        </p:nvSpPr>
        <p:spPr>
          <a:xfrm xmlns:a="http://schemas.openxmlformats.org/drawingml/2006/main">
            <a:off x="6915150" y="3714750"/>
            <a:ext cx="405765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20" name="s28-b-line-l">
            <a:extLst xmlns:a="http://schemas.openxmlformats.org/drawingml/2006/main">
              <a:ext uri="{FF2B5EF4-FFF2-40B4-BE49-F238E27FC236}">
                <a16:creationId xmlns:a16="http://schemas.microsoft.com/office/drawing/2014/main" id="{743739FF-274C-41B7-81D0-EF3D3F7A1778}"/>
              </a:ext>
            </a:extLst>
          </p:cNvPr>
          <p:cNvSpPr>
            <a:spLocks xmlns:a="http://schemas.openxmlformats.org/drawingml/2006/main" noGrp="1"/>
          </p:cNvSpPr>
          <p:nvPr/>
        </p:nvSpPr>
        <p:spPr>
          <a:xfrm xmlns:a="http://schemas.openxmlformats.org/drawingml/2006/main">
            <a:off x="6915150" y="4095750"/>
            <a:ext cx="4057650" cy="47625"/>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21" name="s28-b-fault">
            <a:extLst xmlns:a="http://schemas.openxmlformats.org/drawingml/2006/main">
              <a:ext uri="{FF2B5EF4-FFF2-40B4-BE49-F238E27FC236}">
                <a16:creationId xmlns:a16="http://schemas.microsoft.com/office/drawing/2014/main" id="{7A346E4F-9E40-4A58-8D9D-BF9D414F3A7E}"/>
              </a:ext>
            </a:extLst>
          </p:cNvPr>
          <p:cNvSpPr>
            <a:spLocks xmlns:a="http://schemas.openxmlformats.org/drawingml/2006/main" noGrp="1"/>
          </p:cNvSpPr>
          <p:nvPr/>
        </p:nvSpPr>
        <p:spPr>
          <a:xfrm xmlns:a="http://schemas.openxmlformats.org/drawingml/2006/main">
            <a:off x="8610600" y="4000500"/>
            <a:ext cx="190500" cy="190500"/>
          </a:xfrm>
          <a:prstGeom xmlns:a="http://schemas.openxmlformats.org/drawingml/2006/main" prst="ellipse">
            <a:avLst/>
          </a:prstGeom>
          <a:solidFill xmlns:a="http://schemas.openxmlformats.org/drawingml/2006/main">
            <a:srgbClr val="E87936"/>
          </a:solidFill>
          <a:ln xmlns:a="http://schemas.openxmlformats.org/drawingml/2006/main" w="0">
            <a:noFill/>
            <a:prstDash val="solid"/>
          </a:ln>
        </p:spPr>
      </p:sp>
      <p:sp>
        <p:nvSpPr>
          <p:cNvPr id="22" name="s28-b-explain">
            <a:extLst xmlns:a="http://schemas.openxmlformats.org/drawingml/2006/main">
              <a:ext uri="{FF2B5EF4-FFF2-40B4-BE49-F238E27FC236}">
                <a16:creationId xmlns:a16="http://schemas.microsoft.com/office/drawing/2014/main" id="{F3F5C061-A836-485E-A2FF-EB6DE3317CAC}"/>
              </a:ext>
            </a:extLst>
          </p:cNvPr>
          <p:cNvSpPr>
            <a:spLocks xmlns:a="http://schemas.openxmlformats.org/drawingml/2006/main" noGrp="1"/>
          </p:cNvSpPr>
          <p:nvPr/>
        </p:nvSpPr>
        <p:spPr>
          <a:xfrm xmlns:a="http://schemas.openxmlformats.org/drawingml/2006/main">
            <a:off x="6629400" y="4476750"/>
            <a:ext cx="468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53657A"/>
                </a:solidFill>
                <a:latin typeface="DejaVu Sans"/>
                <a:ea typeface="DejaVu Sans"/>
                <a:cs typeface="DejaVu Sans"/>
              </a:defRPr>
            </a:defPPr>
            <a:lvl1pPr algn="ctr">
              <a:defRPr sz="1125" b="0">
                <a:solidFill>
                  <a:srgbClr val="53657A"/>
                </a:solidFill>
                <a:latin typeface="DejaVu Sans"/>
                <a:ea typeface="DejaVu Sans"/>
                <a:cs typeface="DejaVu Sans"/>
              </a:defRPr>
            </a:lvl1pPr>
            <a:lvl2pPr algn="ctr">
              <a:defRPr sz="1125" b="0">
                <a:solidFill>
                  <a:srgbClr val="53657A"/>
                </a:solidFill>
                <a:latin typeface="DejaVu Sans"/>
                <a:ea typeface="DejaVu Sans"/>
                <a:cs typeface="DejaVu Sans"/>
              </a:defRPr>
            </a:lvl2pPr>
            <a:lvl3pPr algn="ctr">
              <a:defRPr sz="1125" b="0">
                <a:solidFill>
                  <a:srgbClr val="53657A"/>
                </a:solidFill>
                <a:latin typeface="DejaVu Sans"/>
                <a:ea typeface="DejaVu Sans"/>
                <a:cs typeface="DejaVu Sans"/>
              </a:defRPr>
            </a:lvl3pPr>
            <a:lvl4pPr algn="ctr">
              <a:defRPr sz="1125" b="0">
                <a:solidFill>
                  <a:srgbClr val="53657A"/>
                </a:solidFill>
                <a:latin typeface="DejaVu Sans"/>
                <a:ea typeface="DejaVu Sans"/>
                <a:cs typeface="DejaVu Sans"/>
              </a:defRPr>
            </a:lvl4pPr>
            <a:lvl5pPr algn="ctr">
              <a:defRPr sz="1125" b="0">
                <a:solidFill>
                  <a:srgbClr val="53657A"/>
                </a:solidFill>
                <a:latin typeface="DejaVu Sans"/>
                <a:ea typeface="DejaVu Sans"/>
                <a:cs typeface="DejaVu Sans"/>
              </a:defRPr>
            </a:lvl5pPr>
            <a:lvl6pPr algn="ctr">
              <a:defRPr sz="1125" b="0">
                <a:solidFill>
                  <a:srgbClr val="53657A"/>
                </a:solidFill>
                <a:latin typeface="DejaVu Sans"/>
                <a:ea typeface="DejaVu Sans"/>
                <a:cs typeface="DejaVu Sans"/>
              </a:defRPr>
            </a:lvl6pPr>
            <a:lvl7pPr algn="ctr">
              <a:defRPr sz="1125" b="0">
                <a:solidFill>
                  <a:srgbClr val="53657A"/>
                </a:solidFill>
                <a:latin typeface="DejaVu Sans"/>
                <a:ea typeface="DejaVu Sans"/>
                <a:cs typeface="DejaVu Sans"/>
              </a:defRPr>
            </a:lvl7pPr>
            <a:lvl8pPr algn="ctr">
              <a:defRPr sz="1125" b="0">
                <a:solidFill>
                  <a:srgbClr val="53657A"/>
                </a:solidFill>
                <a:latin typeface="DejaVu Sans"/>
                <a:ea typeface="DejaVu Sans"/>
                <a:cs typeface="DejaVu Sans"/>
              </a:defRPr>
            </a:lvl8pPr>
            <a:lvl9pPr algn="ctr">
              <a:defRPr sz="1125" b="0">
                <a:solidFill>
                  <a:srgbClr val="53657A"/>
                </a:solidFill>
                <a:latin typeface="DejaVu Sans"/>
                <a:ea typeface="DejaVu Sans"/>
                <a:cs typeface="DejaVu Sans"/>
              </a:defRPr>
            </a:lvl9pPr>
          </a:lstStyle>
          <a:p xmlns:a="http://schemas.openxmlformats.org/drawingml/2006/main">
            <a:pPr algn="ctr">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Η επικοινωνία μπορεί να υπάρχει, ενώ μια βλάβη παραμένει.</a:t>
            </a:r>
          </a:p>
        </p:txBody>
      </p:sp>
      <p:sp>
        <p:nvSpPr>
          <p:cNvPr id="23" name="s28-takeaway">
            <a:extLst xmlns:a="http://schemas.openxmlformats.org/drawingml/2006/main">
              <a:ext uri="{FF2B5EF4-FFF2-40B4-BE49-F238E27FC236}">
                <a16:creationId xmlns:a16="http://schemas.microsoft.com/office/drawing/2014/main" id="{C25B9A16-1B44-4B63-9A1C-0767B42D1D9E}"/>
              </a:ext>
            </a:extLst>
          </p:cNvPr>
          <p:cNvSpPr>
            <a:spLocks xmlns:a="http://schemas.openxmlformats.org/drawingml/2006/main" noGrp="1"/>
          </p:cNvSpPr>
          <p:nvPr/>
        </p:nvSpPr>
        <p:spPr>
          <a:xfrm xmlns:a="http://schemas.openxmlformats.org/drawingml/2006/main">
            <a:off x="609600" y="5391150"/>
            <a:ext cx="10972800" cy="628650"/>
          </a:xfrm>
          <a:prstGeom xmlns:a="http://schemas.openxmlformats.org/drawingml/2006/main" prst="roundRect">
            <a:avLst>
              <a:gd name="adj" fmla="val 12121"/>
            </a:avLst>
          </a:prstGeom>
          <a:solidFill xmlns:a="http://schemas.openxmlformats.org/drawingml/2006/main">
            <a:srgbClr val="071426"/>
          </a:solidFill>
          <a:ln xmlns:a="http://schemas.openxmlformats.org/drawingml/2006/main" w="0">
            <a:noFill/>
            <a:prstDash val="solid"/>
          </a:ln>
        </p:spPr>
      </p:sp>
      <p:sp>
        <p:nvSpPr>
          <p:cNvPr id="24" name="s28-takeaway-text">
            <a:extLst xmlns:a="http://schemas.openxmlformats.org/drawingml/2006/main">
              <a:ext uri="{FF2B5EF4-FFF2-40B4-BE49-F238E27FC236}">
                <a16:creationId xmlns:a16="http://schemas.microsoft.com/office/drawing/2014/main" id="{BC5DEB6E-A74F-4F5E-970E-F4A845CBB924}"/>
              </a:ext>
            </a:extLst>
          </p:cNvPr>
          <p:cNvSpPr>
            <a:spLocks xmlns:a="http://schemas.openxmlformats.org/drawingml/2006/main" noGrp="1"/>
          </p:cNvSpPr>
          <p:nvPr/>
        </p:nvSpPr>
        <p:spPr>
          <a:xfrm xmlns:a="http://schemas.openxmlformats.org/drawingml/2006/main">
            <a:off x="838200" y="5505450"/>
            <a:ext cx="1051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FFFFFF"/>
                </a:solidFill>
                <a:latin typeface="DejaVu Sans"/>
                <a:ea typeface="DejaVu Sans"/>
                <a:cs typeface="DejaVu Sans"/>
              </a:defRPr>
            </a:defPPr>
            <a:lvl1pPr algn="ctr">
              <a:defRPr sz="1425" b="1">
                <a:solidFill>
                  <a:srgbClr val="FFFFFF"/>
                </a:solidFill>
                <a:latin typeface="DejaVu Sans"/>
                <a:ea typeface="DejaVu Sans"/>
                <a:cs typeface="DejaVu Sans"/>
              </a:defRPr>
            </a:lvl1pPr>
            <a:lvl2pPr algn="ctr">
              <a:defRPr sz="1425" b="1">
                <a:solidFill>
                  <a:srgbClr val="FFFFFF"/>
                </a:solidFill>
                <a:latin typeface="DejaVu Sans"/>
                <a:ea typeface="DejaVu Sans"/>
                <a:cs typeface="DejaVu Sans"/>
              </a:defRPr>
            </a:lvl2pPr>
            <a:lvl3pPr algn="ctr">
              <a:defRPr sz="1425" b="1">
                <a:solidFill>
                  <a:srgbClr val="FFFFFF"/>
                </a:solidFill>
                <a:latin typeface="DejaVu Sans"/>
                <a:ea typeface="DejaVu Sans"/>
                <a:cs typeface="DejaVu Sans"/>
              </a:defRPr>
            </a:lvl3pPr>
            <a:lvl4pPr algn="ctr">
              <a:defRPr sz="1425" b="1">
                <a:solidFill>
                  <a:srgbClr val="FFFFFF"/>
                </a:solidFill>
                <a:latin typeface="DejaVu Sans"/>
                <a:ea typeface="DejaVu Sans"/>
                <a:cs typeface="DejaVu Sans"/>
              </a:defRPr>
            </a:lvl4pPr>
            <a:lvl5pPr algn="ctr">
              <a:defRPr sz="1425" b="1">
                <a:solidFill>
                  <a:srgbClr val="FFFFFF"/>
                </a:solidFill>
                <a:latin typeface="DejaVu Sans"/>
                <a:ea typeface="DejaVu Sans"/>
                <a:cs typeface="DejaVu Sans"/>
              </a:defRPr>
            </a:lvl5pPr>
            <a:lvl6pPr algn="ctr">
              <a:defRPr sz="1425" b="1">
                <a:solidFill>
                  <a:srgbClr val="FFFFFF"/>
                </a:solidFill>
                <a:latin typeface="DejaVu Sans"/>
                <a:ea typeface="DejaVu Sans"/>
                <a:cs typeface="DejaVu Sans"/>
              </a:defRPr>
            </a:lvl6pPr>
            <a:lvl7pPr algn="ctr">
              <a:defRPr sz="1425" b="1">
                <a:solidFill>
                  <a:srgbClr val="FFFFFF"/>
                </a:solidFill>
                <a:latin typeface="DejaVu Sans"/>
                <a:ea typeface="DejaVu Sans"/>
                <a:cs typeface="DejaVu Sans"/>
              </a:defRPr>
            </a:lvl7pPr>
            <a:lvl8pPr algn="ctr">
              <a:defRPr sz="1425" b="1">
                <a:solidFill>
                  <a:srgbClr val="FFFFFF"/>
                </a:solidFill>
                <a:latin typeface="DejaVu Sans"/>
                <a:ea typeface="DejaVu Sans"/>
                <a:cs typeface="DejaVu Sans"/>
              </a:defRPr>
            </a:lvl8pPr>
            <a:lvl9pPr algn="ctr">
              <a:defRPr sz="1425" b="1">
                <a:solidFill>
                  <a:srgbClr val="FFFFFF"/>
                </a:solidFill>
                <a:latin typeface="DejaVu Sans"/>
                <a:ea typeface="DejaVu Sans"/>
                <a:cs typeface="DejaVu Sans"/>
              </a:defRPr>
            </a:lvl9pPr>
          </a:lstStyle>
          <a:p xmlns:a="http://schemas.openxmlformats.org/drawingml/2006/main">
            <a:pPr algn="ct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Το ότι «μιλάει» το δίκτυο δεν αποκλείει βλάβη στην καλωδίωση.</a:t>
            </a:r>
          </a:p>
        </p:txBody>
      </p:sp>
      <p:sp>
        <p:nvSpPr>
          <p:cNvPr id="25" name="s28-note">
            <a:extLst xmlns:a="http://schemas.openxmlformats.org/drawingml/2006/main">
              <a:ext uri="{FF2B5EF4-FFF2-40B4-BE49-F238E27FC236}">
                <a16:creationId xmlns:a16="http://schemas.microsoft.com/office/drawing/2014/main" id="{D21D6103-3E13-46D1-B3F5-7D42FAF9DBD3}"/>
              </a:ext>
            </a:extLst>
          </p:cNvPr>
          <p:cNvSpPr>
            <a:spLocks xmlns:a="http://schemas.openxmlformats.org/drawingml/2006/main" noGrp="1"/>
          </p:cNvSpPr>
          <p:nvPr/>
        </p:nvSpPr>
        <p:spPr>
          <a:xfrm xmlns:a="http://schemas.openxmlformats.org/drawingml/2006/main">
            <a:off x="609600" y="6200775"/>
            <a:ext cx="10191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Τα αποτελέσματα εξαρτώνται από τη βλάβη, τη θέση της και τον πομποδέκτη.</a:t>
            </a:r>
          </a:p>
        </p:txBody>
      </p:sp>
      <p:sp>
        <p:nvSpPr>
          <p:cNvPr id="26" name="s28-footer">
            <a:extLst xmlns:a="http://schemas.openxmlformats.org/drawingml/2006/main">
              <a:ext uri="{FF2B5EF4-FFF2-40B4-BE49-F238E27FC236}">
                <a16:creationId xmlns:a16="http://schemas.microsoft.com/office/drawing/2014/main" id="{1A6CA5F9-E7DD-48FC-A16B-3E7678EAD211}"/>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27" name="s28-page-number">
            <a:extLst xmlns:a="http://schemas.openxmlformats.org/drawingml/2006/main">
              <a:ext uri="{FF2B5EF4-FFF2-40B4-BE49-F238E27FC236}">
                <a16:creationId xmlns:a16="http://schemas.microsoft.com/office/drawing/2014/main" id="{F0B67F80-ED61-45D2-ABF1-3151297654A0}"/>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28</a:t>
            </a:r>
          </a:p>
        </p:txBody>
      </p:sp>
    </p:spTree>
    <p:extLst>
      <p:ext uri="{BB962C8B-B14F-4D97-AF65-F5344CB8AC3E}">
        <p14:creationId xmlns:p14="http://schemas.microsoft.com/office/powerpoint/2010/main" val="1191284269"/>
      </p:ext>
    </p:extLst>
  </p:cSld>
</p:sld>
</file>

<file path=ppt/slides/slide29.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1" name="s29-kicker">
            <a:extLst xmlns:a="http://schemas.openxmlformats.org/drawingml/2006/main">
              <a:ext uri="{FF2B5EF4-FFF2-40B4-BE49-F238E27FC236}">
                <a16:creationId xmlns:a16="http://schemas.microsoft.com/office/drawing/2014/main" id="{935F0EC1-7511-424A-A1F2-3401A12656C8}"/>
              </a:ext>
            </a:extLst>
          </p:cNvPr>
          <p:cNvSpPr>
            <a:spLocks xmlns:a="http://schemas.openxmlformats.org/drawingml/2006/main" noGrp="1"/>
          </p:cNvSpPr>
          <p:nvPr/>
        </p:nvSpPr>
        <p:spPr>
          <a:xfrm xmlns:a="http://schemas.openxmlformats.org/drawingml/2006/main">
            <a:off x="609600" y="32385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ΕΦΑΡΜΟΓΗ  ·  ΜΑΘΗΜΑ 05</a:t>
            </a:r>
          </a:p>
        </p:txBody>
      </p:sp>
      <p:sp>
        <p:nvSpPr>
          <p:cNvPr id="2" name="s29-title">
            <a:extLst xmlns:a="http://schemas.openxmlformats.org/drawingml/2006/main">
              <a:ext uri="{FF2B5EF4-FFF2-40B4-BE49-F238E27FC236}">
                <a16:creationId xmlns:a16="http://schemas.microsoft.com/office/drawing/2014/main" id="{FE77A625-1EBD-44AE-B953-8330D2CDDA01}"/>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01D31"/>
                </a:solidFill>
                <a:latin typeface="DejaVu Sans"/>
                <a:ea typeface="DejaVu Sans"/>
                <a:cs typeface="DejaVu Sans"/>
              </a:defRPr>
            </a:defPPr>
            <a:lvl1pPr algn="l">
              <a:defRPr sz="2850" b="1">
                <a:solidFill>
                  <a:srgbClr val="101D31"/>
                </a:solidFill>
                <a:latin typeface="DejaVu Sans"/>
                <a:ea typeface="DejaVu Sans"/>
                <a:cs typeface="DejaVu Sans"/>
              </a:defRPr>
            </a:lvl1pPr>
            <a:lvl2pPr algn="l">
              <a:defRPr sz="2850" b="1">
                <a:solidFill>
                  <a:srgbClr val="101D31"/>
                </a:solidFill>
                <a:latin typeface="DejaVu Sans"/>
                <a:ea typeface="DejaVu Sans"/>
                <a:cs typeface="DejaVu Sans"/>
              </a:defRPr>
            </a:lvl2pPr>
            <a:lvl3pPr algn="l">
              <a:defRPr sz="2850" b="1">
                <a:solidFill>
                  <a:srgbClr val="101D31"/>
                </a:solidFill>
                <a:latin typeface="DejaVu Sans"/>
                <a:ea typeface="DejaVu Sans"/>
                <a:cs typeface="DejaVu Sans"/>
              </a:defRPr>
            </a:lvl3pPr>
            <a:lvl4pPr algn="l">
              <a:defRPr sz="2850" b="1">
                <a:solidFill>
                  <a:srgbClr val="101D31"/>
                </a:solidFill>
                <a:latin typeface="DejaVu Sans"/>
                <a:ea typeface="DejaVu Sans"/>
                <a:cs typeface="DejaVu Sans"/>
              </a:defRPr>
            </a:lvl4pPr>
            <a:lvl5pPr algn="l">
              <a:defRPr sz="2850" b="1">
                <a:solidFill>
                  <a:srgbClr val="101D31"/>
                </a:solidFill>
                <a:latin typeface="DejaVu Sans"/>
                <a:ea typeface="DejaVu Sans"/>
                <a:cs typeface="DejaVu Sans"/>
              </a:defRPr>
            </a:lvl5pPr>
            <a:lvl6pPr algn="l">
              <a:defRPr sz="2850" b="1">
                <a:solidFill>
                  <a:srgbClr val="101D31"/>
                </a:solidFill>
                <a:latin typeface="DejaVu Sans"/>
                <a:ea typeface="DejaVu Sans"/>
                <a:cs typeface="DejaVu Sans"/>
              </a:defRPr>
            </a:lvl6pPr>
            <a:lvl7pPr algn="l">
              <a:defRPr sz="2850" b="1">
                <a:solidFill>
                  <a:srgbClr val="101D31"/>
                </a:solidFill>
                <a:latin typeface="DejaVu Sans"/>
                <a:ea typeface="DejaVu Sans"/>
                <a:cs typeface="DejaVu Sans"/>
              </a:defRPr>
            </a:lvl7pPr>
            <a:lvl8pPr algn="l">
              <a:defRPr sz="2850" b="1">
                <a:solidFill>
                  <a:srgbClr val="101D31"/>
                </a:solidFill>
                <a:latin typeface="DejaVu Sans"/>
                <a:ea typeface="DejaVu Sans"/>
                <a:cs typeface="DejaVu Sans"/>
              </a:defRPr>
            </a:lvl8pPr>
            <a:lvl9pPr algn="l">
              <a:defRPr sz="2850" b="1">
                <a:solidFill>
                  <a:srgbClr val="101D31"/>
                </a:solidFill>
                <a:latin typeface="DejaVu Sans"/>
                <a:ea typeface="DejaVu Sans"/>
                <a:cs typeface="DejaVu Sans"/>
              </a:defRPr>
            </a:lvl9pPr>
          </a:lstStyle>
          <a:p xmlns:a="http://schemas.openxmlformats.org/drawingml/2006/main">
            <a:pPr algn="l">
              <a:defRPr sz="2850" b="1">
                <a:solidFill>
                  <a:srgbClr val="101D31"/>
                </a:solidFill>
                <a:latin typeface="DejaVu Sans"/>
                <a:ea typeface="DejaVu Sans"/>
                <a:cs typeface="DejaVu Sans"/>
              </a:defRPr>
            </a:pPr>
            <a:r>
              <a:rPr sz="2850" b="1">
                <a:solidFill>
                  <a:srgbClr val="101D31"/>
                </a:solidFill>
                <a:latin typeface="DejaVu Sans"/>
                <a:ea typeface="DejaVu Sans"/>
                <a:cs typeface="DejaVu Sans"/>
              </a:rPr>
              <a:t>Σενάριο: μία μονάδα δεν επικοινωνεί</a:t>
            </a:r>
          </a:p>
        </p:txBody>
      </p:sp>
      <p:sp>
        <p:nvSpPr>
          <p:cNvPr id="3" name="s29-title-rule">
            <a:extLst xmlns:a="http://schemas.openxmlformats.org/drawingml/2006/main">
              <a:ext uri="{FF2B5EF4-FFF2-40B4-BE49-F238E27FC236}">
                <a16:creationId xmlns:a16="http://schemas.microsoft.com/office/drawing/2014/main" id="{8A98081F-F282-4C56-AAF4-76D510F72EB9}"/>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29-subtitle">
            <a:extLst xmlns:a="http://schemas.openxmlformats.org/drawingml/2006/main">
              <a:ext uri="{FF2B5EF4-FFF2-40B4-BE49-F238E27FC236}">
                <a16:creationId xmlns:a16="http://schemas.microsoft.com/office/drawing/2014/main" id="{846646ED-7825-429E-8975-3D897E54E9F7}"/>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Τι ελέγχει ο τεχνικός πριν θεωρήσει ότι έχει χαλάσει η ECU;</a:t>
            </a:r>
          </a:p>
        </p:txBody>
      </p:sp>
      <p:sp>
        <p:nvSpPr>
          <p:cNvPr id="5" name="s29-scenario-card">
            <a:extLst xmlns:a="http://schemas.openxmlformats.org/drawingml/2006/main">
              <a:ext uri="{FF2B5EF4-FFF2-40B4-BE49-F238E27FC236}">
                <a16:creationId xmlns:a16="http://schemas.microsoft.com/office/drawing/2014/main" id="{FB366B9E-80A0-459A-98DC-CF29C7F3ACBB}"/>
              </a:ext>
            </a:extLst>
          </p:cNvPr>
          <p:cNvSpPr>
            <a:spLocks xmlns:a="http://schemas.openxmlformats.org/drawingml/2006/main" noGrp="1"/>
          </p:cNvSpPr>
          <p:nvPr/>
        </p:nvSpPr>
        <p:spPr>
          <a:xfrm xmlns:a="http://schemas.openxmlformats.org/drawingml/2006/main">
            <a:off x="609600" y="2247900"/>
            <a:ext cx="3429000" cy="3314700"/>
          </a:xfrm>
          <a:prstGeom xmlns:a="http://schemas.openxmlformats.org/drawingml/2006/main" prst="roundRect">
            <a:avLst>
              <a:gd name="adj" fmla="val 2299"/>
            </a:avLst>
          </a:prstGeom>
          <a:solidFill xmlns:a="http://schemas.openxmlformats.org/drawingml/2006/main">
            <a:srgbClr val="071426"/>
          </a:solidFill>
          <a:ln xmlns:a="http://schemas.openxmlformats.org/drawingml/2006/main" w="0">
            <a:noFill/>
            <a:prstDash val="solid"/>
          </a:ln>
        </p:spPr>
      </p:sp>
      <p:sp>
        <p:nvSpPr>
          <p:cNvPr id="6" name="s29-scenario-label">
            <a:extLst xmlns:a="http://schemas.openxmlformats.org/drawingml/2006/main">
              <a:ext uri="{FF2B5EF4-FFF2-40B4-BE49-F238E27FC236}">
                <a16:creationId xmlns:a16="http://schemas.microsoft.com/office/drawing/2014/main" id="{2932D413-6B2B-473C-8A99-ACC2C2480D03}"/>
              </a:ext>
            </a:extLst>
          </p:cNvPr>
          <p:cNvSpPr>
            <a:spLocks xmlns:a="http://schemas.openxmlformats.org/drawingml/2006/main" noGrp="1"/>
          </p:cNvSpPr>
          <p:nvPr/>
        </p:nvSpPr>
        <p:spPr>
          <a:xfrm xmlns:a="http://schemas.openxmlformats.org/drawingml/2006/main">
            <a:off x="876300" y="2486025"/>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10BFD9"/>
                </a:solidFill>
                <a:latin typeface="DejaVu Sans"/>
                <a:ea typeface="DejaVu Sans"/>
                <a:cs typeface="DejaVu Sans"/>
              </a:defRPr>
            </a:defPPr>
            <a:lvl1pPr algn="l">
              <a:defRPr sz="1050" b="1">
                <a:solidFill>
                  <a:srgbClr val="10BFD9"/>
                </a:solidFill>
                <a:latin typeface="DejaVu Sans"/>
                <a:ea typeface="DejaVu Sans"/>
                <a:cs typeface="DejaVu Sans"/>
              </a:defRPr>
            </a:lvl1pPr>
            <a:lvl2pPr algn="l">
              <a:defRPr sz="1050" b="1">
                <a:solidFill>
                  <a:srgbClr val="10BFD9"/>
                </a:solidFill>
                <a:latin typeface="DejaVu Sans"/>
                <a:ea typeface="DejaVu Sans"/>
                <a:cs typeface="DejaVu Sans"/>
              </a:defRPr>
            </a:lvl2pPr>
            <a:lvl3pPr algn="l">
              <a:defRPr sz="1050" b="1">
                <a:solidFill>
                  <a:srgbClr val="10BFD9"/>
                </a:solidFill>
                <a:latin typeface="DejaVu Sans"/>
                <a:ea typeface="DejaVu Sans"/>
                <a:cs typeface="DejaVu Sans"/>
              </a:defRPr>
            </a:lvl3pPr>
            <a:lvl4pPr algn="l">
              <a:defRPr sz="1050" b="1">
                <a:solidFill>
                  <a:srgbClr val="10BFD9"/>
                </a:solidFill>
                <a:latin typeface="DejaVu Sans"/>
                <a:ea typeface="DejaVu Sans"/>
                <a:cs typeface="DejaVu Sans"/>
              </a:defRPr>
            </a:lvl4pPr>
            <a:lvl5pPr algn="l">
              <a:defRPr sz="1050" b="1">
                <a:solidFill>
                  <a:srgbClr val="10BFD9"/>
                </a:solidFill>
                <a:latin typeface="DejaVu Sans"/>
                <a:ea typeface="DejaVu Sans"/>
                <a:cs typeface="DejaVu Sans"/>
              </a:defRPr>
            </a:lvl5pPr>
            <a:lvl6pPr algn="l">
              <a:defRPr sz="1050" b="1">
                <a:solidFill>
                  <a:srgbClr val="10BFD9"/>
                </a:solidFill>
                <a:latin typeface="DejaVu Sans"/>
                <a:ea typeface="DejaVu Sans"/>
                <a:cs typeface="DejaVu Sans"/>
              </a:defRPr>
            </a:lvl6pPr>
            <a:lvl7pPr algn="l">
              <a:defRPr sz="1050" b="1">
                <a:solidFill>
                  <a:srgbClr val="10BFD9"/>
                </a:solidFill>
                <a:latin typeface="DejaVu Sans"/>
                <a:ea typeface="DejaVu Sans"/>
                <a:cs typeface="DejaVu Sans"/>
              </a:defRPr>
            </a:lvl7pPr>
            <a:lvl8pPr algn="l">
              <a:defRPr sz="1050" b="1">
                <a:solidFill>
                  <a:srgbClr val="10BFD9"/>
                </a:solidFill>
                <a:latin typeface="DejaVu Sans"/>
                <a:ea typeface="DejaVu Sans"/>
                <a:cs typeface="DejaVu Sans"/>
              </a:defRPr>
            </a:lvl8pPr>
            <a:lvl9pPr algn="l">
              <a:defRPr sz="1050" b="1">
                <a:solidFill>
                  <a:srgbClr val="10BFD9"/>
                </a:solidFill>
                <a:latin typeface="DejaVu Sans"/>
                <a:ea typeface="DejaVu Sans"/>
                <a:cs typeface="DejaVu Sans"/>
              </a:defRPr>
            </a:lvl9pPr>
          </a:lstStyle>
          <a:p xmlns:a="http://schemas.openxmlformats.org/drawingml/2006/main">
            <a:pPr algn="l">
              <a:defRPr sz="1050" b="1">
                <a:solidFill>
                  <a:srgbClr val="10BFD9"/>
                </a:solidFill>
                <a:latin typeface="DejaVu Sans"/>
                <a:ea typeface="DejaVu Sans"/>
                <a:cs typeface="DejaVu Sans"/>
              </a:defRPr>
            </a:pPr>
            <a:r>
              <a:rPr sz="1050" b="1">
                <a:solidFill>
                  <a:srgbClr val="10BFD9"/>
                </a:solidFill>
                <a:latin typeface="DejaVu Sans"/>
                <a:ea typeface="DejaVu Sans"/>
                <a:cs typeface="DejaVu Sans"/>
              </a:rPr>
              <a:t>ΕΥΡΗΜΑ ΔΙΑΓΝΩΣΤΙΚΟΥ</a:t>
            </a:r>
          </a:p>
        </p:txBody>
      </p:sp>
      <p:sp>
        <p:nvSpPr>
          <p:cNvPr id="7" name="s29-scenario-head">
            <a:extLst xmlns:a="http://schemas.openxmlformats.org/drawingml/2006/main">
              <a:ext uri="{FF2B5EF4-FFF2-40B4-BE49-F238E27FC236}">
                <a16:creationId xmlns:a16="http://schemas.microsoft.com/office/drawing/2014/main" id="{72AF500C-07C6-4201-B883-6B1FDBA002E5}"/>
              </a:ext>
            </a:extLst>
          </p:cNvPr>
          <p:cNvSpPr>
            <a:spLocks xmlns:a="http://schemas.openxmlformats.org/drawingml/2006/main" noGrp="1"/>
          </p:cNvSpPr>
          <p:nvPr/>
        </p:nvSpPr>
        <p:spPr>
          <a:xfrm xmlns:a="http://schemas.openxmlformats.org/drawingml/2006/main">
            <a:off x="876300" y="2924175"/>
            <a:ext cx="2895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FFFFFF"/>
                </a:solidFill>
                <a:latin typeface="DejaVu Sans"/>
                <a:ea typeface="DejaVu Sans"/>
                <a:cs typeface="DejaVu Sans"/>
              </a:defRPr>
            </a:defPPr>
            <a:lvl1pPr algn="l">
              <a:defRPr sz="1800" b="1">
                <a:solidFill>
                  <a:srgbClr val="FFFFFF"/>
                </a:solidFill>
                <a:latin typeface="DejaVu Sans"/>
                <a:ea typeface="DejaVu Sans"/>
                <a:cs typeface="DejaVu Sans"/>
              </a:defRPr>
            </a:lvl1pPr>
            <a:lvl2pPr algn="l">
              <a:defRPr sz="1800" b="1">
                <a:solidFill>
                  <a:srgbClr val="FFFFFF"/>
                </a:solidFill>
                <a:latin typeface="DejaVu Sans"/>
                <a:ea typeface="DejaVu Sans"/>
                <a:cs typeface="DejaVu Sans"/>
              </a:defRPr>
            </a:lvl2pPr>
            <a:lvl3pPr algn="l">
              <a:defRPr sz="1800" b="1">
                <a:solidFill>
                  <a:srgbClr val="FFFFFF"/>
                </a:solidFill>
                <a:latin typeface="DejaVu Sans"/>
                <a:ea typeface="DejaVu Sans"/>
                <a:cs typeface="DejaVu Sans"/>
              </a:defRPr>
            </a:lvl3pPr>
            <a:lvl4pPr algn="l">
              <a:defRPr sz="1800" b="1">
                <a:solidFill>
                  <a:srgbClr val="FFFFFF"/>
                </a:solidFill>
                <a:latin typeface="DejaVu Sans"/>
                <a:ea typeface="DejaVu Sans"/>
                <a:cs typeface="DejaVu Sans"/>
              </a:defRPr>
            </a:lvl4pPr>
            <a:lvl5pPr algn="l">
              <a:defRPr sz="1800" b="1">
                <a:solidFill>
                  <a:srgbClr val="FFFFFF"/>
                </a:solidFill>
                <a:latin typeface="DejaVu Sans"/>
                <a:ea typeface="DejaVu Sans"/>
                <a:cs typeface="DejaVu Sans"/>
              </a:defRPr>
            </a:lvl5pPr>
            <a:lvl6pPr algn="l">
              <a:defRPr sz="1800" b="1">
                <a:solidFill>
                  <a:srgbClr val="FFFFFF"/>
                </a:solidFill>
                <a:latin typeface="DejaVu Sans"/>
                <a:ea typeface="DejaVu Sans"/>
                <a:cs typeface="DejaVu Sans"/>
              </a:defRPr>
            </a:lvl6pPr>
            <a:lvl7pPr algn="l">
              <a:defRPr sz="1800" b="1">
                <a:solidFill>
                  <a:srgbClr val="FFFFFF"/>
                </a:solidFill>
                <a:latin typeface="DejaVu Sans"/>
                <a:ea typeface="DejaVu Sans"/>
                <a:cs typeface="DejaVu Sans"/>
              </a:defRPr>
            </a:lvl7pPr>
            <a:lvl8pPr algn="l">
              <a:defRPr sz="1800" b="1">
                <a:solidFill>
                  <a:srgbClr val="FFFFFF"/>
                </a:solidFill>
                <a:latin typeface="DejaVu Sans"/>
                <a:ea typeface="DejaVu Sans"/>
                <a:cs typeface="DejaVu Sans"/>
              </a:defRPr>
            </a:lvl8pPr>
            <a:lvl9pPr algn="l">
              <a:defRPr sz="1800" b="1">
                <a:solidFill>
                  <a:srgbClr val="FFFFFF"/>
                </a:solidFill>
                <a:latin typeface="DejaVu Sans"/>
                <a:ea typeface="DejaVu Sans"/>
                <a:cs typeface="DejaVu Sans"/>
              </a:defRPr>
            </a:lvl9pPr>
          </a:lstStyle>
          <a:p xmlns:a="http://schemas.openxmlformats.org/drawingml/2006/main">
            <a:pPr algn="l">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Η ECU X δεν απαντά</a:t>
            </a:r>
          </a:p>
        </p:txBody>
      </p:sp>
      <p:sp>
        <p:nvSpPr>
          <p:cNvPr id="8" name="s29-scenario-divider">
            <a:extLst xmlns:a="http://schemas.openxmlformats.org/drawingml/2006/main">
              <a:ext uri="{FF2B5EF4-FFF2-40B4-BE49-F238E27FC236}">
                <a16:creationId xmlns:a16="http://schemas.microsoft.com/office/drawing/2014/main" id="{F6F841F6-7043-4CCB-B418-12C77EB91A6B}"/>
              </a:ext>
            </a:extLst>
          </p:cNvPr>
          <p:cNvSpPr>
            <a:spLocks xmlns:a="http://schemas.openxmlformats.org/drawingml/2006/main" noGrp="1"/>
          </p:cNvSpPr>
          <p:nvPr/>
        </p:nvSpPr>
        <p:spPr>
          <a:xfrm xmlns:a="http://schemas.openxmlformats.org/drawingml/2006/main">
            <a:off x="876300" y="3676650"/>
            <a:ext cx="2895600" cy="19050"/>
          </a:xfrm>
          <a:prstGeom xmlns:a="http://schemas.openxmlformats.org/drawingml/2006/main" prst="rect">
            <a:avLst/>
          </a:prstGeom>
          <a:solidFill xmlns:a="http://schemas.openxmlformats.org/drawingml/2006/main">
            <a:srgbClr val="34465B"/>
          </a:solidFill>
          <a:ln xmlns:a="http://schemas.openxmlformats.org/drawingml/2006/main" w="0">
            <a:noFill/>
            <a:prstDash val="solid"/>
          </a:ln>
        </p:spPr>
      </p:sp>
      <p:sp>
        <p:nvSpPr>
          <p:cNvPr id="9" name="s29-scenario-detail-1">
            <a:extLst xmlns:a="http://schemas.openxmlformats.org/drawingml/2006/main">
              <a:ext uri="{FF2B5EF4-FFF2-40B4-BE49-F238E27FC236}">
                <a16:creationId xmlns:a16="http://schemas.microsoft.com/office/drawing/2014/main" id="{82699C45-2E80-4D6B-B80C-6DE965C61BB8}"/>
              </a:ext>
            </a:extLst>
          </p:cNvPr>
          <p:cNvSpPr>
            <a:spLocks xmlns:a="http://schemas.openxmlformats.org/drawingml/2006/main" noGrp="1"/>
          </p:cNvSpPr>
          <p:nvPr/>
        </p:nvSpPr>
        <p:spPr>
          <a:xfrm xmlns:a="http://schemas.openxmlformats.org/drawingml/2006/main">
            <a:off x="876300" y="3905250"/>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0">
                <a:solidFill>
                  <a:srgbClr val="FFFFFF"/>
                </a:solidFill>
                <a:latin typeface="DejaVu Sans"/>
                <a:ea typeface="DejaVu Sans"/>
                <a:cs typeface="DejaVu Sans"/>
              </a:defRPr>
            </a:defPPr>
            <a:lvl1pPr algn="l">
              <a:defRPr sz="1200" b="0">
                <a:solidFill>
                  <a:srgbClr val="FFFFFF"/>
                </a:solidFill>
                <a:latin typeface="DejaVu Sans"/>
                <a:ea typeface="DejaVu Sans"/>
                <a:cs typeface="DejaVu Sans"/>
              </a:defRPr>
            </a:lvl1pPr>
            <a:lvl2pPr algn="l">
              <a:defRPr sz="1200" b="0">
                <a:solidFill>
                  <a:srgbClr val="FFFFFF"/>
                </a:solidFill>
                <a:latin typeface="DejaVu Sans"/>
                <a:ea typeface="DejaVu Sans"/>
                <a:cs typeface="DejaVu Sans"/>
              </a:defRPr>
            </a:lvl2pPr>
            <a:lvl3pPr algn="l">
              <a:defRPr sz="1200" b="0">
                <a:solidFill>
                  <a:srgbClr val="FFFFFF"/>
                </a:solidFill>
                <a:latin typeface="DejaVu Sans"/>
                <a:ea typeface="DejaVu Sans"/>
                <a:cs typeface="DejaVu Sans"/>
              </a:defRPr>
            </a:lvl3pPr>
            <a:lvl4pPr algn="l">
              <a:defRPr sz="1200" b="0">
                <a:solidFill>
                  <a:srgbClr val="FFFFFF"/>
                </a:solidFill>
                <a:latin typeface="DejaVu Sans"/>
                <a:ea typeface="DejaVu Sans"/>
                <a:cs typeface="DejaVu Sans"/>
              </a:defRPr>
            </a:lvl4pPr>
            <a:lvl5pPr algn="l">
              <a:defRPr sz="1200" b="0">
                <a:solidFill>
                  <a:srgbClr val="FFFFFF"/>
                </a:solidFill>
                <a:latin typeface="DejaVu Sans"/>
                <a:ea typeface="DejaVu Sans"/>
                <a:cs typeface="DejaVu Sans"/>
              </a:defRPr>
            </a:lvl5pPr>
            <a:lvl6pPr algn="l">
              <a:defRPr sz="1200" b="0">
                <a:solidFill>
                  <a:srgbClr val="FFFFFF"/>
                </a:solidFill>
                <a:latin typeface="DejaVu Sans"/>
                <a:ea typeface="DejaVu Sans"/>
                <a:cs typeface="DejaVu Sans"/>
              </a:defRPr>
            </a:lvl6pPr>
            <a:lvl7pPr algn="l">
              <a:defRPr sz="1200" b="0">
                <a:solidFill>
                  <a:srgbClr val="FFFFFF"/>
                </a:solidFill>
                <a:latin typeface="DejaVu Sans"/>
                <a:ea typeface="DejaVu Sans"/>
                <a:cs typeface="DejaVu Sans"/>
              </a:defRPr>
            </a:lvl7pPr>
            <a:lvl8pPr algn="l">
              <a:defRPr sz="1200" b="0">
                <a:solidFill>
                  <a:srgbClr val="FFFFFF"/>
                </a:solidFill>
                <a:latin typeface="DejaVu Sans"/>
                <a:ea typeface="DejaVu Sans"/>
                <a:cs typeface="DejaVu Sans"/>
              </a:defRPr>
            </a:lvl8pPr>
            <a:lvl9pPr algn="l">
              <a:defRPr sz="1200" b="0">
                <a:solidFill>
                  <a:srgbClr val="FFFFFF"/>
                </a:solidFill>
                <a:latin typeface="DejaVu Sans"/>
                <a:ea typeface="DejaVu Sans"/>
                <a:cs typeface="DejaVu Sans"/>
              </a:defRPr>
            </a:lvl9pPr>
          </a:lstStyle>
          <a:p xmlns:a="http://schemas.openxmlformats.org/drawingml/2006/main">
            <a:pPr algn="l">
              <a:defRPr sz="1200" b="0">
                <a:solidFill>
                  <a:srgbClr val="FFFFFF"/>
                </a:solidFill>
                <a:latin typeface="DejaVu Sans"/>
                <a:ea typeface="DejaVu Sans"/>
                <a:cs typeface="DejaVu Sans"/>
              </a:defRPr>
            </a:pPr>
            <a:r>
              <a:rPr sz="1200" b="0">
                <a:solidFill>
                  <a:srgbClr val="FFFFFF"/>
                </a:solidFill>
                <a:latin typeface="DejaVu Sans"/>
                <a:ea typeface="DejaVu Sans"/>
                <a:cs typeface="DejaVu Sans"/>
              </a:rPr>
              <a:t>Οι υπόλοιπες μονάδες εμφανίζονται.</a:t>
            </a:r>
          </a:p>
        </p:txBody>
      </p:sp>
      <p:sp>
        <p:nvSpPr>
          <p:cNvPr id="10" name="s29-scenario-detail-2">
            <a:extLst xmlns:a="http://schemas.openxmlformats.org/drawingml/2006/main">
              <a:ext uri="{FF2B5EF4-FFF2-40B4-BE49-F238E27FC236}">
                <a16:creationId xmlns:a16="http://schemas.microsoft.com/office/drawing/2014/main" id="{CFA79134-1EFA-4533-9675-75A0C14089A9}"/>
              </a:ext>
            </a:extLst>
          </p:cNvPr>
          <p:cNvSpPr>
            <a:spLocks xmlns:a="http://schemas.openxmlformats.org/drawingml/2006/main" noGrp="1"/>
          </p:cNvSpPr>
          <p:nvPr/>
        </p:nvSpPr>
        <p:spPr>
          <a:xfrm xmlns:a="http://schemas.openxmlformats.org/drawingml/2006/main">
            <a:off x="876300" y="4476750"/>
            <a:ext cx="2895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C4D5E5"/>
                </a:solidFill>
                <a:latin typeface="DejaVu Sans"/>
                <a:ea typeface="DejaVu Sans"/>
                <a:cs typeface="DejaVu Sans"/>
              </a:defRPr>
            </a:defPPr>
            <a:lvl1pPr algn="l">
              <a:defRPr sz="1125" b="0">
                <a:solidFill>
                  <a:srgbClr val="C4D5E5"/>
                </a:solidFill>
                <a:latin typeface="DejaVu Sans"/>
                <a:ea typeface="DejaVu Sans"/>
                <a:cs typeface="DejaVu Sans"/>
              </a:defRPr>
            </a:lvl1pPr>
            <a:lvl2pPr algn="l">
              <a:defRPr sz="1125" b="0">
                <a:solidFill>
                  <a:srgbClr val="C4D5E5"/>
                </a:solidFill>
                <a:latin typeface="DejaVu Sans"/>
                <a:ea typeface="DejaVu Sans"/>
                <a:cs typeface="DejaVu Sans"/>
              </a:defRPr>
            </a:lvl2pPr>
            <a:lvl3pPr algn="l">
              <a:defRPr sz="1125" b="0">
                <a:solidFill>
                  <a:srgbClr val="C4D5E5"/>
                </a:solidFill>
                <a:latin typeface="DejaVu Sans"/>
                <a:ea typeface="DejaVu Sans"/>
                <a:cs typeface="DejaVu Sans"/>
              </a:defRPr>
            </a:lvl3pPr>
            <a:lvl4pPr algn="l">
              <a:defRPr sz="1125" b="0">
                <a:solidFill>
                  <a:srgbClr val="C4D5E5"/>
                </a:solidFill>
                <a:latin typeface="DejaVu Sans"/>
                <a:ea typeface="DejaVu Sans"/>
                <a:cs typeface="DejaVu Sans"/>
              </a:defRPr>
            </a:lvl4pPr>
            <a:lvl5pPr algn="l">
              <a:defRPr sz="1125" b="0">
                <a:solidFill>
                  <a:srgbClr val="C4D5E5"/>
                </a:solidFill>
                <a:latin typeface="DejaVu Sans"/>
                <a:ea typeface="DejaVu Sans"/>
                <a:cs typeface="DejaVu Sans"/>
              </a:defRPr>
            </a:lvl5pPr>
            <a:lvl6pPr algn="l">
              <a:defRPr sz="1125" b="0">
                <a:solidFill>
                  <a:srgbClr val="C4D5E5"/>
                </a:solidFill>
                <a:latin typeface="DejaVu Sans"/>
                <a:ea typeface="DejaVu Sans"/>
                <a:cs typeface="DejaVu Sans"/>
              </a:defRPr>
            </a:lvl6pPr>
            <a:lvl7pPr algn="l">
              <a:defRPr sz="1125" b="0">
                <a:solidFill>
                  <a:srgbClr val="C4D5E5"/>
                </a:solidFill>
                <a:latin typeface="DejaVu Sans"/>
                <a:ea typeface="DejaVu Sans"/>
                <a:cs typeface="DejaVu Sans"/>
              </a:defRPr>
            </a:lvl7pPr>
            <a:lvl8pPr algn="l">
              <a:defRPr sz="1125" b="0">
                <a:solidFill>
                  <a:srgbClr val="C4D5E5"/>
                </a:solidFill>
                <a:latin typeface="DejaVu Sans"/>
                <a:ea typeface="DejaVu Sans"/>
                <a:cs typeface="DejaVu Sans"/>
              </a:defRPr>
            </a:lvl8pPr>
            <a:lvl9pPr algn="l">
              <a:defRPr sz="1125" b="0">
                <a:solidFill>
                  <a:srgbClr val="C4D5E5"/>
                </a:solidFill>
                <a:latin typeface="DejaVu Sans"/>
                <a:ea typeface="DejaVu Sans"/>
                <a:cs typeface="DejaVu Sans"/>
              </a:defRPr>
            </a:lvl9pPr>
          </a:lstStyle>
          <a:p xmlns:a="http://schemas.openxmlformats.org/drawingml/2006/main">
            <a:pPr algn="l">
              <a:defRPr sz="1125" b="0">
                <a:solidFill>
                  <a:srgbClr val="C4D5E5"/>
                </a:solidFill>
                <a:latin typeface="DejaVu Sans"/>
                <a:ea typeface="DejaVu Sans"/>
                <a:cs typeface="DejaVu Sans"/>
              </a:defRPr>
            </a:pPr>
            <a:r>
              <a:rPr sz="1125" b="0">
                <a:solidFill>
                  <a:srgbClr val="C4D5E5"/>
                </a:solidFill>
                <a:latin typeface="DejaVu Sans"/>
                <a:ea typeface="DejaVu Sans"/>
                <a:cs typeface="DejaVu Sans"/>
              </a:rPr>
              <a:t>Δεν γνωρίζουμε ακόμη αν φταίει η ECU, η τροφοδοσία της ή η σύνδεση στο CAN.</a:t>
            </a:r>
          </a:p>
        </p:txBody>
      </p:sp>
      <p:sp>
        <p:nvSpPr>
          <p:cNvPr id="11" name="s29-step-card-0">
            <a:extLst xmlns:a="http://schemas.openxmlformats.org/drawingml/2006/main">
              <a:ext uri="{FF2B5EF4-FFF2-40B4-BE49-F238E27FC236}">
                <a16:creationId xmlns:a16="http://schemas.microsoft.com/office/drawing/2014/main" id="{FD6D18EA-42B7-42D9-A122-B5FA81B9578E}"/>
              </a:ext>
            </a:extLst>
          </p:cNvPr>
          <p:cNvSpPr>
            <a:spLocks xmlns:a="http://schemas.openxmlformats.org/drawingml/2006/main" noGrp="1"/>
          </p:cNvSpPr>
          <p:nvPr/>
        </p:nvSpPr>
        <p:spPr>
          <a:xfrm xmlns:a="http://schemas.openxmlformats.org/drawingml/2006/main">
            <a:off x="4400550" y="2247900"/>
            <a:ext cx="71818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4288">
            <a:solidFill>
              <a:srgbClr val="D6E2ED"/>
            </a:solidFill>
            <a:prstDash val="solid"/>
          </a:ln>
        </p:spPr>
      </p:sp>
      <p:sp>
        <p:nvSpPr>
          <p:cNvPr id="12" name="s29-step-number-bg-0">
            <a:extLst xmlns:a="http://schemas.openxmlformats.org/drawingml/2006/main">
              <a:ext uri="{FF2B5EF4-FFF2-40B4-BE49-F238E27FC236}">
                <a16:creationId xmlns:a16="http://schemas.microsoft.com/office/drawing/2014/main" id="{C637D69F-335D-4058-B4DF-E1050568A91F}"/>
              </a:ext>
            </a:extLst>
          </p:cNvPr>
          <p:cNvSpPr>
            <a:spLocks xmlns:a="http://schemas.openxmlformats.org/drawingml/2006/main" noGrp="1"/>
          </p:cNvSpPr>
          <p:nvPr/>
        </p:nvSpPr>
        <p:spPr>
          <a:xfrm xmlns:a="http://schemas.openxmlformats.org/drawingml/2006/main">
            <a:off x="4610100" y="2476500"/>
            <a:ext cx="495300" cy="495300"/>
          </a:xfrm>
          <a:prstGeom xmlns:a="http://schemas.openxmlformats.org/drawingml/2006/main" prst="ellipse">
            <a:avLst/>
          </a:prstGeom>
          <a:solidFill xmlns:a="http://schemas.openxmlformats.org/drawingml/2006/main">
            <a:srgbClr val="10BFD9"/>
          </a:solidFill>
          <a:ln xmlns:a="http://schemas.openxmlformats.org/drawingml/2006/main" w="0">
            <a:noFill/>
            <a:prstDash val="solid"/>
          </a:ln>
        </p:spPr>
      </p:sp>
      <p:sp>
        <p:nvSpPr>
          <p:cNvPr id="13" name="s29-step-number-0">
            <a:extLst xmlns:a="http://schemas.openxmlformats.org/drawingml/2006/main">
              <a:ext uri="{FF2B5EF4-FFF2-40B4-BE49-F238E27FC236}">
                <a16:creationId xmlns:a16="http://schemas.microsoft.com/office/drawing/2014/main" id="{FDF359E6-42E2-46F3-BB0F-2377C0A3373E}"/>
              </a:ext>
            </a:extLst>
          </p:cNvPr>
          <p:cNvSpPr>
            <a:spLocks xmlns:a="http://schemas.openxmlformats.org/drawingml/2006/main" noGrp="1"/>
          </p:cNvSpPr>
          <p:nvPr/>
        </p:nvSpPr>
        <p:spPr>
          <a:xfrm xmlns:a="http://schemas.openxmlformats.org/drawingml/2006/main">
            <a:off x="4610100" y="25241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01D31"/>
                </a:solidFill>
                <a:latin typeface="DejaVu Sans"/>
                <a:ea typeface="DejaVu Sans"/>
                <a:cs typeface="DejaVu Sans"/>
              </a:defRPr>
            </a:defPPr>
            <a:lvl1pPr algn="ctr">
              <a:defRPr sz="1500" b="1">
                <a:solidFill>
                  <a:srgbClr val="101D31"/>
                </a:solidFill>
                <a:latin typeface="DejaVu Sans"/>
                <a:ea typeface="DejaVu Sans"/>
                <a:cs typeface="DejaVu Sans"/>
              </a:defRPr>
            </a:lvl1pPr>
            <a:lvl2pPr algn="ctr">
              <a:defRPr sz="1500" b="1">
                <a:solidFill>
                  <a:srgbClr val="101D31"/>
                </a:solidFill>
                <a:latin typeface="DejaVu Sans"/>
                <a:ea typeface="DejaVu Sans"/>
                <a:cs typeface="DejaVu Sans"/>
              </a:defRPr>
            </a:lvl2pPr>
            <a:lvl3pPr algn="ctr">
              <a:defRPr sz="1500" b="1">
                <a:solidFill>
                  <a:srgbClr val="101D31"/>
                </a:solidFill>
                <a:latin typeface="DejaVu Sans"/>
                <a:ea typeface="DejaVu Sans"/>
                <a:cs typeface="DejaVu Sans"/>
              </a:defRPr>
            </a:lvl3pPr>
            <a:lvl4pPr algn="ctr">
              <a:defRPr sz="1500" b="1">
                <a:solidFill>
                  <a:srgbClr val="101D31"/>
                </a:solidFill>
                <a:latin typeface="DejaVu Sans"/>
                <a:ea typeface="DejaVu Sans"/>
                <a:cs typeface="DejaVu Sans"/>
              </a:defRPr>
            </a:lvl4pPr>
            <a:lvl5pPr algn="ctr">
              <a:defRPr sz="1500" b="1">
                <a:solidFill>
                  <a:srgbClr val="101D31"/>
                </a:solidFill>
                <a:latin typeface="DejaVu Sans"/>
                <a:ea typeface="DejaVu Sans"/>
                <a:cs typeface="DejaVu Sans"/>
              </a:defRPr>
            </a:lvl5pPr>
            <a:lvl6pPr algn="ctr">
              <a:defRPr sz="1500" b="1">
                <a:solidFill>
                  <a:srgbClr val="101D31"/>
                </a:solidFill>
                <a:latin typeface="DejaVu Sans"/>
                <a:ea typeface="DejaVu Sans"/>
                <a:cs typeface="DejaVu Sans"/>
              </a:defRPr>
            </a:lvl6pPr>
            <a:lvl7pPr algn="ctr">
              <a:defRPr sz="1500" b="1">
                <a:solidFill>
                  <a:srgbClr val="101D31"/>
                </a:solidFill>
                <a:latin typeface="DejaVu Sans"/>
                <a:ea typeface="DejaVu Sans"/>
                <a:cs typeface="DejaVu Sans"/>
              </a:defRPr>
            </a:lvl7pPr>
            <a:lvl8pPr algn="ctr">
              <a:defRPr sz="1500" b="1">
                <a:solidFill>
                  <a:srgbClr val="101D31"/>
                </a:solidFill>
                <a:latin typeface="DejaVu Sans"/>
                <a:ea typeface="DejaVu Sans"/>
                <a:cs typeface="DejaVu Sans"/>
              </a:defRPr>
            </a:lvl8pPr>
            <a:lvl9pPr algn="ctr">
              <a:defRPr sz="1500" b="1">
                <a:solidFill>
                  <a:srgbClr val="101D31"/>
                </a:solidFill>
                <a:latin typeface="DejaVu Sans"/>
                <a:ea typeface="DejaVu Sans"/>
                <a:cs typeface="DejaVu Sans"/>
              </a:defRPr>
            </a:lvl9pPr>
          </a:lstStyle>
          <a:p xmlns:a="http://schemas.openxmlformats.org/drawingml/2006/main">
            <a:pPr algn="ctr">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1</a:t>
            </a:r>
          </a:p>
        </p:txBody>
      </p:sp>
      <p:sp>
        <p:nvSpPr>
          <p:cNvPr id="14" name="s29-step-title-0">
            <a:extLst xmlns:a="http://schemas.openxmlformats.org/drawingml/2006/main">
              <a:ext uri="{FF2B5EF4-FFF2-40B4-BE49-F238E27FC236}">
                <a16:creationId xmlns:a16="http://schemas.microsoft.com/office/drawing/2014/main" id="{B0DE30E0-89E5-4368-A1D8-8204431C1FE1}"/>
              </a:ext>
            </a:extLst>
          </p:cNvPr>
          <p:cNvSpPr>
            <a:spLocks xmlns:a="http://schemas.openxmlformats.org/drawingml/2006/main" noGrp="1"/>
          </p:cNvSpPr>
          <p:nvPr/>
        </p:nvSpPr>
        <p:spPr>
          <a:xfrm xmlns:a="http://schemas.openxmlformats.org/drawingml/2006/main">
            <a:off x="5314950" y="240030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01D31"/>
                </a:solidFill>
                <a:latin typeface="DejaVu Sans"/>
                <a:ea typeface="DejaVu Sans"/>
                <a:cs typeface="DejaVu Sans"/>
              </a:defRPr>
            </a:defPPr>
            <a:lvl1pPr algn="l">
              <a:defRPr sz="1350" b="1">
                <a:solidFill>
                  <a:srgbClr val="101D31"/>
                </a:solidFill>
                <a:latin typeface="DejaVu Sans"/>
                <a:ea typeface="DejaVu Sans"/>
                <a:cs typeface="DejaVu Sans"/>
              </a:defRPr>
            </a:lvl1pPr>
            <a:lvl2pPr algn="l">
              <a:defRPr sz="1350" b="1">
                <a:solidFill>
                  <a:srgbClr val="101D31"/>
                </a:solidFill>
                <a:latin typeface="DejaVu Sans"/>
                <a:ea typeface="DejaVu Sans"/>
                <a:cs typeface="DejaVu Sans"/>
              </a:defRPr>
            </a:lvl2pPr>
            <a:lvl3pPr algn="l">
              <a:defRPr sz="1350" b="1">
                <a:solidFill>
                  <a:srgbClr val="101D31"/>
                </a:solidFill>
                <a:latin typeface="DejaVu Sans"/>
                <a:ea typeface="DejaVu Sans"/>
                <a:cs typeface="DejaVu Sans"/>
              </a:defRPr>
            </a:lvl3pPr>
            <a:lvl4pPr algn="l">
              <a:defRPr sz="1350" b="1">
                <a:solidFill>
                  <a:srgbClr val="101D31"/>
                </a:solidFill>
                <a:latin typeface="DejaVu Sans"/>
                <a:ea typeface="DejaVu Sans"/>
                <a:cs typeface="DejaVu Sans"/>
              </a:defRPr>
            </a:lvl4pPr>
            <a:lvl5pPr algn="l">
              <a:defRPr sz="1350" b="1">
                <a:solidFill>
                  <a:srgbClr val="101D31"/>
                </a:solidFill>
                <a:latin typeface="DejaVu Sans"/>
                <a:ea typeface="DejaVu Sans"/>
                <a:cs typeface="DejaVu Sans"/>
              </a:defRPr>
            </a:lvl5pPr>
            <a:lvl6pPr algn="l">
              <a:defRPr sz="1350" b="1">
                <a:solidFill>
                  <a:srgbClr val="101D31"/>
                </a:solidFill>
                <a:latin typeface="DejaVu Sans"/>
                <a:ea typeface="DejaVu Sans"/>
                <a:cs typeface="DejaVu Sans"/>
              </a:defRPr>
            </a:lvl6pPr>
            <a:lvl7pPr algn="l">
              <a:defRPr sz="1350" b="1">
                <a:solidFill>
                  <a:srgbClr val="101D31"/>
                </a:solidFill>
                <a:latin typeface="DejaVu Sans"/>
                <a:ea typeface="DejaVu Sans"/>
                <a:cs typeface="DejaVu Sans"/>
              </a:defRPr>
            </a:lvl7pPr>
            <a:lvl8pPr algn="l">
              <a:defRPr sz="1350" b="1">
                <a:solidFill>
                  <a:srgbClr val="101D31"/>
                </a:solidFill>
                <a:latin typeface="DejaVu Sans"/>
                <a:ea typeface="DejaVu Sans"/>
                <a:cs typeface="DejaVu Sans"/>
              </a:defRPr>
            </a:lvl8pPr>
            <a:lvl9pPr algn="l">
              <a:defRPr sz="1350" b="1">
                <a:solidFill>
                  <a:srgbClr val="101D31"/>
                </a:solidFill>
                <a:latin typeface="DejaVu Sans"/>
                <a:ea typeface="DejaVu Sans"/>
                <a:cs typeface="DejaVu Sans"/>
              </a:defRPr>
            </a:lvl9pPr>
          </a:lstStyle>
          <a:p xmlns:a="http://schemas.openxmlformats.org/drawingml/2006/main">
            <a:pPr algn="l">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Βρίσκει τη μονάδα στο διάγραμμα</a:t>
            </a:r>
          </a:p>
        </p:txBody>
      </p:sp>
      <p:sp>
        <p:nvSpPr>
          <p:cNvPr id="15" name="s29-step-body-0">
            <a:extLst xmlns:a="http://schemas.openxmlformats.org/drawingml/2006/main">
              <a:ext uri="{FF2B5EF4-FFF2-40B4-BE49-F238E27FC236}">
                <a16:creationId xmlns:a16="http://schemas.microsoft.com/office/drawing/2014/main" id="{0C5B4D7E-450D-4BEF-85C5-2B79CF31E3F8}"/>
              </a:ext>
            </a:extLst>
          </p:cNvPr>
          <p:cNvSpPr>
            <a:spLocks xmlns:a="http://schemas.openxmlformats.org/drawingml/2006/main" noGrp="1"/>
          </p:cNvSpPr>
          <p:nvPr/>
        </p:nvSpPr>
        <p:spPr>
          <a:xfrm xmlns:a="http://schemas.openxmlformats.org/drawingml/2006/main">
            <a:off x="5314950" y="2762250"/>
            <a:ext cx="600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Ελέγχει σε ποιο δίκτυο και σε ποια σημεία συνδέεται.</a:t>
            </a:r>
          </a:p>
        </p:txBody>
      </p:sp>
      <p:sp>
        <p:nvSpPr>
          <p:cNvPr id="16" name="s29-step-card-1">
            <a:extLst xmlns:a="http://schemas.openxmlformats.org/drawingml/2006/main">
              <a:ext uri="{FF2B5EF4-FFF2-40B4-BE49-F238E27FC236}">
                <a16:creationId xmlns:a16="http://schemas.microsoft.com/office/drawing/2014/main" id="{5DA795FA-04F9-44E0-9F1A-25D74898CDB0}"/>
              </a:ext>
            </a:extLst>
          </p:cNvPr>
          <p:cNvSpPr>
            <a:spLocks xmlns:a="http://schemas.openxmlformats.org/drawingml/2006/main" noGrp="1"/>
          </p:cNvSpPr>
          <p:nvPr/>
        </p:nvSpPr>
        <p:spPr>
          <a:xfrm xmlns:a="http://schemas.openxmlformats.org/drawingml/2006/main">
            <a:off x="4400550" y="3390900"/>
            <a:ext cx="71818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4288">
            <a:solidFill>
              <a:srgbClr val="D6E2ED"/>
            </a:solidFill>
            <a:prstDash val="solid"/>
          </a:ln>
        </p:spPr>
      </p:sp>
      <p:sp>
        <p:nvSpPr>
          <p:cNvPr id="17" name="s29-step-number-bg-1">
            <a:extLst xmlns:a="http://schemas.openxmlformats.org/drawingml/2006/main">
              <a:ext uri="{FF2B5EF4-FFF2-40B4-BE49-F238E27FC236}">
                <a16:creationId xmlns:a16="http://schemas.microsoft.com/office/drawing/2014/main" id="{7BCDBCC5-F149-4C21-A76D-4621954365D6}"/>
              </a:ext>
            </a:extLst>
          </p:cNvPr>
          <p:cNvSpPr>
            <a:spLocks xmlns:a="http://schemas.openxmlformats.org/drawingml/2006/main" noGrp="1"/>
          </p:cNvSpPr>
          <p:nvPr/>
        </p:nvSpPr>
        <p:spPr>
          <a:xfrm xmlns:a="http://schemas.openxmlformats.org/drawingml/2006/main">
            <a:off x="4610100" y="3619500"/>
            <a:ext cx="495300" cy="495300"/>
          </a:xfrm>
          <a:prstGeom xmlns:a="http://schemas.openxmlformats.org/drawingml/2006/main" prst="ellipse">
            <a:avLst/>
          </a:prstGeom>
          <a:solidFill xmlns:a="http://schemas.openxmlformats.org/drawingml/2006/main">
            <a:srgbClr val="10BFD9"/>
          </a:solidFill>
          <a:ln xmlns:a="http://schemas.openxmlformats.org/drawingml/2006/main" w="0">
            <a:noFill/>
            <a:prstDash val="solid"/>
          </a:ln>
        </p:spPr>
      </p:sp>
      <p:sp>
        <p:nvSpPr>
          <p:cNvPr id="18" name="s29-step-number-1">
            <a:extLst xmlns:a="http://schemas.openxmlformats.org/drawingml/2006/main">
              <a:ext uri="{FF2B5EF4-FFF2-40B4-BE49-F238E27FC236}">
                <a16:creationId xmlns:a16="http://schemas.microsoft.com/office/drawing/2014/main" id="{17A1519B-9B81-4618-AD3B-839944041058}"/>
              </a:ext>
            </a:extLst>
          </p:cNvPr>
          <p:cNvSpPr>
            <a:spLocks xmlns:a="http://schemas.openxmlformats.org/drawingml/2006/main" noGrp="1"/>
          </p:cNvSpPr>
          <p:nvPr/>
        </p:nvSpPr>
        <p:spPr>
          <a:xfrm xmlns:a="http://schemas.openxmlformats.org/drawingml/2006/main">
            <a:off x="4610100" y="36671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01D31"/>
                </a:solidFill>
                <a:latin typeface="DejaVu Sans"/>
                <a:ea typeface="DejaVu Sans"/>
                <a:cs typeface="DejaVu Sans"/>
              </a:defRPr>
            </a:defPPr>
            <a:lvl1pPr algn="ctr">
              <a:defRPr sz="1500" b="1">
                <a:solidFill>
                  <a:srgbClr val="101D31"/>
                </a:solidFill>
                <a:latin typeface="DejaVu Sans"/>
                <a:ea typeface="DejaVu Sans"/>
                <a:cs typeface="DejaVu Sans"/>
              </a:defRPr>
            </a:lvl1pPr>
            <a:lvl2pPr algn="ctr">
              <a:defRPr sz="1500" b="1">
                <a:solidFill>
                  <a:srgbClr val="101D31"/>
                </a:solidFill>
                <a:latin typeface="DejaVu Sans"/>
                <a:ea typeface="DejaVu Sans"/>
                <a:cs typeface="DejaVu Sans"/>
              </a:defRPr>
            </a:lvl2pPr>
            <a:lvl3pPr algn="ctr">
              <a:defRPr sz="1500" b="1">
                <a:solidFill>
                  <a:srgbClr val="101D31"/>
                </a:solidFill>
                <a:latin typeface="DejaVu Sans"/>
                <a:ea typeface="DejaVu Sans"/>
                <a:cs typeface="DejaVu Sans"/>
              </a:defRPr>
            </a:lvl3pPr>
            <a:lvl4pPr algn="ctr">
              <a:defRPr sz="1500" b="1">
                <a:solidFill>
                  <a:srgbClr val="101D31"/>
                </a:solidFill>
                <a:latin typeface="DejaVu Sans"/>
                <a:ea typeface="DejaVu Sans"/>
                <a:cs typeface="DejaVu Sans"/>
              </a:defRPr>
            </a:lvl4pPr>
            <a:lvl5pPr algn="ctr">
              <a:defRPr sz="1500" b="1">
                <a:solidFill>
                  <a:srgbClr val="101D31"/>
                </a:solidFill>
                <a:latin typeface="DejaVu Sans"/>
                <a:ea typeface="DejaVu Sans"/>
                <a:cs typeface="DejaVu Sans"/>
              </a:defRPr>
            </a:lvl5pPr>
            <a:lvl6pPr algn="ctr">
              <a:defRPr sz="1500" b="1">
                <a:solidFill>
                  <a:srgbClr val="101D31"/>
                </a:solidFill>
                <a:latin typeface="DejaVu Sans"/>
                <a:ea typeface="DejaVu Sans"/>
                <a:cs typeface="DejaVu Sans"/>
              </a:defRPr>
            </a:lvl6pPr>
            <a:lvl7pPr algn="ctr">
              <a:defRPr sz="1500" b="1">
                <a:solidFill>
                  <a:srgbClr val="101D31"/>
                </a:solidFill>
                <a:latin typeface="DejaVu Sans"/>
                <a:ea typeface="DejaVu Sans"/>
                <a:cs typeface="DejaVu Sans"/>
              </a:defRPr>
            </a:lvl7pPr>
            <a:lvl8pPr algn="ctr">
              <a:defRPr sz="1500" b="1">
                <a:solidFill>
                  <a:srgbClr val="101D31"/>
                </a:solidFill>
                <a:latin typeface="DejaVu Sans"/>
                <a:ea typeface="DejaVu Sans"/>
                <a:cs typeface="DejaVu Sans"/>
              </a:defRPr>
            </a:lvl8pPr>
            <a:lvl9pPr algn="ctr">
              <a:defRPr sz="1500" b="1">
                <a:solidFill>
                  <a:srgbClr val="101D31"/>
                </a:solidFill>
                <a:latin typeface="DejaVu Sans"/>
                <a:ea typeface="DejaVu Sans"/>
                <a:cs typeface="DejaVu Sans"/>
              </a:defRPr>
            </a:lvl9pPr>
          </a:lstStyle>
          <a:p xmlns:a="http://schemas.openxmlformats.org/drawingml/2006/main">
            <a:pPr algn="ctr">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2</a:t>
            </a:r>
          </a:p>
        </p:txBody>
      </p:sp>
      <p:sp>
        <p:nvSpPr>
          <p:cNvPr id="19" name="s29-step-title-1">
            <a:extLst xmlns:a="http://schemas.openxmlformats.org/drawingml/2006/main">
              <a:ext uri="{FF2B5EF4-FFF2-40B4-BE49-F238E27FC236}">
                <a16:creationId xmlns:a16="http://schemas.microsoft.com/office/drawing/2014/main" id="{3521DEF4-A353-495F-B6D4-A01EB1F95F3D}"/>
              </a:ext>
            </a:extLst>
          </p:cNvPr>
          <p:cNvSpPr>
            <a:spLocks xmlns:a="http://schemas.openxmlformats.org/drawingml/2006/main" noGrp="1"/>
          </p:cNvSpPr>
          <p:nvPr/>
        </p:nvSpPr>
        <p:spPr>
          <a:xfrm xmlns:a="http://schemas.openxmlformats.org/drawingml/2006/main">
            <a:off x="5314950" y="354330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01D31"/>
                </a:solidFill>
                <a:latin typeface="DejaVu Sans"/>
                <a:ea typeface="DejaVu Sans"/>
                <a:cs typeface="DejaVu Sans"/>
              </a:defRPr>
            </a:defPPr>
            <a:lvl1pPr algn="l">
              <a:defRPr sz="1350" b="1">
                <a:solidFill>
                  <a:srgbClr val="101D31"/>
                </a:solidFill>
                <a:latin typeface="DejaVu Sans"/>
                <a:ea typeface="DejaVu Sans"/>
                <a:cs typeface="DejaVu Sans"/>
              </a:defRPr>
            </a:lvl1pPr>
            <a:lvl2pPr algn="l">
              <a:defRPr sz="1350" b="1">
                <a:solidFill>
                  <a:srgbClr val="101D31"/>
                </a:solidFill>
                <a:latin typeface="DejaVu Sans"/>
                <a:ea typeface="DejaVu Sans"/>
                <a:cs typeface="DejaVu Sans"/>
              </a:defRPr>
            </a:lvl2pPr>
            <a:lvl3pPr algn="l">
              <a:defRPr sz="1350" b="1">
                <a:solidFill>
                  <a:srgbClr val="101D31"/>
                </a:solidFill>
                <a:latin typeface="DejaVu Sans"/>
                <a:ea typeface="DejaVu Sans"/>
                <a:cs typeface="DejaVu Sans"/>
              </a:defRPr>
            </a:lvl3pPr>
            <a:lvl4pPr algn="l">
              <a:defRPr sz="1350" b="1">
                <a:solidFill>
                  <a:srgbClr val="101D31"/>
                </a:solidFill>
                <a:latin typeface="DejaVu Sans"/>
                <a:ea typeface="DejaVu Sans"/>
                <a:cs typeface="DejaVu Sans"/>
              </a:defRPr>
            </a:lvl4pPr>
            <a:lvl5pPr algn="l">
              <a:defRPr sz="1350" b="1">
                <a:solidFill>
                  <a:srgbClr val="101D31"/>
                </a:solidFill>
                <a:latin typeface="DejaVu Sans"/>
                <a:ea typeface="DejaVu Sans"/>
                <a:cs typeface="DejaVu Sans"/>
              </a:defRPr>
            </a:lvl5pPr>
            <a:lvl6pPr algn="l">
              <a:defRPr sz="1350" b="1">
                <a:solidFill>
                  <a:srgbClr val="101D31"/>
                </a:solidFill>
                <a:latin typeface="DejaVu Sans"/>
                <a:ea typeface="DejaVu Sans"/>
                <a:cs typeface="DejaVu Sans"/>
              </a:defRPr>
            </a:lvl6pPr>
            <a:lvl7pPr algn="l">
              <a:defRPr sz="1350" b="1">
                <a:solidFill>
                  <a:srgbClr val="101D31"/>
                </a:solidFill>
                <a:latin typeface="DejaVu Sans"/>
                <a:ea typeface="DejaVu Sans"/>
                <a:cs typeface="DejaVu Sans"/>
              </a:defRPr>
            </a:lvl7pPr>
            <a:lvl8pPr algn="l">
              <a:defRPr sz="1350" b="1">
                <a:solidFill>
                  <a:srgbClr val="101D31"/>
                </a:solidFill>
                <a:latin typeface="DejaVu Sans"/>
                <a:ea typeface="DejaVu Sans"/>
                <a:cs typeface="DejaVu Sans"/>
              </a:defRPr>
            </a:lvl8pPr>
            <a:lvl9pPr algn="l">
              <a:defRPr sz="1350" b="1">
                <a:solidFill>
                  <a:srgbClr val="101D31"/>
                </a:solidFill>
                <a:latin typeface="DejaVu Sans"/>
                <a:ea typeface="DejaVu Sans"/>
                <a:cs typeface="DejaVu Sans"/>
              </a:defRPr>
            </a:lvl9pPr>
          </a:lstStyle>
          <a:p xmlns:a="http://schemas.openxmlformats.org/drawingml/2006/main">
            <a:pPr algn="l">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Ελέγχει τροφοδοσία και γείωση</a:t>
            </a:r>
          </a:p>
        </p:txBody>
      </p:sp>
      <p:sp>
        <p:nvSpPr>
          <p:cNvPr id="20" name="s29-step-body-1">
            <a:extLst xmlns:a="http://schemas.openxmlformats.org/drawingml/2006/main">
              <a:ext uri="{FF2B5EF4-FFF2-40B4-BE49-F238E27FC236}">
                <a16:creationId xmlns:a16="http://schemas.microsoft.com/office/drawing/2014/main" id="{FF5714F9-7A0B-4028-9354-B3E769AA7A1F}"/>
              </a:ext>
            </a:extLst>
          </p:cNvPr>
          <p:cNvSpPr>
            <a:spLocks xmlns:a="http://schemas.openxmlformats.org/drawingml/2006/main" noGrp="1"/>
          </p:cNvSpPr>
          <p:nvPr/>
        </p:nvSpPr>
        <p:spPr>
          <a:xfrm xmlns:a="http://schemas.openxmlformats.org/drawingml/2006/main">
            <a:off x="5314950" y="3905250"/>
            <a:ext cx="600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Μετρά στα σωστά σημεία, όπως ορίζει ο κατασκευαστής.</a:t>
            </a:r>
          </a:p>
        </p:txBody>
      </p:sp>
      <p:sp>
        <p:nvSpPr>
          <p:cNvPr id="21" name="s29-step-card-2">
            <a:extLst xmlns:a="http://schemas.openxmlformats.org/drawingml/2006/main">
              <a:ext uri="{FF2B5EF4-FFF2-40B4-BE49-F238E27FC236}">
                <a16:creationId xmlns:a16="http://schemas.microsoft.com/office/drawing/2014/main" id="{6798BF89-B8E0-4794-9B47-A523BBE81FA7}"/>
              </a:ext>
            </a:extLst>
          </p:cNvPr>
          <p:cNvSpPr>
            <a:spLocks xmlns:a="http://schemas.openxmlformats.org/drawingml/2006/main" noGrp="1"/>
          </p:cNvSpPr>
          <p:nvPr/>
        </p:nvSpPr>
        <p:spPr>
          <a:xfrm xmlns:a="http://schemas.openxmlformats.org/drawingml/2006/main">
            <a:off x="4400550" y="4533900"/>
            <a:ext cx="71818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4288">
            <a:solidFill>
              <a:srgbClr val="D6E2ED"/>
            </a:solidFill>
            <a:prstDash val="solid"/>
          </a:ln>
        </p:spPr>
      </p:sp>
      <p:sp>
        <p:nvSpPr>
          <p:cNvPr id="22" name="s29-step-number-bg-2">
            <a:extLst xmlns:a="http://schemas.openxmlformats.org/drawingml/2006/main">
              <a:ext uri="{FF2B5EF4-FFF2-40B4-BE49-F238E27FC236}">
                <a16:creationId xmlns:a16="http://schemas.microsoft.com/office/drawing/2014/main" id="{3E429C4E-9274-4C6D-9D6C-8528DFBF9503}"/>
              </a:ext>
            </a:extLst>
          </p:cNvPr>
          <p:cNvSpPr>
            <a:spLocks xmlns:a="http://schemas.openxmlformats.org/drawingml/2006/main" noGrp="1"/>
          </p:cNvSpPr>
          <p:nvPr/>
        </p:nvSpPr>
        <p:spPr>
          <a:xfrm xmlns:a="http://schemas.openxmlformats.org/drawingml/2006/main">
            <a:off x="4610100" y="4762500"/>
            <a:ext cx="495300" cy="4953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23" name="s29-step-number-2">
            <a:extLst xmlns:a="http://schemas.openxmlformats.org/drawingml/2006/main">
              <a:ext uri="{FF2B5EF4-FFF2-40B4-BE49-F238E27FC236}">
                <a16:creationId xmlns:a16="http://schemas.microsoft.com/office/drawing/2014/main" id="{4C59B06C-DB22-495D-9BC9-622667D8DAEE}"/>
              </a:ext>
            </a:extLst>
          </p:cNvPr>
          <p:cNvSpPr>
            <a:spLocks xmlns:a="http://schemas.openxmlformats.org/drawingml/2006/main" noGrp="1"/>
          </p:cNvSpPr>
          <p:nvPr/>
        </p:nvSpPr>
        <p:spPr>
          <a:xfrm xmlns:a="http://schemas.openxmlformats.org/drawingml/2006/main">
            <a:off x="4610100" y="4810125"/>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01D31"/>
                </a:solidFill>
                <a:latin typeface="DejaVu Sans"/>
                <a:ea typeface="DejaVu Sans"/>
                <a:cs typeface="DejaVu Sans"/>
              </a:defRPr>
            </a:defPPr>
            <a:lvl1pPr algn="ctr">
              <a:defRPr sz="1500" b="1">
                <a:solidFill>
                  <a:srgbClr val="101D31"/>
                </a:solidFill>
                <a:latin typeface="DejaVu Sans"/>
                <a:ea typeface="DejaVu Sans"/>
                <a:cs typeface="DejaVu Sans"/>
              </a:defRPr>
            </a:lvl1pPr>
            <a:lvl2pPr algn="ctr">
              <a:defRPr sz="1500" b="1">
                <a:solidFill>
                  <a:srgbClr val="101D31"/>
                </a:solidFill>
                <a:latin typeface="DejaVu Sans"/>
                <a:ea typeface="DejaVu Sans"/>
                <a:cs typeface="DejaVu Sans"/>
              </a:defRPr>
            </a:lvl2pPr>
            <a:lvl3pPr algn="ctr">
              <a:defRPr sz="1500" b="1">
                <a:solidFill>
                  <a:srgbClr val="101D31"/>
                </a:solidFill>
                <a:latin typeface="DejaVu Sans"/>
                <a:ea typeface="DejaVu Sans"/>
                <a:cs typeface="DejaVu Sans"/>
              </a:defRPr>
            </a:lvl3pPr>
            <a:lvl4pPr algn="ctr">
              <a:defRPr sz="1500" b="1">
                <a:solidFill>
                  <a:srgbClr val="101D31"/>
                </a:solidFill>
                <a:latin typeface="DejaVu Sans"/>
                <a:ea typeface="DejaVu Sans"/>
                <a:cs typeface="DejaVu Sans"/>
              </a:defRPr>
            </a:lvl4pPr>
            <a:lvl5pPr algn="ctr">
              <a:defRPr sz="1500" b="1">
                <a:solidFill>
                  <a:srgbClr val="101D31"/>
                </a:solidFill>
                <a:latin typeface="DejaVu Sans"/>
                <a:ea typeface="DejaVu Sans"/>
                <a:cs typeface="DejaVu Sans"/>
              </a:defRPr>
            </a:lvl5pPr>
            <a:lvl6pPr algn="ctr">
              <a:defRPr sz="1500" b="1">
                <a:solidFill>
                  <a:srgbClr val="101D31"/>
                </a:solidFill>
                <a:latin typeface="DejaVu Sans"/>
                <a:ea typeface="DejaVu Sans"/>
                <a:cs typeface="DejaVu Sans"/>
              </a:defRPr>
            </a:lvl6pPr>
            <a:lvl7pPr algn="ctr">
              <a:defRPr sz="1500" b="1">
                <a:solidFill>
                  <a:srgbClr val="101D31"/>
                </a:solidFill>
                <a:latin typeface="DejaVu Sans"/>
                <a:ea typeface="DejaVu Sans"/>
                <a:cs typeface="DejaVu Sans"/>
              </a:defRPr>
            </a:lvl7pPr>
            <a:lvl8pPr algn="ctr">
              <a:defRPr sz="1500" b="1">
                <a:solidFill>
                  <a:srgbClr val="101D31"/>
                </a:solidFill>
                <a:latin typeface="DejaVu Sans"/>
                <a:ea typeface="DejaVu Sans"/>
                <a:cs typeface="DejaVu Sans"/>
              </a:defRPr>
            </a:lvl8pPr>
            <a:lvl9pPr algn="ctr">
              <a:defRPr sz="1500" b="1">
                <a:solidFill>
                  <a:srgbClr val="101D31"/>
                </a:solidFill>
                <a:latin typeface="DejaVu Sans"/>
                <a:ea typeface="DejaVu Sans"/>
                <a:cs typeface="DejaVu Sans"/>
              </a:defRPr>
            </a:lvl9pPr>
          </a:lstStyle>
          <a:p xmlns:a="http://schemas.openxmlformats.org/drawingml/2006/main">
            <a:pPr algn="ctr">
              <a:defRPr sz="1500" b="1">
                <a:solidFill>
                  <a:srgbClr val="101D31"/>
                </a:solidFill>
                <a:latin typeface="DejaVu Sans"/>
                <a:ea typeface="DejaVu Sans"/>
                <a:cs typeface="DejaVu Sans"/>
              </a:defRPr>
            </a:pPr>
            <a:r>
              <a:rPr sz="1500" b="1">
                <a:solidFill>
                  <a:srgbClr val="101D31"/>
                </a:solidFill>
                <a:latin typeface="DejaVu Sans"/>
                <a:ea typeface="DejaVu Sans"/>
                <a:cs typeface="DejaVu Sans"/>
              </a:rPr>
              <a:t>3</a:t>
            </a:r>
          </a:p>
        </p:txBody>
      </p:sp>
      <p:sp>
        <p:nvSpPr>
          <p:cNvPr id="24" name="s29-step-title-2">
            <a:extLst xmlns:a="http://schemas.openxmlformats.org/drawingml/2006/main">
              <a:ext uri="{FF2B5EF4-FFF2-40B4-BE49-F238E27FC236}">
                <a16:creationId xmlns:a16="http://schemas.microsoft.com/office/drawing/2014/main" id="{6B948A96-9F57-4A01-8DB0-ABC31CB3FCD0}"/>
              </a:ext>
            </a:extLst>
          </p:cNvPr>
          <p:cNvSpPr>
            <a:spLocks xmlns:a="http://schemas.openxmlformats.org/drawingml/2006/main" noGrp="1"/>
          </p:cNvSpPr>
          <p:nvPr/>
        </p:nvSpPr>
        <p:spPr>
          <a:xfrm xmlns:a="http://schemas.openxmlformats.org/drawingml/2006/main">
            <a:off x="5314950" y="468630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101D31"/>
                </a:solidFill>
                <a:latin typeface="DejaVu Sans"/>
                <a:ea typeface="DejaVu Sans"/>
                <a:cs typeface="DejaVu Sans"/>
              </a:defRPr>
            </a:defPPr>
            <a:lvl1pPr algn="l">
              <a:defRPr sz="1350" b="1">
                <a:solidFill>
                  <a:srgbClr val="101D31"/>
                </a:solidFill>
                <a:latin typeface="DejaVu Sans"/>
                <a:ea typeface="DejaVu Sans"/>
                <a:cs typeface="DejaVu Sans"/>
              </a:defRPr>
            </a:lvl1pPr>
            <a:lvl2pPr algn="l">
              <a:defRPr sz="1350" b="1">
                <a:solidFill>
                  <a:srgbClr val="101D31"/>
                </a:solidFill>
                <a:latin typeface="DejaVu Sans"/>
                <a:ea typeface="DejaVu Sans"/>
                <a:cs typeface="DejaVu Sans"/>
              </a:defRPr>
            </a:lvl2pPr>
            <a:lvl3pPr algn="l">
              <a:defRPr sz="1350" b="1">
                <a:solidFill>
                  <a:srgbClr val="101D31"/>
                </a:solidFill>
                <a:latin typeface="DejaVu Sans"/>
                <a:ea typeface="DejaVu Sans"/>
                <a:cs typeface="DejaVu Sans"/>
              </a:defRPr>
            </a:lvl3pPr>
            <a:lvl4pPr algn="l">
              <a:defRPr sz="1350" b="1">
                <a:solidFill>
                  <a:srgbClr val="101D31"/>
                </a:solidFill>
                <a:latin typeface="DejaVu Sans"/>
                <a:ea typeface="DejaVu Sans"/>
                <a:cs typeface="DejaVu Sans"/>
              </a:defRPr>
            </a:lvl4pPr>
            <a:lvl5pPr algn="l">
              <a:defRPr sz="1350" b="1">
                <a:solidFill>
                  <a:srgbClr val="101D31"/>
                </a:solidFill>
                <a:latin typeface="DejaVu Sans"/>
                <a:ea typeface="DejaVu Sans"/>
                <a:cs typeface="DejaVu Sans"/>
              </a:defRPr>
            </a:lvl5pPr>
            <a:lvl6pPr algn="l">
              <a:defRPr sz="1350" b="1">
                <a:solidFill>
                  <a:srgbClr val="101D31"/>
                </a:solidFill>
                <a:latin typeface="DejaVu Sans"/>
                <a:ea typeface="DejaVu Sans"/>
                <a:cs typeface="DejaVu Sans"/>
              </a:defRPr>
            </a:lvl6pPr>
            <a:lvl7pPr algn="l">
              <a:defRPr sz="1350" b="1">
                <a:solidFill>
                  <a:srgbClr val="101D31"/>
                </a:solidFill>
                <a:latin typeface="DejaVu Sans"/>
                <a:ea typeface="DejaVu Sans"/>
                <a:cs typeface="DejaVu Sans"/>
              </a:defRPr>
            </a:lvl7pPr>
            <a:lvl8pPr algn="l">
              <a:defRPr sz="1350" b="1">
                <a:solidFill>
                  <a:srgbClr val="101D31"/>
                </a:solidFill>
                <a:latin typeface="DejaVu Sans"/>
                <a:ea typeface="DejaVu Sans"/>
                <a:cs typeface="DejaVu Sans"/>
              </a:defRPr>
            </a:lvl8pPr>
            <a:lvl9pPr algn="l">
              <a:defRPr sz="1350" b="1">
                <a:solidFill>
                  <a:srgbClr val="101D31"/>
                </a:solidFill>
                <a:latin typeface="DejaVu Sans"/>
                <a:ea typeface="DejaVu Sans"/>
                <a:cs typeface="DejaVu Sans"/>
              </a:defRPr>
            </a:lvl9pPr>
          </a:lstStyle>
          <a:p xmlns:a="http://schemas.openxmlformats.org/drawingml/2006/main">
            <a:pPr algn="l">
              <a:defRPr sz="1350" b="1">
                <a:solidFill>
                  <a:srgbClr val="101D31"/>
                </a:solidFill>
                <a:latin typeface="DejaVu Sans"/>
                <a:ea typeface="DejaVu Sans"/>
                <a:cs typeface="DejaVu Sans"/>
              </a:defRPr>
            </a:pPr>
            <a:r>
              <a:rPr sz="1350" b="1">
                <a:solidFill>
                  <a:srgbClr val="101D31"/>
                </a:solidFill>
                <a:latin typeface="DejaVu Sans"/>
                <a:ea typeface="DejaVu Sans"/>
                <a:cs typeface="DejaVu Sans"/>
              </a:rPr>
              <a:t>Ελέγχει τη σύνδεση CAN</a:t>
            </a:r>
          </a:p>
        </p:txBody>
      </p:sp>
      <p:sp>
        <p:nvSpPr>
          <p:cNvPr id="25" name="s29-step-body-2">
            <a:extLst xmlns:a="http://schemas.openxmlformats.org/drawingml/2006/main">
              <a:ext uri="{FF2B5EF4-FFF2-40B4-BE49-F238E27FC236}">
                <a16:creationId xmlns:a16="http://schemas.microsoft.com/office/drawing/2014/main" id="{7011B60E-D97F-4F14-92E0-7E3EA2C8009A}"/>
              </a:ext>
            </a:extLst>
          </p:cNvPr>
          <p:cNvSpPr>
            <a:spLocks xmlns:a="http://schemas.openxmlformats.org/drawingml/2006/main" noGrp="1"/>
          </p:cNvSpPr>
          <p:nvPr/>
        </p:nvSpPr>
        <p:spPr>
          <a:xfrm xmlns:a="http://schemas.openxmlformats.org/drawingml/2006/main">
            <a:off x="5314950" y="5048250"/>
            <a:ext cx="600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53657A"/>
                </a:solidFill>
                <a:latin typeface="DejaVu Sans"/>
                <a:ea typeface="DejaVu Sans"/>
                <a:cs typeface="DejaVu Sans"/>
              </a:defRPr>
            </a:defPPr>
            <a:lvl1pPr algn="l">
              <a:defRPr sz="1050" b="0">
                <a:solidFill>
                  <a:srgbClr val="53657A"/>
                </a:solidFill>
                <a:latin typeface="DejaVu Sans"/>
                <a:ea typeface="DejaVu Sans"/>
                <a:cs typeface="DejaVu Sans"/>
              </a:defRPr>
            </a:lvl1pPr>
            <a:lvl2pPr algn="l">
              <a:defRPr sz="1050" b="0">
                <a:solidFill>
                  <a:srgbClr val="53657A"/>
                </a:solidFill>
                <a:latin typeface="DejaVu Sans"/>
                <a:ea typeface="DejaVu Sans"/>
                <a:cs typeface="DejaVu Sans"/>
              </a:defRPr>
            </a:lvl2pPr>
            <a:lvl3pPr algn="l">
              <a:defRPr sz="1050" b="0">
                <a:solidFill>
                  <a:srgbClr val="53657A"/>
                </a:solidFill>
                <a:latin typeface="DejaVu Sans"/>
                <a:ea typeface="DejaVu Sans"/>
                <a:cs typeface="DejaVu Sans"/>
              </a:defRPr>
            </a:lvl3pPr>
            <a:lvl4pPr algn="l">
              <a:defRPr sz="1050" b="0">
                <a:solidFill>
                  <a:srgbClr val="53657A"/>
                </a:solidFill>
                <a:latin typeface="DejaVu Sans"/>
                <a:ea typeface="DejaVu Sans"/>
                <a:cs typeface="DejaVu Sans"/>
              </a:defRPr>
            </a:lvl4pPr>
            <a:lvl5pPr algn="l">
              <a:defRPr sz="1050" b="0">
                <a:solidFill>
                  <a:srgbClr val="53657A"/>
                </a:solidFill>
                <a:latin typeface="DejaVu Sans"/>
                <a:ea typeface="DejaVu Sans"/>
                <a:cs typeface="DejaVu Sans"/>
              </a:defRPr>
            </a:lvl5pPr>
            <a:lvl6pPr algn="l">
              <a:defRPr sz="1050" b="0">
                <a:solidFill>
                  <a:srgbClr val="53657A"/>
                </a:solidFill>
                <a:latin typeface="DejaVu Sans"/>
                <a:ea typeface="DejaVu Sans"/>
                <a:cs typeface="DejaVu Sans"/>
              </a:defRPr>
            </a:lvl6pPr>
            <a:lvl7pPr algn="l">
              <a:defRPr sz="1050" b="0">
                <a:solidFill>
                  <a:srgbClr val="53657A"/>
                </a:solidFill>
                <a:latin typeface="DejaVu Sans"/>
                <a:ea typeface="DejaVu Sans"/>
                <a:cs typeface="DejaVu Sans"/>
              </a:defRPr>
            </a:lvl7pPr>
            <a:lvl8pPr algn="l">
              <a:defRPr sz="1050" b="0">
                <a:solidFill>
                  <a:srgbClr val="53657A"/>
                </a:solidFill>
                <a:latin typeface="DejaVu Sans"/>
                <a:ea typeface="DejaVu Sans"/>
                <a:cs typeface="DejaVu Sans"/>
              </a:defRPr>
            </a:lvl8pPr>
            <a:lvl9pPr algn="l">
              <a:defRPr sz="1050" b="0">
                <a:solidFill>
                  <a:srgbClr val="53657A"/>
                </a:solidFill>
                <a:latin typeface="DejaVu Sans"/>
                <a:ea typeface="DejaVu Sans"/>
                <a:cs typeface="DejaVu Sans"/>
              </a:defRPr>
            </a:lvl9pPr>
          </a:lstStyle>
          <a:p xmlns:a="http://schemas.openxmlformats.org/drawingml/2006/main">
            <a:pPr algn="l">
              <a:defRPr sz="1050" b="0">
                <a:solidFill>
                  <a:srgbClr val="53657A"/>
                </a:solidFill>
                <a:latin typeface="DejaVu Sans"/>
                <a:ea typeface="DejaVu Sans"/>
                <a:cs typeface="DejaVu Sans"/>
              </a:defRPr>
            </a:pPr>
            <a:r>
              <a:rPr sz="1050" b="0">
                <a:solidFill>
                  <a:srgbClr val="53657A"/>
                </a:solidFill>
                <a:latin typeface="DejaVu Sans"/>
                <a:ea typeface="DejaVu Sans"/>
                <a:cs typeface="DejaVu Sans"/>
              </a:rPr>
              <a:t>Εξετάζει φίσα, CAN-H, CAN-L και τα σήματα του δικτύου.</a:t>
            </a:r>
          </a:p>
        </p:txBody>
      </p:sp>
      <p:sp>
        <p:nvSpPr>
          <p:cNvPr id="26" name="s29-takeaway">
            <a:extLst xmlns:a="http://schemas.openxmlformats.org/drawingml/2006/main">
              <a:ext uri="{FF2B5EF4-FFF2-40B4-BE49-F238E27FC236}">
                <a16:creationId xmlns:a16="http://schemas.microsoft.com/office/drawing/2014/main" id="{D7256740-FC90-44C0-B976-D0E66B94A52D}"/>
              </a:ext>
            </a:extLst>
          </p:cNvPr>
          <p:cNvSpPr>
            <a:spLocks xmlns:a="http://schemas.openxmlformats.org/drawingml/2006/main" noGrp="1"/>
          </p:cNvSpPr>
          <p:nvPr/>
        </p:nvSpPr>
        <p:spPr>
          <a:xfrm xmlns:a="http://schemas.openxmlformats.org/drawingml/2006/main">
            <a:off x="609600" y="5791200"/>
            <a:ext cx="10972800" cy="514350"/>
          </a:xfrm>
          <a:prstGeom xmlns:a="http://schemas.openxmlformats.org/drawingml/2006/main" prst="roundRect">
            <a:avLst>
              <a:gd name="adj" fmla="val 14815"/>
            </a:avLst>
          </a:prstGeom>
          <a:solidFill xmlns:a="http://schemas.openxmlformats.org/drawingml/2006/main">
            <a:srgbClr val="E4F7FA"/>
          </a:solidFill>
          <a:ln xmlns:a="http://schemas.openxmlformats.org/drawingml/2006/main" w="9525">
            <a:solidFill>
              <a:srgbClr val="C5E8ED"/>
            </a:solidFill>
            <a:prstDash val="solid"/>
          </a:ln>
        </p:spPr>
      </p:sp>
      <p:sp>
        <p:nvSpPr>
          <p:cNvPr id="27" name="s29-takeaway-text">
            <a:extLst xmlns:a="http://schemas.openxmlformats.org/drawingml/2006/main">
              <a:ext uri="{FF2B5EF4-FFF2-40B4-BE49-F238E27FC236}">
                <a16:creationId xmlns:a16="http://schemas.microsoft.com/office/drawing/2014/main" id="{579C05DB-1B73-483A-8C00-6F940D9FB6D3}"/>
              </a:ext>
            </a:extLst>
          </p:cNvPr>
          <p:cNvSpPr>
            <a:spLocks xmlns:a="http://schemas.openxmlformats.org/drawingml/2006/main" noGrp="1"/>
          </p:cNvSpPr>
          <p:nvPr/>
        </p:nvSpPr>
        <p:spPr>
          <a:xfrm xmlns:a="http://schemas.openxmlformats.org/drawingml/2006/main">
            <a:off x="819150" y="5857875"/>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a:solidFill>
                  <a:srgbClr val="101D31"/>
                </a:solidFill>
                <a:latin typeface="DejaVu Sans"/>
                <a:ea typeface="DejaVu Sans"/>
                <a:cs typeface="DejaVu Sans"/>
              </a:defRPr>
            </a:defPPr>
            <a:lvl1pPr algn="ctr">
              <a:defRPr sz="1275" b="1">
                <a:solidFill>
                  <a:srgbClr val="101D31"/>
                </a:solidFill>
                <a:latin typeface="DejaVu Sans"/>
                <a:ea typeface="DejaVu Sans"/>
                <a:cs typeface="DejaVu Sans"/>
              </a:defRPr>
            </a:lvl1pPr>
            <a:lvl2pPr algn="ctr">
              <a:defRPr sz="1275" b="1">
                <a:solidFill>
                  <a:srgbClr val="101D31"/>
                </a:solidFill>
                <a:latin typeface="DejaVu Sans"/>
                <a:ea typeface="DejaVu Sans"/>
                <a:cs typeface="DejaVu Sans"/>
              </a:defRPr>
            </a:lvl2pPr>
            <a:lvl3pPr algn="ctr">
              <a:defRPr sz="1275" b="1">
                <a:solidFill>
                  <a:srgbClr val="101D31"/>
                </a:solidFill>
                <a:latin typeface="DejaVu Sans"/>
                <a:ea typeface="DejaVu Sans"/>
                <a:cs typeface="DejaVu Sans"/>
              </a:defRPr>
            </a:lvl3pPr>
            <a:lvl4pPr algn="ctr">
              <a:defRPr sz="1275" b="1">
                <a:solidFill>
                  <a:srgbClr val="101D31"/>
                </a:solidFill>
                <a:latin typeface="DejaVu Sans"/>
                <a:ea typeface="DejaVu Sans"/>
                <a:cs typeface="DejaVu Sans"/>
              </a:defRPr>
            </a:lvl4pPr>
            <a:lvl5pPr algn="ctr">
              <a:defRPr sz="1275" b="1">
                <a:solidFill>
                  <a:srgbClr val="101D31"/>
                </a:solidFill>
                <a:latin typeface="DejaVu Sans"/>
                <a:ea typeface="DejaVu Sans"/>
                <a:cs typeface="DejaVu Sans"/>
              </a:defRPr>
            </a:lvl5pPr>
            <a:lvl6pPr algn="ctr">
              <a:defRPr sz="1275" b="1">
                <a:solidFill>
                  <a:srgbClr val="101D31"/>
                </a:solidFill>
                <a:latin typeface="DejaVu Sans"/>
                <a:ea typeface="DejaVu Sans"/>
                <a:cs typeface="DejaVu Sans"/>
              </a:defRPr>
            </a:lvl6pPr>
            <a:lvl7pPr algn="ctr">
              <a:defRPr sz="1275" b="1">
                <a:solidFill>
                  <a:srgbClr val="101D31"/>
                </a:solidFill>
                <a:latin typeface="DejaVu Sans"/>
                <a:ea typeface="DejaVu Sans"/>
                <a:cs typeface="DejaVu Sans"/>
              </a:defRPr>
            </a:lvl7pPr>
            <a:lvl8pPr algn="ctr">
              <a:defRPr sz="1275" b="1">
                <a:solidFill>
                  <a:srgbClr val="101D31"/>
                </a:solidFill>
                <a:latin typeface="DejaVu Sans"/>
                <a:ea typeface="DejaVu Sans"/>
                <a:cs typeface="DejaVu Sans"/>
              </a:defRPr>
            </a:lvl8pPr>
            <a:lvl9pPr algn="ctr">
              <a:defRPr sz="1275" b="1">
                <a:solidFill>
                  <a:srgbClr val="101D31"/>
                </a:solidFill>
                <a:latin typeface="DejaVu Sans"/>
                <a:ea typeface="DejaVu Sans"/>
                <a:cs typeface="DejaVu Sans"/>
              </a:defRPr>
            </a:lvl9pPr>
          </a:lstStyle>
          <a:p xmlns:a="http://schemas.openxmlformats.org/drawingml/2006/main">
            <a:pPr algn="ctr">
              <a:defRPr sz="1275" b="1">
                <a:solidFill>
                  <a:srgbClr val="101D31"/>
                </a:solidFill>
                <a:latin typeface="DejaVu Sans"/>
                <a:ea typeface="DejaVu Sans"/>
                <a:cs typeface="DejaVu Sans"/>
              </a:defRPr>
            </a:pPr>
            <a:r>
              <a:rPr sz="1275" b="1">
                <a:solidFill>
                  <a:srgbClr val="101D31"/>
                </a:solidFill>
                <a:latin typeface="DejaVu Sans"/>
                <a:ea typeface="DejaVu Sans"/>
                <a:cs typeface="DejaVu Sans"/>
              </a:rPr>
              <a:t>Δεν αλλάζουμε ECU πριν ελέγξουμε τροφοδοσία, γείωση και δίκτυο.</a:t>
            </a:r>
          </a:p>
        </p:txBody>
      </p:sp>
      <p:sp>
        <p:nvSpPr>
          <p:cNvPr id="28" name="s29-note">
            <a:extLst xmlns:a="http://schemas.openxmlformats.org/drawingml/2006/main">
              <a:ext uri="{FF2B5EF4-FFF2-40B4-BE49-F238E27FC236}">
                <a16:creationId xmlns:a16="http://schemas.microsoft.com/office/drawing/2014/main" id="{7742F847-FCED-4279-898B-A5F628C5249E}"/>
              </a:ext>
            </a:extLst>
          </p:cNvPr>
          <p:cNvSpPr>
            <a:spLocks xmlns:a="http://schemas.openxmlformats.org/drawingml/2006/main" noGrp="1"/>
          </p:cNvSpPr>
          <p:nvPr/>
        </p:nvSpPr>
        <p:spPr>
          <a:xfrm xmlns:a="http://schemas.openxmlformats.org/drawingml/2006/main">
            <a:off x="609600" y="6372225"/>
            <a:ext cx="10382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Εκπαιδευτικό παράδειγμα. Τα ακριβή βήματα και σημεία μέτρησης ορίζονται από τον κατασκευαστή.</a:t>
            </a:r>
          </a:p>
        </p:txBody>
      </p:sp>
      <p:sp>
        <p:nvSpPr>
          <p:cNvPr id="29" name="s29-footer">
            <a:extLst xmlns:a="http://schemas.openxmlformats.org/drawingml/2006/main">
              <a:ext uri="{FF2B5EF4-FFF2-40B4-BE49-F238E27FC236}">
                <a16:creationId xmlns:a16="http://schemas.microsoft.com/office/drawing/2014/main" id="{ABE13204-956C-434B-9EBE-3357E72CCD01}"/>
              </a:ext>
            </a:extLst>
          </p:cNvPr>
          <p:cNvSpPr>
            <a:spLocks xmlns:a="http://schemas.openxmlformats.org/drawingml/2006/main" noGrp="1"/>
          </p:cNvSpPr>
          <p:nvPr/>
        </p:nvSpPr>
        <p:spPr>
          <a:xfrm xmlns:a="http://schemas.openxmlformats.org/drawingml/2006/main">
            <a:off x="609600" y="65913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0" name="s29-page-number">
            <a:extLst xmlns:a="http://schemas.openxmlformats.org/drawingml/2006/main">
              <a:ext uri="{FF2B5EF4-FFF2-40B4-BE49-F238E27FC236}">
                <a16:creationId xmlns:a16="http://schemas.microsoft.com/office/drawing/2014/main" id="{24AFDF9D-A93F-493D-A327-633F94467E2C}"/>
              </a:ext>
            </a:extLst>
          </p:cNvPr>
          <p:cNvSpPr>
            <a:spLocks xmlns:a="http://schemas.openxmlformats.org/drawingml/2006/main" noGrp="1"/>
          </p:cNvSpPr>
          <p:nvPr/>
        </p:nvSpPr>
        <p:spPr>
          <a:xfrm xmlns:a="http://schemas.openxmlformats.org/drawingml/2006/main">
            <a:off x="11334750" y="65532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29</a:t>
            </a:r>
          </a:p>
        </p:txBody>
      </p:sp>
    </p:spTree>
    <p:extLst>
      <p:ext uri="{BB962C8B-B14F-4D97-AF65-F5344CB8AC3E}">
        <p14:creationId xmlns:p14="http://schemas.microsoft.com/office/powerpoint/2010/main" val="684165436"/>
      </p:ext>
    </p:extLst>
  </p:cSld>
</p:sld>
</file>

<file path=ppt/slides/slide30.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4" name="s30-kicker">
            <a:extLst xmlns:a="http://schemas.openxmlformats.org/drawingml/2006/main">
              <a:ext uri="{FF2B5EF4-FFF2-40B4-BE49-F238E27FC236}">
                <a16:creationId xmlns:a16="http://schemas.microsoft.com/office/drawing/2014/main" id="{9531C092-F7D4-4351-B01A-85BDC63E3E38}"/>
              </a:ext>
            </a:extLst>
          </p:cNvPr>
          <p:cNvSpPr>
            <a:spLocks xmlns:a="http://schemas.openxmlformats.org/drawingml/2006/main" noGrp="1"/>
          </p:cNvSpPr>
          <p:nvPr/>
        </p:nvSpPr>
        <p:spPr>
          <a:xfrm xmlns:a="http://schemas.openxmlformats.org/drawingml/2006/main">
            <a:off x="609600" y="3238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53657A"/>
                </a:solidFill>
                <a:latin typeface="DejaVu Sans"/>
                <a:ea typeface="DejaVu Sans"/>
                <a:cs typeface="DejaVu Sans"/>
              </a:defRPr>
            </a:defPPr>
            <a:lvl1pPr algn="l">
              <a:defRPr sz="1050" b="1">
                <a:solidFill>
                  <a:srgbClr val="53657A"/>
                </a:solidFill>
                <a:latin typeface="DejaVu Sans"/>
                <a:ea typeface="DejaVu Sans"/>
                <a:cs typeface="DejaVu Sans"/>
              </a:defRPr>
            </a:lvl1pPr>
            <a:lvl2pPr algn="l">
              <a:defRPr sz="1050" b="1">
                <a:solidFill>
                  <a:srgbClr val="53657A"/>
                </a:solidFill>
                <a:latin typeface="DejaVu Sans"/>
                <a:ea typeface="DejaVu Sans"/>
                <a:cs typeface="DejaVu Sans"/>
              </a:defRPr>
            </a:lvl2pPr>
            <a:lvl3pPr algn="l">
              <a:defRPr sz="1050" b="1">
                <a:solidFill>
                  <a:srgbClr val="53657A"/>
                </a:solidFill>
                <a:latin typeface="DejaVu Sans"/>
                <a:ea typeface="DejaVu Sans"/>
                <a:cs typeface="DejaVu Sans"/>
              </a:defRPr>
            </a:lvl3pPr>
            <a:lvl4pPr algn="l">
              <a:defRPr sz="1050" b="1">
                <a:solidFill>
                  <a:srgbClr val="53657A"/>
                </a:solidFill>
                <a:latin typeface="DejaVu Sans"/>
                <a:ea typeface="DejaVu Sans"/>
                <a:cs typeface="DejaVu Sans"/>
              </a:defRPr>
            </a:lvl4pPr>
            <a:lvl5pPr algn="l">
              <a:defRPr sz="1050" b="1">
                <a:solidFill>
                  <a:srgbClr val="53657A"/>
                </a:solidFill>
                <a:latin typeface="DejaVu Sans"/>
                <a:ea typeface="DejaVu Sans"/>
                <a:cs typeface="DejaVu Sans"/>
              </a:defRPr>
            </a:lvl5pPr>
            <a:lvl6pPr algn="l">
              <a:defRPr sz="1050" b="1">
                <a:solidFill>
                  <a:srgbClr val="53657A"/>
                </a:solidFill>
                <a:latin typeface="DejaVu Sans"/>
                <a:ea typeface="DejaVu Sans"/>
                <a:cs typeface="DejaVu Sans"/>
              </a:defRPr>
            </a:lvl6pPr>
            <a:lvl7pPr algn="l">
              <a:defRPr sz="1050" b="1">
                <a:solidFill>
                  <a:srgbClr val="53657A"/>
                </a:solidFill>
                <a:latin typeface="DejaVu Sans"/>
                <a:ea typeface="DejaVu Sans"/>
                <a:cs typeface="DejaVu Sans"/>
              </a:defRPr>
            </a:lvl7pPr>
            <a:lvl8pPr algn="l">
              <a:defRPr sz="1050" b="1">
                <a:solidFill>
                  <a:srgbClr val="53657A"/>
                </a:solidFill>
                <a:latin typeface="DejaVu Sans"/>
                <a:ea typeface="DejaVu Sans"/>
                <a:cs typeface="DejaVu Sans"/>
              </a:defRPr>
            </a:lvl8pPr>
            <a:lvl9pPr algn="l">
              <a:defRPr sz="1050" b="1">
                <a:solidFill>
                  <a:srgbClr val="53657A"/>
                </a:solidFill>
                <a:latin typeface="DejaVu Sans"/>
                <a:ea typeface="DejaVu Sans"/>
                <a:cs typeface="DejaVu Sans"/>
              </a:defRPr>
            </a:lvl9pPr>
          </a:lstStyle>
          <a:p xmlns:a="http://schemas.openxmlformats.org/drawingml/2006/main">
            <a:pPr algn="l">
              <a:defRPr sz="1050" b="1">
                <a:solidFill>
                  <a:srgbClr val="53657A"/>
                </a:solidFill>
                <a:latin typeface="DejaVu Sans"/>
                <a:ea typeface="DejaVu Sans"/>
                <a:cs typeface="DejaVu Sans"/>
              </a:defRPr>
            </a:pPr>
            <a:r>
              <a:rPr sz="1050" b="1">
                <a:solidFill>
                  <a:srgbClr val="53657A"/>
                </a:solidFill>
                <a:latin typeface="DejaVu Sans"/>
                <a:ea typeface="DejaVu Sans"/>
                <a:cs typeface="DejaVu Sans"/>
              </a:rPr>
              <a:t>ΑΝΑΚΕΦΑΛΑΙΩΣΗ  ·  ΜΑΘΗΜΑ 05</a:t>
            </a:r>
          </a:p>
        </p:txBody>
      </p:sp>
      <p:sp>
        <p:nvSpPr>
          <p:cNvPr id="2" name="s30-title">
            <a:extLst xmlns:a="http://schemas.openxmlformats.org/drawingml/2006/main">
              <a:ext uri="{FF2B5EF4-FFF2-40B4-BE49-F238E27FC236}">
                <a16:creationId xmlns:a16="http://schemas.microsoft.com/office/drawing/2014/main" id="{666EE645-101D-412D-B932-6648796C8E93}"/>
              </a:ext>
            </a:extLst>
          </p:cNvPr>
          <p:cNvSpPr>
            <a:spLocks xmlns:a="http://schemas.openxmlformats.org/drawingml/2006/main" noGrp="1"/>
          </p:cNvSpPr>
          <p:nvPr/>
        </p:nvSpPr>
        <p:spPr>
          <a:xfrm xmlns:a="http://schemas.openxmlformats.org/drawingml/2006/main">
            <a:off x="609600" y="657225"/>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850" b="1">
                <a:solidFill>
                  <a:srgbClr val="101D31"/>
                </a:solidFill>
                <a:latin typeface="DejaVu Sans"/>
                <a:ea typeface="DejaVu Sans"/>
                <a:cs typeface="DejaVu Sans"/>
              </a:defRPr>
            </a:defPPr>
            <a:lvl1pPr algn="l">
              <a:defRPr sz="2850" b="1">
                <a:solidFill>
                  <a:srgbClr val="101D31"/>
                </a:solidFill>
                <a:latin typeface="DejaVu Sans"/>
                <a:ea typeface="DejaVu Sans"/>
                <a:cs typeface="DejaVu Sans"/>
              </a:defRPr>
            </a:lvl1pPr>
            <a:lvl2pPr algn="l">
              <a:defRPr sz="2850" b="1">
                <a:solidFill>
                  <a:srgbClr val="101D31"/>
                </a:solidFill>
                <a:latin typeface="DejaVu Sans"/>
                <a:ea typeface="DejaVu Sans"/>
                <a:cs typeface="DejaVu Sans"/>
              </a:defRPr>
            </a:lvl2pPr>
            <a:lvl3pPr algn="l">
              <a:defRPr sz="2850" b="1">
                <a:solidFill>
                  <a:srgbClr val="101D31"/>
                </a:solidFill>
                <a:latin typeface="DejaVu Sans"/>
                <a:ea typeface="DejaVu Sans"/>
                <a:cs typeface="DejaVu Sans"/>
              </a:defRPr>
            </a:lvl3pPr>
            <a:lvl4pPr algn="l">
              <a:defRPr sz="2850" b="1">
                <a:solidFill>
                  <a:srgbClr val="101D31"/>
                </a:solidFill>
                <a:latin typeface="DejaVu Sans"/>
                <a:ea typeface="DejaVu Sans"/>
                <a:cs typeface="DejaVu Sans"/>
              </a:defRPr>
            </a:lvl4pPr>
            <a:lvl5pPr algn="l">
              <a:defRPr sz="2850" b="1">
                <a:solidFill>
                  <a:srgbClr val="101D31"/>
                </a:solidFill>
                <a:latin typeface="DejaVu Sans"/>
                <a:ea typeface="DejaVu Sans"/>
                <a:cs typeface="DejaVu Sans"/>
              </a:defRPr>
            </a:lvl5pPr>
            <a:lvl6pPr algn="l">
              <a:defRPr sz="2850" b="1">
                <a:solidFill>
                  <a:srgbClr val="101D31"/>
                </a:solidFill>
                <a:latin typeface="DejaVu Sans"/>
                <a:ea typeface="DejaVu Sans"/>
                <a:cs typeface="DejaVu Sans"/>
              </a:defRPr>
            </a:lvl6pPr>
            <a:lvl7pPr algn="l">
              <a:defRPr sz="2850" b="1">
                <a:solidFill>
                  <a:srgbClr val="101D31"/>
                </a:solidFill>
                <a:latin typeface="DejaVu Sans"/>
                <a:ea typeface="DejaVu Sans"/>
                <a:cs typeface="DejaVu Sans"/>
              </a:defRPr>
            </a:lvl7pPr>
            <a:lvl8pPr algn="l">
              <a:defRPr sz="2850" b="1">
                <a:solidFill>
                  <a:srgbClr val="101D31"/>
                </a:solidFill>
                <a:latin typeface="DejaVu Sans"/>
                <a:ea typeface="DejaVu Sans"/>
                <a:cs typeface="DejaVu Sans"/>
              </a:defRPr>
            </a:lvl8pPr>
            <a:lvl9pPr algn="l">
              <a:defRPr sz="2850" b="1">
                <a:solidFill>
                  <a:srgbClr val="101D31"/>
                </a:solidFill>
                <a:latin typeface="DejaVu Sans"/>
                <a:ea typeface="DejaVu Sans"/>
                <a:cs typeface="DejaVu Sans"/>
              </a:defRPr>
            </a:lvl9pPr>
          </a:lstStyle>
          <a:p xmlns:a="http://schemas.openxmlformats.org/drawingml/2006/main">
            <a:pPr algn="l">
              <a:defRPr sz="2850" b="1">
                <a:solidFill>
                  <a:srgbClr val="101D31"/>
                </a:solidFill>
                <a:latin typeface="DejaVu Sans"/>
                <a:ea typeface="DejaVu Sans"/>
                <a:cs typeface="DejaVu Sans"/>
              </a:defRPr>
            </a:pPr>
            <a:r>
              <a:rPr sz="2850" b="1">
                <a:solidFill>
                  <a:srgbClr val="101D31"/>
                </a:solidFill>
                <a:latin typeface="DejaVu Sans"/>
                <a:ea typeface="DejaVu Sans"/>
                <a:cs typeface="DejaVu Sans"/>
              </a:rPr>
              <a:t>Τι κρατάμε από το φυσικό επίπεδο CAN;</a:t>
            </a:r>
          </a:p>
        </p:txBody>
      </p:sp>
      <p:sp>
        <p:nvSpPr>
          <p:cNvPr id="3" name="s30-title-rule">
            <a:extLst xmlns:a="http://schemas.openxmlformats.org/drawingml/2006/main">
              <a:ext uri="{FF2B5EF4-FFF2-40B4-BE49-F238E27FC236}">
                <a16:creationId xmlns:a16="http://schemas.microsoft.com/office/drawing/2014/main" id="{B676C83E-4E31-46D6-8FE7-FF71A0DE1FDC}"/>
              </a:ext>
            </a:extLst>
          </p:cNvPr>
          <p:cNvSpPr>
            <a:spLocks xmlns:a="http://schemas.openxmlformats.org/drawingml/2006/main" noGrp="1"/>
          </p:cNvSpPr>
          <p:nvPr/>
        </p:nvSpPr>
        <p:spPr>
          <a:xfrm xmlns:a="http://schemas.openxmlformats.org/drawingml/2006/main">
            <a:off x="609600" y="1304925"/>
            <a:ext cx="1104900" cy="47625"/>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4" name="s30-subtitle">
            <a:extLst xmlns:a="http://schemas.openxmlformats.org/drawingml/2006/main">
              <a:ext uri="{FF2B5EF4-FFF2-40B4-BE49-F238E27FC236}">
                <a16:creationId xmlns:a16="http://schemas.microsoft.com/office/drawing/2014/main" id="{CC5BC1B9-A86C-48DF-A280-22191FB2865F}"/>
              </a:ext>
            </a:extLst>
          </p:cNvPr>
          <p:cNvSpPr>
            <a:spLocks xmlns:a="http://schemas.openxmlformats.org/drawingml/2006/main" noGrp="1"/>
          </p:cNvSpPr>
          <p:nvPr/>
        </p:nvSpPr>
        <p:spPr>
          <a:xfrm xmlns:a="http://schemas.openxmlformats.org/drawingml/2006/main">
            <a:off x="609600" y="150495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A"/>
                </a:solidFill>
                <a:latin typeface="DejaVu Sans"/>
                <a:ea typeface="DejaVu Sans"/>
                <a:cs typeface="DejaVu Sans"/>
              </a:defRPr>
            </a:defPPr>
            <a:lvl1pPr algn="l">
              <a:defRPr sz="1350" b="0">
                <a:solidFill>
                  <a:srgbClr val="53657A"/>
                </a:solidFill>
                <a:latin typeface="DejaVu Sans"/>
                <a:ea typeface="DejaVu Sans"/>
                <a:cs typeface="DejaVu Sans"/>
              </a:defRPr>
            </a:lvl1pPr>
            <a:lvl2pPr algn="l">
              <a:defRPr sz="1350" b="0">
                <a:solidFill>
                  <a:srgbClr val="53657A"/>
                </a:solidFill>
                <a:latin typeface="DejaVu Sans"/>
                <a:ea typeface="DejaVu Sans"/>
                <a:cs typeface="DejaVu Sans"/>
              </a:defRPr>
            </a:lvl2pPr>
            <a:lvl3pPr algn="l">
              <a:defRPr sz="1350" b="0">
                <a:solidFill>
                  <a:srgbClr val="53657A"/>
                </a:solidFill>
                <a:latin typeface="DejaVu Sans"/>
                <a:ea typeface="DejaVu Sans"/>
                <a:cs typeface="DejaVu Sans"/>
              </a:defRPr>
            </a:lvl3pPr>
            <a:lvl4pPr algn="l">
              <a:defRPr sz="1350" b="0">
                <a:solidFill>
                  <a:srgbClr val="53657A"/>
                </a:solidFill>
                <a:latin typeface="DejaVu Sans"/>
                <a:ea typeface="DejaVu Sans"/>
                <a:cs typeface="DejaVu Sans"/>
              </a:defRPr>
            </a:lvl4pPr>
            <a:lvl5pPr algn="l">
              <a:defRPr sz="1350" b="0">
                <a:solidFill>
                  <a:srgbClr val="53657A"/>
                </a:solidFill>
                <a:latin typeface="DejaVu Sans"/>
                <a:ea typeface="DejaVu Sans"/>
                <a:cs typeface="DejaVu Sans"/>
              </a:defRPr>
            </a:lvl5pPr>
            <a:lvl6pPr algn="l">
              <a:defRPr sz="1350" b="0">
                <a:solidFill>
                  <a:srgbClr val="53657A"/>
                </a:solidFill>
                <a:latin typeface="DejaVu Sans"/>
                <a:ea typeface="DejaVu Sans"/>
                <a:cs typeface="DejaVu Sans"/>
              </a:defRPr>
            </a:lvl6pPr>
            <a:lvl7pPr algn="l">
              <a:defRPr sz="1350" b="0">
                <a:solidFill>
                  <a:srgbClr val="53657A"/>
                </a:solidFill>
                <a:latin typeface="DejaVu Sans"/>
                <a:ea typeface="DejaVu Sans"/>
                <a:cs typeface="DejaVu Sans"/>
              </a:defRPr>
            </a:lvl7pPr>
            <a:lvl8pPr algn="l">
              <a:defRPr sz="1350" b="0">
                <a:solidFill>
                  <a:srgbClr val="53657A"/>
                </a:solidFill>
                <a:latin typeface="DejaVu Sans"/>
                <a:ea typeface="DejaVu Sans"/>
                <a:cs typeface="DejaVu Sans"/>
              </a:defRPr>
            </a:lvl8pPr>
            <a:lvl9pPr algn="l">
              <a:defRPr sz="1350" b="0">
                <a:solidFill>
                  <a:srgbClr val="53657A"/>
                </a:solidFill>
                <a:latin typeface="DejaVu Sans"/>
                <a:ea typeface="DejaVu Sans"/>
                <a:cs typeface="DejaVu Sans"/>
              </a:defRPr>
            </a:lvl9pPr>
          </a:lstStyle>
          <a:p xmlns:a="http://schemas.openxmlformats.org/drawingml/2006/main">
            <a:pPr algn="l">
              <a:defRPr sz="1350" b="0">
                <a:solidFill>
                  <a:srgbClr val="53657A"/>
                </a:solidFill>
                <a:latin typeface="DejaVu Sans"/>
                <a:ea typeface="DejaVu Sans"/>
                <a:cs typeface="DejaVu Sans"/>
              </a:defRPr>
            </a:pPr>
            <a:r>
              <a:rPr sz="1350" b="0">
                <a:solidFill>
                  <a:srgbClr val="53657A"/>
                </a:solidFill>
                <a:latin typeface="DejaVu Sans"/>
                <a:ea typeface="DejaVu Sans"/>
                <a:cs typeface="DejaVu Sans"/>
              </a:rPr>
              <a:t>Από τα καλώδια μέχρι τη διάγνωση στο όχημα.</a:t>
            </a:r>
          </a:p>
        </p:txBody>
      </p:sp>
      <p:sp>
        <p:nvSpPr>
          <p:cNvPr id="5" name="s30-card-0">
            <a:extLst xmlns:a="http://schemas.openxmlformats.org/drawingml/2006/main">
              <a:ext uri="{FF2B5EF4-FFF2-40B4-BE49-F238E27FC236}">
                <a16:creationId xmlns:a16="http://schemas.microsoft.com/office/drawing/2014/main" id="{2A8099FF-C7C3-4C0C-BABE-457CE08257EC}"/>
              </a:ext>
            </a:extLst>
          </p:cNvPr>
          <p:cNvSpPr>
            <a:spLocks xmlns:a="http://schemas.openxmlformats.org/drawingml/2006/main" noGrp="1"/>
          </p:cNvSpPr>
          <p:nvPr/>
        </p:nvSpPr>
        <p:spPr>
          <a:xfrm xmlns:a="http://schemas.openxmlformats.org/drawingml/2006/main">
            <a:off x="609600" y="2190750"/>
            <a:ext cx="5334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4288">
            <a:solidFill>
              <a:srgbClr val="D6E2ED"/>
            </a:solidFill>
            <a:prstDash val="solid"/>
          </a:ln>
        </p:spPr>
      </p:sp>
      <p:sp>
        <p:nvSpPr>
          <p:cNvPr id="6" name="s30-card-accent-0">
            <a:extLst xmlns:a="http://schemas.openxmlformats.org/drawingml/2006/main">
              <a:ext uri="{FF2B5EF4-FFF2-40B4-BE49-F238E27FC236}">
                <a16:creationId xmlns:a16="http://schemas.microsoft.com/office/drawing/2014/main" id="{618417E6-53B4-435C-AF56-20FB0C6D40EC}"/>
              </a:ext>
            </a:extLst>
          </p:cNvPr>
          <p:cNvSpPr>
            <a:spLocks xmlns:a="http://schemas.openxmlformats.org/drawingml/2006/main" noGrp="1"/>
          </p:cNvSpPr>
          <p:nvPr/>
        </p:nvSpPr>
        <p:spPr>
          <a:xfrm xmlns:a="http://schemas.openxmlformats.org/drawingml/2006/main">
            <a:off x="609600" y="2190750"/>
            <a:ext cx="5334000" cy="57150"/>
          </a:xfrm>
          <a:prstGeom xmlns:a="http://schemas.openxmlformats.org/drawingml/2006/main" prst="rect">
            <a:avLst/>
          </a:prstGeom>
          <a:solidFill xmlns:a="http://schemas.openxmlformats.org/drawingml/2006/main">
            <a:srgbClr val="10BFD9"/>
          </a:solidFill>
          <a:ln xmlns:a="http://schemas.openxmlformats.org/drawingml/2006/main" w="0">
            <a:noFill/>
            <a:prstDash val="solid"/>
          </a:ln>
        </p:spPr>
      </p:sp>
      <p:sp>
        <p:nvSpPr>
          <p:cNvPr id="7" name="s30-card-number-bg-0">
            <a:extLst xmlns:a="http://schemas.openxmlformats.org/drawingml/2006/main">
              <a:ext uri="{FF2B5EF4-FFF2-40B4-BE49-F238E27FC236}">
                <a16:creationId xmlns:a16="http://schemas.microsoft.com/office/drawing/2014/main" id="{10233894-B6D6-4472-A364-A2882B44DDA4}"/>
              </a:ext>
            </a:extLst>
          </p:cNvPr>
          <p:cNvSpPr>
            <a:spLocks xmlns:a="http://schemas.openxmlformats.org/drawingml/2006/main" noGrp="1"/>
          </p:cNvSpPr>
          <p:nvPr/>
        </p:nvSpPr>
        <p:spPr>
          <a:xfrm xmlns:a="http://schemas.openxmlformats.org/drawingml/2006/main">
            <a:off x="838200" y="2457450"/>
            <a:ext cx="457200" cy="457200"/>
          </a:xfrm>
          <a:prstGeom xmlns:a="http://schemas.openxmlformats.org/drawingml/2006/main" prst="ellipse">
            <a:avLst/>
          </a:prstGeom>
          <a:solidFill xmlns:a="http://schemas.openxmlformats.org/drawingml/2006/main">
            <a:srgbClr val="10BFD9"/>
          </a:solidFill>
          <a:ln xmlns:a="http://schemas.openxmlformats.org/drawingml/2006/main" w="0">
            <a:noFill/>
            <a:prstDash val="solid"/>
          </a:ln>
        </p:spPr>
      </p:sp>
      <p:sp>
        <p:nvSpPr>
          <p:cNvPr id="8" name="s30-card-number-0">
            <a:extLst xmlns:a="http://schemas.openxmlformats.org/drawingml/2006/main">
              <a:ext uri="{FF2B5EF4-FFF2-40B4-BE49-F238E27FC236}">
                <a16:creationId xmlns:a16="http://schemas.microsoft.com/office/drawing/2014/main" id="{37E1331F-BC47-40F3-97E2-CEEB6D310860}"/>
              </a:ext>
            </a:extLst>
          </p:cNvPr>
          <p:cNvSpPr>
            <a:spLocks xmlns:a="http://schemas.openxmlformats.org/drawingml/2006/main" noGrp="1"/>
          </p:cNvSpPr>
          <p:nvPr/>
        </p:nvSpPr>
        <p:spPr>
          <a:xfrm xmlns:a="http://schemas.openxmlformats.org/drawingml/2006/main">
            <a:off x="838200" y="2505075"/>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1D31"/>
                </a:solidFill>
                <a:latin typeface="DejaVu Sans"/>
                <a:ea typeface="DejaVu Sans"/>
                <a:cs typeface="DejaVu Sans"/>
              </a:defRPr>
            </a:defPPr>
            <a:lvl1pPr algn="ctr">
              <a:defRPr sz="1425" b="1">
                <a:solidFill>
                  <a:srgbClr val="101D31"/>
                </a:solidFill>
                <a:latin typeface="DejaVu Sans"/>
                <a:ea typeface="DejaVu Sans"/>
                <a:cs typeface="DejaVu Sans"/>
              </a:defRPr>
            </a:lvl1pPr>
            <a:lvl2pPr algn="ctr">
              <a:defRPr sz="1425" b="1">
                <a:solidFill>
                  <a:srgbClr val="101D31"/>
                </a:solidFill>
                <a:latin typeface="DejaVu Sans"/>
                <a:ea typeface="DejaVu Sans"/>
                <a:cs typeface="DejaVu Sans"/>
              </a:defRPr>
            </a:lvl2pPr>
            <a:lvl3pPr algn="ctr">
              <a:defRPr sz="1425" b="1">
                <a:solidFill>
                  <a:srgbClr val="101D31"/>
                </a:solidFill>
                <a:latin typeface="DejaVu Sans"/>
                <a:ea typeface="DejaVu Sans"/>
                <a:cs typeface="DejaVu Sans"/>
              </a:defRPr>
            </a:lvl3pPr>
            <a:lvl4pPr algn="ctr">
              <a:defRPr sz="1425" b="1">
                <a:solidFill>
                  <a:srgbClr val="101D31"/>
                </a:solidFill>
                <a:latin typeface="DejaVu Sans"/>
                <a:ea typeface="DejaVu Sans"/>
                <a:cs typeface="DejaVu Sans"/>
              </a:defRPr>
            </a:lvl4pPr>
            <a:lvl5pPr algn="ctr">
              <a:defRPr sz="1425" b="1">
                <a:solidFill>
                  <a:srgbClr val="101D31"/>
                </a:solidFill>
                <a:latin typeface="DejaVu Sans"/>
                <a:ea typeface="DejaVu Sans"/>
                <a:cs typeface="DejaVu Sans"/>
              </a:defRPr>
            </a:lvl5pPr>
            <a:lvl6pPr algn="ctr">
              <a:defRPr sz="1425" b="1">
                <a:solidFill>
                  <a:srgbClr val="101D31"/>
                </a:solidFill>
                <a:latin typeface="DejaVu Sans"/>
                <a:ea typeface="DejaVu Sans"/>
                <a:cs typeface="DejaVu Sans"/>
              </a:defRPr>
            </a:lvl6pPr>
            <a:lvl7pPr algn="ctr">
              <a:defRPr sz="1425" b="1">
                <a:solidFill>
                  <a:srgbClr val="101D31"/>
                </a:solidFill>
                <a:latin typeface="DejaVu Sans"/>
                <a:ea typeface="DejaVu Sans"/>
                <a:cs typeface="DejaVu Sans"/>
              </a:defRPr>
            </a:lvl7pPr>
            <a:lvl8pPr algn="ctr">
              <a:defRPr sz="1425" b="1">
                <a:solidFill>
                  <a:srgbClr val="101D31"/>
                </a:solidFill>
                <a:latin typeface="DejaVu Sans"/>
                <a:ea typeface="DejaVu Sans"/>
                <a:cs typeface="DejaVu Sans"/>
              </a:defRPr>
            </a:lvl8pPr>
            <a:lvl9pPr algn="ctr">
              <a:defRPr sz="1425" b="1">
                <a:solidFill>
                  <a:srgbClr val="101D31"/>
                </a:solidFill>
                <a:latin typeface="DejaVu Sans"/>
                <a:ea typeface="DejaVu Sans"/>
                <a:cs typeface="DejaVu Sans"/>
              </a:defRPr>
            </a:lvl9pPr>
          </a:lstStyle>
          <a:p xmlns:a="http://schemas.openxmlformats.org/drawingml/2006/main">
            <a:pPr algn="ctr">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1</a:t>
            </a:r>
          </a:p>
        </p:txBody>
      </p:sp>
      <p:sp>
        <p:nvSpPr>
          <p:cNvPr id="9" name="s30-card-title-0">
            <a:extLst xmlns:a="http://schemas.openxmlformats.org/drawingml/2006/main">
              <a:ext uri="{FF2B5EF4-FFF2-40B4-BE49-F238E27FC236}">
                <a16:creationId xmlns:a16="http://schemas.microsoft.com/office/drawing/2014/main" id="{14F8F3C9-45C2-465C-B95E-BA1788A1EC16}"/>
              </a:ext>
            </a:extLst>
          </p:cNvPr>
          <p:cNvSpPr>
            <a:spLocks xmlns:a="http://schemas.openxmlformats.org/drawingml/2006/main" noGrp="1"/>
          </p:cNvSpPr>
          <p:nvPr/>
        </p:nvSpPr>
        <p:spPr>
          <a:xfrm xmlns:a="http://schemas.openxmlformats.org/drawingml/2006/main">
            <a:off x="1466850" y="24193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1D31"/>
                </a:solidFill>
                <a:latin typeface="DejaVu Sans"/>
                <a:ea typeface="DejaVu Sans"/>
                <a:cs typeface="DejaVu Sans"/>
              </a:defRPr>
            </a:defPPr>
            <a:lvl1pPr algn="l">
              <a:defRPr sz="1425" b="1">
                <a:solidFill>
                  <a:srgbClr val="101D31"/>
                </a:solidFill>
                <a:latin typeface="DejaVu Sans"/>
                <a:ea typeface="DejaVu Sans"/>
                <a:cs typeface="DejaVu Sans"/>
              </a:defRPr>
            </a:lvl1pPr>
            <a:lvl2pPr algn="l">
              <a:defRPr sz="1425" b="1">
                <a:solidFill>
                  <a:srgbClr val="101D31"/>
                </a:solidFill>
                <a:latin typeface="DejaVu Sans"/>
                <a:ea typeface="DejaVu Sans"/>
                <a:cs typeface="DejaVu Sans"/>
              </a:defRPr>
            </a:lvl2pPr>
            <a:lvl3pPr algn="l">
              <a:defRPr sz="1425" b="1">
                <a:solidFill>
                  <a:srgbClr val="101D31"/>
                </a:solidFill>
                <a:latin typeface="DejaVu Sans"/>
                <a:ea typeface="DejaVu Sans"/>
                <a:cs typeface="DejaVu Sans"/>
              </a:defRPr>
            </a:lvl3pPr>
            <a:lvl4pPr algn="l">
              <a:defRPr sz="1425" b="1">
                <a:solidFill>
                  <a:srgbClr val="101D31"/>
                </a:solidFill>
                <a:latin typeface="DejaVu Sans"/>
                <a:ea typeface="DejaVu Sans"/>
                <a:cs typeface="DejaVu Sans"/>
              </a:defRPr>
            </a:lvl4pPr>
            <a:lvl5pPr algn="l">
              <a:defRPr sz="1425" b="1">
                <a:solidFill>
                  <a:srgbClr val="101D31"/>
                </a:solidFill>
                <a:latin typeface="DejaVu Sans"/>
                <a:ea typeface="DejaVu Sans"/>
                <a:cs typeface="DejaVu Sans"/>
              </a:defRPr>
            </a:lvl5pPr>
            <a:lvl6pPr algn="l">
              <a:defRPr sz="1425" b="1">
                <a:solidFill>
                  <a:srgbClr val="101D31"/>
                </a:solidFill>
                <a:latin typeface="DejaVu Sans"/>
                <a:ea typeface="DejaVu Sans"/>
                <a:cs typeface="DejaVu Sans"/>
              </a:defRPr>
            </a:lvl6pPr>
            <a:lvl7pPr algn="l">
              <a:defRPr sz="1425" b="1">
                <a:solidFill>
                  <a:srgbClr val="101D31"/>
                </a:solidFill>
                <a:latin typeface="DejaVu Sans"/>
                <a:ea typeface="DejaVu Sans"/>
                <a:cs typeface="DejaVu Sans"/>
              </a:defRPr>
            </a:lvl7pPr>
            <a:lvl8pPr algn="l">
              <a:defRPr sz="1425" b="1">
                <a:solidFill>
                  <a:srgbClr val="101D31"/>
                </a:solidFill>
                <a:latin typeface="DejaVu Sans"/>
                <a:ea typeface="DejaVu Sans"/>
                <a:cs typeface="DejaVu Sans"/>
              </a:defRPr>
            </a:lvl8pPr>
            <a:lvl9pPr algn="l">
              <a:defRPr sz="1425" b="1">
                <a:solidFill>
                  <a:srgbClr val="101D31"/>
                </a:solidFill>
                <a:latin typeface="DejaVu Sans"/>
                <a:ea typeface="DejaVu Sans"/>
                <a:cs typeface="DejaVu Sans"/>
              </a:defRPr>
            </a:lvl9pPr>
          </a:lstStyle>
          <a:p xmlns:a="http://schemas.openxmlformats.org/drawingml/2006/main">
            <a:pPr algn="l">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Δύο καλώδια</a:t>
            </a:r>
          </a:p>
        </p:txBody>
      </p:sp>
      <p:sp>
        <p:nvSpPr>
          <p:cNvPr id="10" name="s30-card-body-0">
            <a:extLst xmlns:a="http://schemas.openxmlformats.org/drawingml/2006/main">
              <a:ext uri="{FF2B5EF4-FFF2-40B4-BE49-F238E27FC236}">
                <a16:creationId xmlns:a16="http://schemas.microsoft.com/office/drawing/2014/main" id="{0964A235-2C31-4B79-B9B0-7EF56BA6884A}"/>
              </a:ext>
            </a:extLst>
          </p:cNvPr>
          <p:cNvSpPr>
            <a:spLocks xmlns:a="http://schemas.openxmlformats.org/drawingml/2006/main" noGrp="1"/>
          </p:cNvSpPr>
          <p:nvPr/>
        </p:nvSpPr>
        <p:spPr>
          <a:xfrm xmlns:a="http://schemas.openxmlformats.org/drawingml/2006/main">
            <a:off x="1466850" y="2809875"/>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CAN-H και CAN-L σχηματίζουν ένα στριμμένο ζεύγος.</a:t>
            </a:r>
          </a:p>
        </p:txBody>
      </p:sp>
      <p:sp>
        <p:nvSpPr>
          <p:cNvPr id="11" name="s30-card-1">
            <a:extLst xmlns:a="http://schemas.openxmlformats.org/drawingml/2006/main">
              <a:ext uri="{FF2B5EF4-FFF2-40B4-BE49-F238E27FC236}">
                <a16:creationId xmlns:a16="http://schemas.microsoft.com/office/drawing/2014/main" id="{A7B99A16-EC06-4D75-9178-86DE81CDB139}"/>
              </a:ext>
            </a:extLst>
          </p:cNvPr>
          <p:cNvSpPr>
            <a:spLocks xmlns:a="http://schemas.openxmlformats.org/drawingml/2006/main" noGrp="1"/>
          </p:cNvSpPr>
          <p:nvPr/>
        </p:nvSpPr>
        <p:spPr>
          <a:xfrm xmlns:a="http://schemas.openxmlformats.org/drawingml/2006/main">
            <a:off x="6248400" y="2190750"/>
            <a:ext cx="5334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4288">
            <a:solidFill>
              <a:srgbClr val="D6E2ED"/>
            </a:solidFill>
            <a:prstDash val="solid"/>
          </a:ln>
        </p:spPr>
      </p:sp>
      <p:sp>
        <p:nvSpPr>
          <p:cNvPr id="12" name="s30-card-accent-1">
            <a:extLst xmlns:a="http://schemas.openxmlformats.org/drawingml/2006/main">
              <a:ext uri="{FF2B5EF4-FFF2-40B4-BE49-F238E27FC236}">
                <a16:creationId xmlns:a16="http://schemas.microsoft.com/office/drawing/2014/main" id="{102EEA09-31FF-487A-AC6E-3CB9B677F834}"/>
              </a:ext>
            </a:extLst>
          </p:cNvPr>
          <p:cNvSpPr>
            <a:spLocks xmlns:a="http://schemas.openxmlformats.org/drawingml/2006/main" noGrp="1"/>
          </p:cNvSpPr>
          <p:nvPr/>
        </p:nvSpPr>
        <p:spPr>
          <a:xfrm xmlns:a="http://schemas.openxmlformats.org/drawingml/2006/main">
            <a:off x="6248400" y="2190750"/>
            <a:ext cx="5334000" cy="57150"/>
          </a:xfrm>
          <a:prstGeom xmlns:a="http://schemas.openxmlformats.org/drawingml/2006/main" prst="rect">
            <a:avLst/>
          </a:prstGeom>
          <a:solidFill xmlns:a="http://schemas.openxmlformats.org/drawingml/2006/main">
            <a:srgbClr val="F7B500"/>
          </a:solidFill>
          <a:ln xmlns:a="http://schemas.openxmlformats.org/drawingml/2006/main" w="0">
            <a:noFill/>
            <a:prstDash val="solid"/>
          </a:ln>
        </p:spPr>
      </p:sp>
      <p:sp>
        <p:nvSpPr>
          <p:cNvPr id="13" name="s30-card-number-bg-1">
            <a:extLst xmlns:a="http://schemas.openxmlformats.org/drawingml/2006/main">
              <a:ext uri="{FF2B5EF4-FFF2-40B4-BE49-F238E27FC236}">
                <a16:creationId xmlns:a16="http://schemas.microsoft.com/office/drawing/2014/main" id="{01FBBD9B-8A4E-4A54-B7BA-EFFE55426CB1}"/>
              </a:ext>
            </a:extLst>
          </p:cNvPr>
          <p:cNvSpPr>
            <a:spLocks xmlns:a="http://schemas.openxmlformats.org/drawingml/2006/main" noGrp="1"/>
          </p:cNvSpPr>
          <p:nvPr/>
        </p:nvSpPr>
        <p:spPr>
          <a:xfrm xmlns:a="http://schemas.openxmlformats.org/drawingml/2006/main">
            <a:off x="6477000" y="2457450"/>
            <a:ext cx="457200" cy="457200"/>
          </a:xfrm>
          <a:prstGeom xmlns:a="http://schemas.openxmlformats.org/drawingml/2006/main" prst="ellipse">
            <a:avLst/>
          </a:prstGeom>
          <a:solidFill xmlns:a="http://schemas.openxmlformats.org/drawingml/2006/main">
            <a:srgbClr val="F7B500"/>
          </a:solidFill>
          <a:ln xmlns:a="http://schemas.openxmlformats.org/drawingml/2006/main" w="0">
            <a:noFill/>
            <a:prstDash val="solid"/>
          </a:ln>
        </p:spPr>
      </p:sp>
      <p:sp>
        <p:nvSpPr>
          <p:cNvPr id="14" name="s30-card-number-1">
            <a:extLst xmlns:a="http://schemas.openxmlformats.org/drawingml/2006/main">
              <a:ext uri="{FF2B5EF4-FFF2-40B4-BE49-F238E27FC236}">
                <a16:creationId xmlns:a16="http://schemas.microsoft.com/office/drawing/2014/main" id="{DE2301F9-ABF4-4529-AD5C-6BD59ACAE25C}"/>
              </a:ext>
            </a:extLst>
          </p:cNvPr>
          <p:cNvSpPr>
            <a:spLocks xmlns:a="http://schemas.openxmlformats.org/drawingml/2006/main" noGrp="1"/>
          </p:cNvSpPr>
          <p:nvPr/>
        </p:nvSpPr>
        <p:spPr>
          <a:xfrm xmlns:a="http://schemas.openxmlformats.org/drawingml/2006/main">
            <a:off x="6477000" y="2505075"/>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1D31"/>
                </a:solidFill>
                <a:latin typeface="DejaVu Sans"/>
                <a:ea typeface="DejaVu Sans"/>
                <a:cs typeface="DejaVu Sans"/>
              </a:defRPr>
            </a:defPPr>
            <a:lvl1pPr algn="ctr">
              <a:defRPr sz="1425" b="1">
                <a:solidFill>
                  <a:srgbClr val="101D31"/>
                </a:solidFill>
                <a:latin typeface="DejaVu Sans"/>
                <a:ea typeface="DejaVu Sans"/>
                <a:cs typeface="DejaVu Sans"/>
              </a:defRPr>
            </a:lvl1pPr>
            <a:lvl2pPr algn="ctr">
              <a:defRPr sz="1425" b="1">
                <a:solidFill>
                  <a:srgbClr val="101D31"/>
                </a:solidFill>
                <a:latin typeface="DejaVu Sans"/>
                <a:ea typeface="DejaVu Sans"/>
                <a:cs typeface="DejaVu Sans"/>
              </a:defRPr>
            </a:lvl2pPr>
            <a:lvl3pPr algn="ctr">
              <a:defRPr sz="1425" b="1">
                <a:solidFill>
                  <a:srgbClr val="101D31"/>
                </a:solidFill>
                <a:latin typeface="DejaVu Sans"/>
                <a:ea typeface="DejaVu Sans"/>
                <a:cs typeface="DejaVu Sans"/>
              </a:defRPr>
            </a:lvl3pPr>
            <a:lvl4pPr algn="ctr">
              <a:defRPr sz="1425" b="1">
                <a:solidFill>
                  <a:srgbClr val="101D31"/>
                </a:solidFill>
                <a:latin typeface="DejaVu Sans"/>
                <a:ea typeface="DejaVu Sans"/>
                <a:cs typeface="DejaVu Sans"/>
              </a:defRPr>
            </a:lvl4pPr>
            <a:lvl5pPr algn="ctr">
              <a:defRPr sz="1425" b="1">
                <a:solidFill>
                  <a:srgbClr val="101D31"/>
                </a:solidFill>
                <a:latin typeface="DejaVu Sans"/>
                <a:ea typeface="DejaVu Sans"/>
                <a:cs typeface="DejaVu Sans"/>
              </a:defRPr>
            </a:lvl5pPr>
            <a:lvl6pPr algn="ctr">
              <a:defRPr sz="1425" b="1">
                <a:solidFill>
                  <a:srgbClr val="101D31"/>
                </a:solidFill>
                <a:latin typeface="DejaVu Sans"/>
                <a:ea typeface="DejaVu Sans"/>
                <a:cs typeface="DejaVu Sans"/>
              </a:defRPr>
            </a:lvl6pPr>
            <a:lvl7pPr algn="ctr">
              <a:defRPr sz="1425" b="1">
                <a:solidFill>
                  <a:srgbClr val="101D31"/>
                </a:solidFill>
                <a:latin typeface="DejaVu Sans"/>
                <a:ea typeface="DejaVu Sans"/>
                <a:cs typeface="DejaVu Sans"/>
              </a:defRPr>
            </a:lvl7pPr>
            <a:lvl8pPr algn="ctr">
              <a:defRPr sz="1425" b="1">
                <a:solidFill>
                  <a:srgbClr val="101D31"/>
                </a:solidFill>
                <a:latin typeface="DejaVu Sans"/>
                <a:ea typeface="DejaVu Sans"/>
                <a:cs typeface="DejaVu Sans"/>
              </a:defRPr>
            </a:lvl8pPr>
            <a:lvl9pPr algn="ctr">
              <a:defRPr sz="1425" b="1">
                <a:solidFill>
                  <a:srgbClr val="101D31"/>
                </a:solidFill>
                <a:latin typeface="DejaVu Sans"/>
                <a:ea typeface="DejaVu Sans"/>
                <a:cs typeface="DejaVu Sans"/>
              </a:defRPr>
            </a:lvl9pPr>
          </a:lstStyle>
          <a:p xmlns:a="http://schemas.openxmlformats.org/drawingml/2006/main">
            <a:pPr algn="ctr">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2</a:t>
            </a:r>
          </a:p>
        </p:txBody>
      </p:sp>
      <p:sp>
        <p:nvSpPr>
          <p:cNvPr id="15" name="s30-card-title-1">
            <a:extLst xmlns:a="http://schemas.openxmlformats.org/drawingml/2006/main">
              <a:ext uri="{FF2B5EF4-FFF2-40B4-BE49-F238E27FC236}">
                <a16:creationId xmlns:a16="http://schemas.microsoft.com/office/drawing/2014/main" id="{A12CDE1C-38A6-4EED-A1F3-935FCE0B7F3E}"/>
              </a:ext>
            </a:extLst>
          </p:cNvPr>
          <p:cNvSpPr>
            <a:spLocks xmlns:a="http://schemas.openxmlformats.org/drawingml/2006/main" noGrp="1"/>
          </p:cNvSpPr>
          <p:nvPr/>
        </p:nvSpPr>
        <p:spPr>
          <a:xfrm xmlns:a="http://schemas.openxmlformats.org/drawingml/2006/main">
            <a:off x="7105650" y="24193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1D31"/>
                </a:solidFill>
                <a:latin typeface="DejaVu Sans"/>
                <a:ea typeface="DejaVu Sans"/>
                <a:cs typeface="DejaVu Sans"/>
              </a:defRPr>
            </a:defPPr>
            <a:lvl1pPr algn="l">
              <a:defRPr sz="1425" b="1">
                <a:solidFill>
                  <a:srgbClr val="101D31"/>
                </a:solidFill>
                <a:latin typeface="DejaVu Sans"/>
                <a:ea typeface="DejaVu Sans"/>
                <a:cs typeface="DejaVu Sans"/>
              </a:defRPr>
            </a:lvl1pPr>
            <a:lvl2pPr algn="l">
              <a:defRPr sz="1425" b="1">
                <a:solidFill>
                  <a:srgbClr val="101D31"/>
                </a:solidFill>
                <a:latin typeface="DejaVu Sans"/>
                <a:ea typeface="DejaVu Sans"/>
                <a:cs typeface="DejaVu Sans"/>
              </a:defRPr>
            </a:lvl2pPr>
            <a:lvl3pPr algn="l">
              <a:defRPr sz="1425" b="1">
                <a:solidFill>
                  <a:srgbClr val="101D31"/>
                </a:solidFill>
                <a:latin typeface="DejaVu Sans"/>
                <a:ea typeface="DejaVu Sans"/>
                <a:cs typeface="DejaVu Sans"/>
              </a:defRPr>
            </a:lvl3pPr>
            <a:lvl4pPr algn="l">
              <a:defRPr sz="1425" b="1">
                <a:solidFill>
                  <a:srgbClr val="101D31"/>
                </a:solidFill>
                <a:latin typeface="DejaVu Sans"/>
                <a:ea typeface="DejaVu Sans"/>
                <a:cs typeface="DejaVu Sans"/>
              </a:defRPr>
            </a:lvl4pPr>
            <a:lvl5pPr algn="l">
              <a:defRPr sz="1425" b="1">
                <a:solidFill>
                  <a:srgbClr val="101D31"/>
                </a:solidFill>
                <a:latin typeface="DejaVu Sans"/>
                <a:ea typeface="DejaVu Sans"/>
                <a:cs typeface="DejaVu Sans"/>
              </a:defRPr>
            </a:lvl5pPr>
            <a:lvl6pPr algn="l">
              <a:defRPr sz="1425" b="1">
                <a:solidFill>
                  <a:srgbClr val="101D31"/>
                </a:solidFill>
                <a:latin typeface="DejaVu Sans"/>
                <a:ea typeface="DejaVu Sans"/>
                <a:cs typeface="DejaVu Sans"/>
              </a:defRPr>
            </a:lvl6pPr>
            <a:lvl7pPr algn="l">
              <a:defRPr sz="1425" b="1">
                <a:solidFill>
                  <a:srgbClr val="101D31"/>
                </a:solidFill>
                <a:latin typeface="DejaVu Sans"/>
                <a:ea typeface="DejaVu Sans"/>
                <a:cs typeface="DejaVu Sans"/>
              </a:defRPr>
            </a:lvl7pPr>
            <a:lvl8pPr algn="l">
              <a:defRPr sz="1425" b="1">
                <a:solidFill>
                  <a:srgbClr val="101D31"/>
                </a:solidFill>
                <a:latin typeface="DejaVu Sans"/>
                <a:ea typeface="DejaVu Sans"/>
                <a:cs typeface="DejaVu Sans"/>
              </a:defRPr>
            </a:lvl8pPr>
            <a:lvl9pPr algn="l">
              <a:defRPr sz="1425" b="1">
                <a:solidFill>
                  <a:srgbClr val="101D31"/>
                </a:solidFill>
                <a:latin typeface="DejaVu Sans"/>
                <a:ea typeface="DejaVu Sans"/>
                <a:cs typeface="DejaVu Sans"/>
              </a:defRPr>
            </a:lvl9pPr>
          </a:lstStyle>
          <a:p xmlns:a="http://schemas.openxmlformats.org/drawingml/2006/main">
            <a:pPr algn="l">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Διαφορικό σήμα</a:t>
            </a:r>
          </a:p>
        </p:txBody>
      </p:sp>
      <p:sp>
        <p:nvSpPr>
          <p:cNvPr id="16" name="s30-card-body-1">
            <a:extLst xmlns:a="http://schemas.openxmlformats.org/drawingml/2006/main">
              <a:ext uri="{FF2B5EF4-FFF2-40B4-BE49-F238E27FC236}">
                <a16:creationId xmlns:a16="http://schemas.microsoft.com/office/drawing/2014/main" id="{17CD782F-ED71-495D-9E6E-720C8CE53E61}"/>
              </a:ext>
            </a:extLst>
          </p:cNvPr>
          <p:cNvSpPr>
            <a:spLocks xmlns:a="http://schemas.openxmlformats.org/drawingml/2006/main" noGrp="1"/>
          </p:cNvSpPr>
          <p:nvPr/>
        </p:nvSpPr>
        <p:spPr>
          <a:xfrm xmlns:a="http://schemas.openxmlformats.org/drawingml/2006/main">
            <a:off x="7105650" y="2809875"/>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Ο δέκτης αναγνωρίζει τη διαφορά τάσης ανάμεσα στις γραμμές.</a:t>
            </a:r>
          </a:p>
        </p:txBody>
      </p:sp>
      <p:sp>
        <p:nvSpPr>
          <p:cNvPr id="17" name="s30-card-2">
            <a:extLst xmlns:a="http://schemas.openxmlformats.org/drawingml/2006/main">
              <a:ext uri="{FF2B5EF4-FFF2-40B4-BE49-F238E27FC236}">
                <a16:creationId xmlns:a16="http://schemas.microsoft.com/office/drawing/2014/main" id="{FEB7D064-8B62-4D96-863D-0A9EE8DDAF59}"/>
              </a:ext>
            </a:extLst>
          </p:cNvPr>
          <p:cNvSpPr>
            <a:spLocks xmlns:a="http://schemas.openxmlformats.org/drawingml/2006/main" noGrp="1"/>
          </p:cNvSpPr>
          <p:nvPr/>
        </p:nvSpPr>
        <p:spPr>
          <a:xfrm xmlns:a="http://schemas.openxmlformats.org/drawingml/2006/main">
            <a:off x="609600" y="3857625"/>
            <a:ext cx="5334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4288">
            <a:solidFill>
              <a:srgbClr val="D6E2ED"/>
            </a:solidFill>
            <a:prstDash val="solid"/>
          </a:ln>
        </p:spPr>
      </p:sp>
      <p:sp>
        <p:nvSpPr>
          <p:cNvPr id="18" name="s30-card-accent-2">
            <a:extLst xmlns:a="http://schemas.openxmlformats.org/drawingml/2006/main">
              <a:ext uri="{FF2B5EF4-FFF2-40B4-BE49-F238E27FC236}">
                <a16:creationId xmlns:a16="http://schemas.microsoft.com/office/drawing/2014/main" id="{CA82A626-7A5A-4EDB-A5BE-4BFBB148E46E}"/>
              </a:ext>
            </a:extLst>
          </p:cNvPr>
          <p:cNvSpPr>
            <a:spLocks xmlns:a="http://schemas.openxmlformats.org/drawingml/2006/main" noGrp="1"/>
          </p:cNvSpPr>
          <p:nvPr/>
        </p:nvSpPr>
        <p:spPr>
          <a:xfrm xmlns:a="http://schemas.openxmlformats.org/drawingml/2006/main">
            <a:off x="609600" y="3857625"/>
            <a:ext cx="5334000" cy="57150"/>
          </a:xfrm>
          <a:prstGeom xmlns:a="http://schemas.openxmlformats.org/drawingml/2006/main" prst="rect">
            <a:avLst/>
          </a:prstGeom>
          <a:solidFill xmlns:a="http://schemas.openxmlformats.org/drawingml/2006/main">
            <a:srgbClr val="22B77C"/>
          </a:solidFill>
          <a:ln xmlns:a="http://schemas.openxmlformats.org/drawingml/2006/main" w="0">
            <a:noFill/>
            <a:prstDash val="solid"/>
          </a:ln>
        </p:spPr>
      </p:sp>
      <p:sp>
        <p:nvSpPr>
          <p:cNvPr id="19" name="s30-card-number-bg-2">
            <a:extLst xmlns:a="http://schemas.openxmlformats.org/drawingml/2006/main">
              <a:ext uri="{FF2B5EF4-FFF2-40B4-BE49-F238E27FC236}">
                <a16:creationId xmlns:a16="http://schemas.microsoft.com/office/drawing/2014/main" id="{DEAC48EE-CA3C-42BA-8E02-0A095F715787}"/>
              </a:ext>
            </a:extLst>
          </p:cNvPr>
          <p:cNvSpPr>
            <a:spLocks xmlns:a="http://schemas.openxmlformats.org/drawingml/2006/main" noGrp="1"/>
          </p:cNvSpPr>
          <p:nvPr/>
        </p:nvSpPr>
        <p:spPr>
          <a:xfrm xmlns:a="http://schemas.openxmlformats.org/drawingml/2006/main">
            <a:off x="838200" y="4124325"/>
            <a:ext cx="457200" cy="457200"/>
          </a:xfrm>
          <a:prstGeom xmlns:a="http://schemas.openxmlformats.org/drawingml/2006/main" prst="ellipse">
            <a:avLst/>
          </a:prstGeom>
          <a:solidFill xmlns:a="http://schemas.openxmlformats.org/drawingml/2006/main">
            <a:srgbClr val="22B77C"/>
          </a:solidFill>
          <a:ln xmlns:a="http://schemas.openxmlformats.org/drawingml/2006/main" w="0">
            <a:noFill/>
            <a:prstDash val="solid"/>
          </a:ln>
        </p:spPr>
      </p:sp>
      <p:sp>
        <p:nvSpPr>
          <p:cNvPr id="20" name="s30-card-number-2">
            <a:extLst xmlns:a="http://schemas.openxmlformats.org/drawingml/2006/main">
              <a:ext uri="{FF2B5EF4-FFF2-40B4-BE49-F238E27FC236}">
                <a16:creationId xmlns:a16="http://schemas.microsoft.com/office/drawing/2014/main" id="{204F6C4C-0A8B-41AA-9446-527D53F4FD51}"/>
              </a:ext>
            </a:extLst>
          </p:cNvPr>
          <p:cNvSpPr>
            <a:spLocks xmlns:a="http://schemas.openxmlformats.org/drawingml/2006/main" noGrp="1"/>
          </p:cNvSpPr>
          <p:nvPr/>
        </p:nvSpPr>
        <p:spPr>
          <a:xfrm xmlns:a="http://schemas.openxmlformats.org/drawingml/2006/main">
            <a:off x="838200" y="41719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1D31"/>
                </a:solidFill>
                <a:latin typeface="DejaVu Sans"/>
                <a:ea typeface="DejaVu Sans"/>
                <a:cs typeface="DejaVu Sans"/>
              </a:defRPr>
            </a:defPPr>
            <a:lvl1pPr algn="ctr">
              <a:defRPr sz="1425" b="1">
                <a:solidFill>
                  <a:srgbClr val="101D31"/>
                </a:solidFill>
                <a:latin typeface="DejaVu Sans"/>
                <a:ea typeface="DejaVu Sans"/>
                <a:cs typeface="DejaVu Sans"/>
              </a:defRPr>
            </a:lvl1pPr>
            <a:lvl2pPr algn="ctr">
              <a:defRPr sz="1425" b="1">
                <a:solidFill>
                  <a:srgbClr val="101D31"/>
                </a:solidFill>
                <a:latin typeface="DejaVu Sans"/>
                <a:ea typeface="DejaVu Sans"/>
                <a:cs typeface="DejaVu Sans"/>
              </a:defRPr>
            </a:lvl2pPr>
            <a:lvl3pPr algn="ctr">
              <a:defRPr sz="1425" b="1">
                <a:solidFill>
                  <a:srgbClr val="101D31"/>
                </a:solidFill>
                <a:latin typeface="DejaVu Sans"/>
                <a:ea typeface="DejaVu Sans"/>
                <a:cs typeface="DejaVu Sans"/>
              </a:defRPr>
            </a:lvl3pPr>
            <a:lvl4pPr algn="ctr">
              <a:defRPr sz="1425" b="1">
                <a:solidFill>
                  <a:srgbClr val="101D31"/>
                </a:solidFill>
                <a:latin typeface="DejaVu Sans"/>
                <a:ea typeface="DejaVu Sans"/>
                <a:cs typeface="DejaVu Sans"/>
              </a:defRPr>
            </a:lvl4pPr>
            <a:lvl5pPr algn="ctr">
              <a:defRPr sz="1425" b="1">
                <a:solidFill>
                  <a:srgbClr val="101D31"/>
                </a:solidFill>
                <a:latin typeface="DejaVu Sans"/>
                <a:ea typeface="DejaVu Sans"/>
                <a:cs typeface="DejaVu Sans"/>
              </a:defRPr>
            </a:lvl5pPr>
            <a:lvl6pPr algn="ctr">
              <a:defRPr sz="1425" b="1">
                <a:solidFill>
                  <a:srgbClr val="101D31"/>
                </a:solidFill>
                <a:latin typeface="DejaVu Sans"/>
                <a:ea typeface="DejaVu Sans"/>
                <a:cs typeface="DejaVu Sans"/>
              </a:defRPr>
            </a:lvl6pPr>
            <a:lvl7pPr algn="ctr">
              <a:defRPr sz="1425" b="1">
                <a:solidFill>
                  <a:srgbClr val="101D31"/>
                </a:solidFill>
                <a:latin typeface="DejaVu Sans"/>
                <a:ea typeface="DejaVu Sans"/>
                <a:cs typeface="DejaVu Sans"/>
              </a:defRPr>
            </a:lvl7pPr>
            <a:lvl8pPr algn="ctr">
              <a:defRPr sz="1425" b="1">
                <a:solidFill>
                  <a:srgbClr val="101D31"/>
                </a:solidFill>
                <a:latin typeface="DejaVu Sans"/>
                <a:ea typeface="DejaVu Sans"/>
                <a:cs typeface="DejaVu Sans"/>
              </a:defRPr>
            </a:lvl8pPr>
            <a:lvl9pPr algn="ctr">
              <a:defRPr sz="1425" b="1">
                <a:solidFill>
                  <a:srgbClr val="101D31"/>
                </a:solidFill>
                <a:latin typeface="DejaVu Sans"/>
                <a:ea typeface="DejaVu Sans"/>
                <a:cs typeface="DejaVu Sans"/>
              </a:defRPr>
            </a:lvl9pPr>
          </a:lstStyle>
          <a:p xmlns:a="http://schemas.openxmlformats.org/drawingml/2006/main">
            <a:pPr algn="ctr">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3</a:t>
            </a:r>
          </a:p>
        </p:txBody>
      </p:sp>
      <p:sp>
        <p:nvSpPr>
          <p:cNvPr id="21" name="s30-card-title-2">
            <a:extLst xmlns:a="http://schemas.openxmlformats.org/drawingml/2006/main">
              <a:ext uri="{FF2B5EF4-FFF2-40B4-BE49-F238E27FC236}">
                <a16:creationId xmlns:a16="http://schemas.microsoft.com/office/drawing/2014/main" id="{934BD04A-F319-4A66-BCB5-3044479960E2}"/>
              </a:ext>
            </a:extLst>
          </p:cNvPr>
          <p:cNvSpPr>
            <a:spLocks xmlns:a="http://schemas.openxmlformats.org/drawingml/2006/main" noGrp="1"/>
          </p:cNvSpPr>
          <p:nvPr/>
        </p:nvSpPr>
        <p:spPr>
          <a:xfrm xmlns:a="http://schemas.openxmlformats.org/drawingml/2006/main">
            <a:off x="1466850" y="40862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1D31"/>
                </a:solidFill>
                <a:latin typeface="DejaVu Sans"/>
                <a:ea typeface="DejaVu Sans"/>
                <a:cs typeface="DejaVu Sans"/>
              </a:defRPr>
            </a:defPPr>
            <a:lvl1pPr algn="l">
              <a:defRPr sz="1425" b="1">
                <a:solidFill>
                  <a:srgbClr val="101D31"/>
                </a:solidFill>
                <a:latin typeface="DejaVu Sans"/>
                <a:ea typeface="DejaVu Sans"/>
                <a:cs typeface="DejaVu Sans"/>
              </a:defRPr>
            </a:lvl1pPr>
            <a:lvl2pPr algn="l">
              <a:defRPr sz="1425" b="1">
                <a:solidFill>
                  <a:srgbClr val="101D31"/>
                </a:solidFill>
                <a:latin typeface="DejaVu Sans"/>
                <a:ea typeface="DejaVu Sans"/>
                <a:cs typeface="DejaVu Sans"/>
              </a:defRPr>
            </a:lvl2pPr>
            <a:lvl3pPr algn="l">
              <a:defRPr sz="1425" b="1">
                <a:solidFill>
                  <a:srgbClr val="101D31"/>
                </a:solidFill>
                <a:latin typeface="DejaVu Sans"/>
                <a:ea typeface="DejaVu Sans"/>
                <a:cs typeface="DejaVu Sans"/>
              </a:defRPr>
            </a:lvl3pPr>
            <a:lvl4pPr algn="l">
              <a:defRPr sz="1425" b="1">
                <a:solidFill>
                  <a:srgbClr val="101D31"/>
                </a:solidFill>
                <a:latin typeface="DejaVu Sans"/>
                <a:ea typeface="DejaVu Sans"/>
                <a:cs typeface="DejaVu Sans"/>
              </a:defRPr>
            </a:lvl4pPr>
            <a:lvl5pPr algn="l">
              <a:defRPr sz="1425" b="1">
                <a:solidFill>
                  <a:srgbClr val="101D31"/>
                </a:solidFill>
                <a:latin typeface="DejaVu Sans"/>
                <a:ea typeface="DejaVu Sans"/>
                <a:cs typeface="DejaVu Sans"/>
              </a:defRPr>
            </a:lvl5pPr>
            <a:lvl6pPr algn="l">
              <a:defRPr sz="1425" b="1">
                <a:solidFill>
                  <a:srgbClr val="101D31"/>
                </a:solidFill>
                <a:latin typeface="DejaVu Sans"/>
                <a:ea typeface="DejaVu Sans"/>
                <a:cs typeface="DejaVu Sans"/>
              </a:defRPr>
            </a:lvl6pPr>
            <a:lvl7pPr algn="l">
              <a:defRPr sz="1425" b="1">
                <a:solidFill>
                  <a:srgbClr val="101D31"/>
                </a:solidFill>
                <a:latin typeface="DejaVu Sans"/>
                <a:ea typeface="DejaVu Sans"/>
                <a:cs typeface="DejaVu Sans"/>
              </a:defRPr>
            </a:lvl7pPr>
            <a:lvl8pPr algn="l">
              <a:defRPr sz="1425" b="1">
                <a:solidFill>
                  <a:srgbClr val="101D31"/>
                </a:solidFill>
                <a:latin typeface="DejaVu Sans"/>
                <a:ea typeface="DejaVu Sans"/>
                <a:cs typeface="DejaVu Sans"/>
              </a:defRPr>
            </a:lvl8pPr>
            <a:lvl9pPr algn="l">
              <a:defRPr sz="1425" b="1">
                <a:solidFill>
                  <a:srgbClr val="101D31"/>
                </a:solidFill>
                <a:latin typeface="DejaVu Sans"/>
                <a:ea typeface="DejaVu Sans"/>
                <a:cs typeface="DejaVu Sans"/>
              </a:defRPr>
            </a:lvl9pPr>
          </a:lstStyle>
          <a:p xmlns:a="http://schemas.openxmlformats.org/drawingml/2006/main">
            <a:pPr algn="l">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Σωστός τερματισμός</a:t>
            </a:r>
          </a:p>
        </p:txBody>
      </p:sp>
      <p:sp>
        <p:nvSpPr>
          <p:cNvPr id="22" name="s30-card-body-2">
            <a:extLst xmlns:a="http://schemas.openxmlformats.org/drawingml/2006/main">
              <a:ext uri="{FF2B5EF4-FFF2-40B4-BE49-F238E27FC236}">
                <a16:creationId xmlns:a16="http://schemas.microsoft.com/office/drawing/2014/main" id="{FC531E50-52D8-4331-A1C8-86C3C0376D34}"/>
              </a:ext>
            </a:extLst>
          </p:cNvPr>
          <p:cNvSpPr>
            <a:spLocks xmlns:a="http://schemas.openxmlformats.org/drawingml/2006/main" noGrp="1"/>
          </p:cNvSpPr>
          <p:nvPr/>
        </p:nvSpPr>
        <p:spPr>
          <a:xfrm xmlns:a="http://schemas.openxmlformats.org/drawingml/2006/main">
            <a:off x="1466850" y="44767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Στο κλασικό high-speed CAN, δύο τερματισμοί 120 Ω δίνουν περίπου 60 Ω συνολικά.</a:t>
            </a:r>
          </a:p>
        </p:txBody>
      </p:sp>
      <p:sp>
        <p:nvSpPr>
          <p:cNvPr id="23" name="s30-card-3">
            <a:extLst xmlns:a="http://schemas.openxmlformats.org/drawingml/2006/main">
              <a:ext uri="{FF2B5EF4-FFF2-40B4-BE49-F238E27FC236}">
                <a16:creationId xmlns:a16="http://schemas.microsoft.com/office/drawing/2014/main" id="{3A37D55D-4727-4065-A2EB-C323C209CDC8}"/>
              </a:ext>
            </a:extLst>
          </p:cNvPr>
          <p:cNvSpPr>
            <a:spLocks xmlns:a="http://schemas.openxmlformats.org/drawingml/2006/main" noGrp="1"/>
          </p:cNvSpPr>
          <p:nvPr/>
        </p:nvSpPr>
        <p:spPr>
          <a:xfrm xmlns:a="http://schemas.openxmlformats.org/drawingml/2006/main">
            <a:off x="6248400" y="3857625"/>
            <a:ext cx="5334000" cy="1409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4288">
            <a:solidFill>
              <a:srgbClr val="D6E2ED"/>
            </a:solidFill>
            <a:prstDash val="solid"/>
          </a:ln>
        </p:spPr>
      </p:sp>
      <p:sp>
        <p:nvSpPr>
          <p:cNvPr id="24" name="s30-card-accent-3">
            <a:extLst xmlns:a="http://schemas.openxmlformats.org/drawingml/2006/main">
              <a:ext uri="{FF2B5EF4-FFF2-40B4-BE49-F238E27FC236}">
                <a16:creationId xmlns:a16="http://schemas.microsoft.com/office/drawing/2014/main" id="{18AE7547-F71B-40B1-885D-87FF1C62F4F8}"/>
              </a:ext>
            </a:extLst>
          </p:cNvPr>
          <p:cNvSpPr>
            <a:spLocks xmlns:a="http://schemas.openxmlformats.org/drawingml/2006/main" noGrp="1"/>
          </p:cNvSpPr>
          <p:nvPr/>
        </p:nvSpPr>
        <p:spPr>
          <a:xfrm xmlns:a="http://schemas.openxmlformats.org/drawingml/2006/main">
            <a:off x="6248400" y="3857625"/>
            <a:ext cx="5334000" cy="57150"/>
          </a:xfrm>
          <a:prstGeom xmlns:a="http://schemas.openxmlformats.org/drawingml/2006/main" prst="rect">
            <a:avLst/>
          </a:prstGeom>
          <a:solidFill xmlns:a="http://schemas.openxmlformats.org/drawingml/2006/main">
            <a:srgbClr val="E87936"/>
          </a:solidFill>
          <a:ln xmlns:a="http://schemas.openxmlformats.org/drawingml/2006/main" w="0">
            <a:noFill/>
            <a:prstDash val="solid"/>
          </a:ln>
        </p:spPr>
      </p:sp>
      <p:sp>
        <p:nvSpPr>
          <p:cNvPr id="25" name="s30-card-number-bg-3">
            <a:extLst xmlns:a="http://schemas.openxmlformats.org/drawingml/2006/main">
              <a:ext uri="{FF2B5EF4-FFF2-40B4-BE49-F238E27FC236}">
                <a16:creationId xmlns:a16="http://schemas.microsoft.com/office/drawing/2014/main" id="{390FAEC4-D0E8-4E1F-B837-6D851419F0F7}"/>
              </a:ext>
            </a:extLst>
          </p:cNvPr>
          <p:cNvSpPr>
            <a:spLocks xmlns:a="http://schemas.openxmlformats.org/drawingml/2006/main" noGrp="1"/>
          </p:cNvSpPr>
          <p:nvPr/>
        </p:nvSpPr>
        <p:spPr>
          <a:xfrm xmlns:a="http://schemas.openxmlformats.org/drawingml/2006/main">
            <a:off x="6477000" y="4124325"/>
            <a:ext cx="457200" cy="457200"/>
          </a:xfrm>
          <a:prstGeom xmlns:a="http://schemas.openxmlformats.org/drawingml/2006/main" prst="ellipse">
            <a:avLst/>
          </a:prstGeom>
          <a:solidFill xmlns:a="http://schemas.openxmlformats.org/drawingml/2006/main">
            <a:srgbClr val="E87936"/>
          </a:solidFill>
          <a:ln xmlns:a="http://schemas.openxmlformats.org/drawingml/2006/main" w="0">
            <a:noFill/>
            <a:prstDash val="solid"/>
          </a:ln>
        </p:spPr>
      </p:sp>
      <p:sp>
        <p:nvSpPr>
          <p:cNvPr id="26" name="s30-card-number-3">
            <a:extLst xmlns:a="http://schemas.openxmlformats.org/drawingml/2006/main">
              <a:ext uri="{FF2B5EF4-FFF2-40B4-BE49-F238E27FC236}">
                <a16:creationId xmlns:a16="http://schemas.microsoft.com/office/drawing/2014/main" id="{589FEB2A-93E2-421B-9620-6C53978711C5}"/>
              </a:ext>
            </a:extLst>
          </p:cNvPr>
          <p:cNvSpPr>
            <a:spLocks xmlns:a="http://schemas.openxmlformats.org/drawingml/2006/main" noGrp="1"/>
          </p:cNvSpPr>
          <p:nvPr/>
        </p:nvSpPr>
        <p:spPr>
          <a:xfrm xmlns:a="http://schemas.openxmlformats.org/drawingml/2006/main">
            <a:off x="6477000" y="41719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101D31"/>
                </a:solidFill>
                <a:latin typeface="DejaVu Sans"/>
                <a:ea typeface="DejaVu Sans"/>
                <a:cs typeface="DejaVu Sans"/>
              </a:defRPr>
            </a:defPPr>
            <a:lvl1pPr algn="ctr">
              <a:defRPr sz="1425" b="1">
                <a:solidFill>
                  <a:srgbClr val="101D31"/>
                </a:solidFill>
                <a:latin typeface="DejaVu Sans"/>
                <a:ea typeface="DejaVu Sans"/>
                <a:cs typeface="DejaVu Sans"/>
              </a:defRPr>
            </a:lvl1pPr>
            <a:lvl2pPr algn="ctr">
              <a:defRPr sz="1425" b="1">
                <a:solidFill>
                  <a:srgbClr val="101D31"/>
                </a:solidFill>
                <a:latin typeface="DejaVu Sans"/>
                <a:ea typeface="DejaVu Sans"/>
                <a:cs typeface="DejaVu Sans"/>
              </a:defRPr>
            </a:lvl2pPr>
            <a:lvl3pPr algn="ctr">
              <a:defRPr sz="1425" b="1">
                <a:solidFill>
                  <a:srgbClr val="101D31"/>
                </a:solidFill>
                <a:latin typeface="DejaVu Sans"/>
                <a:ea typeface="DejaVu Sans"/>
                <a:cs typeface="DejaVu Sans"/>
              </a:defRPr>
            </a:lvl3pPr>
            <a:lvl4pPr algn="ctr">
              <a:defRPr sz="1425" b="1">
                <a:solidFill>
                  <a:srgbClr val="101D31"/>
                </a:solidFill>
                <a:latin typeface="DejaVu Sans"/>
                <a:ea typeface="DejaVu Sans"/>
                <a:cs typeface="DejaVu Sans"/>
              </a:defRPr>
            </a:lvl4pPr>
            <a:lvl5pPr algn="ctr">
              <a:defRPr sz="1425" b="1">
                <a:solidFill>
                  <a:srgbClr val="101D31"/>
                </a:solidFill>
                <a:latin typeface="DejaVu Sans"/>
                <a:ea typeface="DejaVu Sans"/>
                <a:cs typeface="DejaVu Sans"/>
              </a:defRPr>
            </a:lvl5pPr>
            <a:lvl6pPr algn="ctr">
              <a:defRPr sz="1425" b="1">
                <a:solidFill>
                  <a:srgbClr val="101D31"/>
                </a:solidFill>
                <a:latin typeface="DejaVu Sans"/>
                <a:ea typeface="DejaVu Sans"/>
                <a:cs typeface="DejaVu Sans"/>
              </a:defRPr>
            </a:lvl6pPr>
            <a:lvl7pPr algn="ctr">
              <a:defRPr sz="1425" b="1">
                <a:solidFill>
                  <a:srgbClr val="101D31"/>
                </a:solidFill>
                <a:latin typeface="DejaVu Sans"/>
                <a:ea typeface="DejaVu Sans"/>
                <a:cs typeface="DejaVu Sans"/>
              </a:defRPr>
            </a:lvl7pPr>
            <a:lvl8pPr algn="ctr">
              <a:defRPr sz="1425" b="1">
                <a:solidFill>
                  <a:srgbClr val="101D31"/>
                </a:solidFill>
                <a:latin typeface="DejaVu Sans"/>
                <a:ea typeface="DejaVu Sans"/>
                <a:cs typeface="DejaVu Sans"/>
              </a:defRPr>
            </a:lvl8pPr>
            <a:lvl9pPr algn="ctr">
              <a:defRPr sz="1425" b="1">
                <a:solidFill>
                  <a:srgbClr val="101D31"/>
                </a:solidFill>
                <a:latin typeface="DejaVu Sans"/>
                <a:ea typeface="DejaVu Sans"/>
                <a:cs typeface="DejaVu Sans"/>
              </a:defRPr>
            </a:lvl9pPr>
          </a:lstStyle>
          <a:p xmlns:a="http://schemas.openxmlformats.org/drawingml/2006/main">
            <a:pPr algn="ctr">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4</a:t>
            </a:r>
          </a:p>
        </p:txBody>
      </p:sp>
      <p:sp>
        <p:nvSpPr>
          <p:cNvPr id="27" name="s30-card-title-3">
            <a:extLst xmlns:a="http://schemas.openxmlformats.org/drawingml/2006/main">
              <a:ext uri="{FF2B5EF4-FFF2-40B4-BE49-F238E27FC236}">
                <a16:creationId xmlns:a16="http://schemas.microsoft.com/office/drawing/2014/main" id="{5C7B5A6E-9978-45D4-8872-4C37AF57DBD9}"/>
              </a:ext>
            </a:extLst>
          </p:cNvPr>
          <p:cNvSpPr>
            <a:spLocks xmlns:a="http://schemas.openxmlformats.org/drawingml/2006/main" noGrp="1"/>
          </p:cNvSpPr>
          <p:nvPr/>
        </p:nvSpPr>
        <p:spPr>
          <a:xfrm xmlns:a="http://schemas.openxmlformats.org/drawingml/2006/main">
            <a:off x="7105650" y="4086225"/>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01D31"/>
                </a:solidFill>
                <a:latin typeface="DejaVu Sans"/>
                <a:ea typeface="DejaVu Sans"/>
                <a:cs typeface="DejaVu Sans"/>
              </a:defRPr>
            </a:defPPr>
            <a:lvl1pPr algn="l">
              <a:defRPr sz="1425" b="1">
                <a:solidFill>
                  <a:srgbClr val="101D31"/>
                </a:solidFill>
                <a:latin typeface="DejaVu Sans"/>
                <a:ea typeface="DejaVu Sans"/>
                <a:cs typeface="DejaVu Sans"/>
              </a:defRPr>
            </a:lvl1pPr>
            <a:lvl2pPr algn="l">
              <a:defRPr sz="1425" b="1">
                <a:solidFill>
                  <a:srgbClr val="101D31"/>
                </a:solidFill>
                <a:latin typeface="DejaVu Sans"/>
                <a:ea typeface="DejaVu Sans"/>
                <a:cs typeface="DejaVu Sans"/>
              </a:defRPr>
            </a:lvl2pPr>
            <a:lvl3pPr algn="l">
              <a:defRPr sz="1425" b="1">
                <a:solidFill>
                  <a:srgbClr val="101D31"/>
                </a:solidFill>
                <a:latin typeface="DejaVu Sans"/>
                <a:ea typeface="DejaVu Sans"/>
                <a:cs typeface="DejaVu Sans"/>
              </a:defRPr>
            </a:lvl3pPr>
            <a:lvl4pPr algn="l">
              <a:defRPr sz="1425" b="1">
                <a:solidFill>
                  <a:srgbClr val="101D31"/>
                </a:solidFill>
                <a:latin typeface="DejaVu Sans"/>
                <a:ea typeface="DejaVu Sans"/>
                <a:cs typeface="DejaVu Sans"/>
              </a:defRPr>
            </a:lvl4pPr>
            <a:lvl5pPr algn="l">
              <a:defRPr sz="1425" b="1">
                <a:solidFill>
                  <a:srgbClr val="101D31"/>
                </a:solidFill>
                <a:latin typeface="DejaVu Sans"/>
                <a:ea typeface="DejaVu Sans"/>
                <a:cs typeface="DejaVu Sans"/>
              </a:defRPr>
            </a:lvl5pPr>
            <a:lvl6pPr algn="l">
              <a:defRPr sz="1425" b="1">
                <a:solidFill>
                  <a:srgbClr val="101D31"/>
                </a:solidFill>
                <a:latin typeface="DejaVu Sans"/>
                <a:ea typeface="DejaVu Sans"/>
                <a:cs typeface="DejaVu Sans"/>
              </a:defRPr>
            </a:lvl6pPr>
            <a:lvl7pPr algn="l">
              <a:defRPr sz="1425" b="1">
                <a:solidFill>
                  <a:srgbClr val="101D31"/>
                </a:solidFill>
                <a:latin typeface="DejaVu Sans"/>
                <a:ea typeface="DejaVu Sans"/>
                <a:cs typeface="DejaVu Sans"/>
              </a:defRPr>
            </a:lvl7pPr>
            <a:lvl8pPr algn="l">
              <a:defRPr sz="1425" b="1">
                <a:solidFill>
                  <a:srgbClr val="101D31"/>
                </a:solidFill>
                <a:latin typeface="DejaVu Sans"/>
                <a:ea typeface="DejaVu Sans"/>
                <a:cs typeface="DejaVu Sans"/>
              </a:defRPr>
            </a:lvl8pPr>
            <a:lvl9pPr algn="l">
              <a:defRPr sz="1425" b="1">
                <a:solidFill>
                  <a:srgbClr val="101D31"/>
                </a:solidFill>
                <a:latin typeface="DejaVu Sans"/>
                <a:ea typeface="DejaVu Sans"/>
                <a:cs typeface="DejaVu Sans"/>
              </a:defRPr>
            </a:lvl9pPr>
          </a:lstStyle>
          <a:p xmlns:a="http://schemas.openxmlformats.org/drawingml/2006/main">
            <a:pPr algn="l">
              <a:defRPr sz="1425" b="1">
                <a:solidFill>
                  <a:srgbClr val="101D31"/>
                </a:solidFill>
                <a:latin typeface="DejaVu Sans"/>
                <a:ea typeface="DejaVu Sans"/>
                <a:cs typeface="DejaVu Sans"/>
              </a:defRPr>
            </a:pPr>
            <a:r>
              <a:rPr sz="1425" b="1">
                <a:solidFill>
                  <a:srgbClr val="101D31"/>
                </a:solidFill>
                <a:latin typeface="DejaVu Sans"/>
                <a:ea typeface="DejaVu Sans"/>
                <a:cs typeface="DejaVu Sans"/>
              </a:rPr>
              <a:t>Διάγνωση με στοιχεία</a:t>
            </a:r>
          </a:p>
        </p:txBody>
      </p:sp>
      <p:sp>
        <p:nvSpPr>
          <p:cNvPr id="28" name="s30-card-body-3">
            <a:extLst xmlns:a="http://schemas.openxmlformats.org/drawingml/2006/main">
              <a:ext uri="{FF2B5EF4-FFF2-40B4-BE49-F238E27FC236}">
                <a16:creationId xmlns:a16="http://schemas.microsoft.com/office/drawing/2014/main" id="{49338AF3-8556-4ECA-901F-9F08F15856FB}"/>
              </a:ext>
            </a:extLst>
          </p:cNvPr>
          <p:cNvSpPr>
            <a:spLocks xmlns:a="http://schemas.openxmlformats.org/drawingml/2006/main" noGrp="1"/>
          </p:cNvSpPr>
          <p:nvPr/>
        </p:nvSpPr>
        <p:spPr>
          <a:xfrm xmlns:a="http://schemas.openxmlformats.org/drawingml/2006/main">
            <a:off x="7105650" y="44767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0">
                <a:solidFill>
                  <a:srgbClr val="53657A"/>
                </a:solidFill>
                <a:latin typeface="DejaVu Sans"/>
                <a:ea typeface="DejaVu Sans"/>
                <a:cs typeface="DejaVu Sans"/>
              </a:defRPr>
            </a:defPPr>
            <a:lvl1pPr algn="l">
              <a:defRPr sz="1125" b="0">
                <a:solidFill>
                  <a:srgbClr val="53657A"/>
                </a:solidFill>
                <a:latin typeface="DejaVu Sans"/>
                <a:ea typeface="DejaVu Sans"/>
                <a:cs typeface="DejaVu Sans"/>
              </a:defRPr>
            </a:lvl1pPr>
            <a:lvl2pPr algn="l">
              <a:defRPr sz="1125" b="0">
                <a:solidFill>
                  <a:srgbClr val="53657A"/>
                </a:solidFill>
                <a:latin typeface="DejaVu Sans"/>
                <a:ea typeface="DejaVu Sans"/>
                <a:cs typeface="DejaVu Sans"/>
              </a:defRPr>
            </a:lvl2pPr>
            <a:lvl3pPr algn="l">
              <a:defRPr sz="1125" b="0">
                <a:solidFill>
                  <a:srgbClr val="53657A"/>
                </a:solidFill>
                <a:latin typeface="DejaVu Sans"/>
                <a:ea typeface="DejaVu Sans"/>
                <a:cs typeface="DejaVu Sans"/>
              </a:defRPr>
            </a:lvl3pPr>
            <a:lvl4pPr algn="l">
              <a:defRPr sz="1125" b="0">
                <a:solidFill>
                  <a:srgbClr val="53657A"/>
                </a:solidFill>
                <a:latin typeface="DejaVu Sans"/>
                <a:ea typeface="DejaVu Sans"/>
                <a:cs typeface="DejaVu Sans"/>
              </a:defRPr>
            </a:lvl4pPr>
            <a:lvl5pPr algn="l">
              <a:defRPr sz="1125" b="0">
                <a:solidFill>
                  <a:srgbClr val="53657A"/>
                </a:solidFill>
                <a:latin typeface="DejaVu Sans"/>
                <a:ea typeface="DejaVu Sans"/>
                <a:cs typeface="DejaVu Sans"/>
              </a:defRPr>
            </a:lvl5pPr>
            <a:lvl6pPr algn="l">
              <a:defRPr sz="1125" b="0">
                <a:solidFill>
                  <a:srgbClr val="53657A"/>
                </a:solidFill>
                <a:latin typeface="DejaVu Sans"/>
                <a:ea typeface="DejaVu Sans"/>
                <a:cs typeface="DejaVu Sans"/>
              </a:defRPr>
            </a:lvl6pPr>
            <a:lvl7pPr algn="l">
              <a:defRPr sz="1125" b="0">
                <a:solidFill>
                  <a:srgbClr val="53657A"/>
                </a:solidFill>
                <a:latin typeface="DejaVu Sans"/>
                <a:ea typeface="DejaVu Sans"/>
                <a:cs typeface="DejaVu Sans"/>
              </a:defRPr>
            </a:lvl7pPr>
            <a:lvl8pPr algn="l">
              <a:defRPr sz="1125" b="0">
                <a:solidFill>
                  <a:srgbClr val="53657A"/>
                </a:solidFill>
                <a:latin typeface="DejaVu Sans"/>
                <a:ea typeface="DejaVu Sans"/>
                <a:cs typeface="DejaVu Sans"/>
              </a:defRPr>
            </a:lvl8pPr>
            <a:lvl9pPr algn="l">
              <a:defRPr sz="1125" b="0">
                <a:solidFill>
                  <a:srgbClr val="53657A"/>
                </a:solidFill>
                <a:latin typeface="DejaVu Sans"/>
                <a:ea typeface="DejaVu Sans"/>
                <a:cs typeface="DejaVu Sans"/>
              </a:defRPr>
            </a:lvl9pPr>
          </a:lstStyle>
          <a:p xmlns:a="http://schemas.openxmlformats.org/drawingml/2006/main">
            <a:pPr algn="l">
              <a:defRPr sz="1125" b="0">
                <a:solidFill>
                  <a:srgbClr val="53657A"/>
                </a:solidFill>
                <a:latin typeface="DejaVu Sans"/>
                <a:ea typeface="DejaVu Sans"/>
                <a:cs typeface="DejaVu Sans"/>
              </a:defRPr>
            </a:pPr>
            <a:r>
              <a:rPr sz="1125" b="0">
                <a:solidFill>
                  <a:srgbClr val="53657A"/>
                </a:solidFill>
                <a:latin typeface="DejaVu Sans"/>
                <a:ea typeface="DejaVu Sans"/>
                <a:cs typeface="DejaVu Sans"/>
              </a:rPr>
              <a:t>Διάγραμμα, κωδικοί και μετρήσεις οδηγούν τον έλεγχο· όχι οι υποθέσεις.</a:t>
            </a:r>
          </a:p>
        </p:txBody>
      </p:sp>
      <p:sp>
        <p:nvSpPr>
          <p:cNvPr id="29" name="s30-takeaway">
            <a:extLst xmlns:a="http://schemas.openxmlformats.org/drawingml/2006/main">
              <a:ext uri="{FF2B5EF4-FFF2-40B4-BE49-F238E27FC236}">
                <a16:creationId xmlns:a16="http://schemas.microsoft.com/office/drawing/2014/main" id="{EF70D6C0-841F-4F8B-ACAA-F769D79A1051}"/>
              </a:ext>
            </a:extLst>
          </p:cNvPr>
          <p:cNvSpPr>
            <a:spLocks xmlns:a="http://schemas.openxmlformats.org/drawingml/2006/main" noGrp="1"/>
          </p:cNvSpPr>
          <p:nvPr/>
        </p:nvSpPr>
        <p:spPr>
          <a:xfrm xmlns:a="http://schemas.openxmlformats.org/drawingml/2006/main">
            <a:off x="609600" y="5562600"/>
            <a:ext cx="10972800" cy="533400"/>
          </a:xfrm>
          <a:prstGeom xmlns:a="http://schemas.openxmlformats.org/drawingml/2006/main" prst="roundRect">
            <a:avLst>
              <a:gd name="adj" fmla="val 14286"/>
            </a:avLst>
          </a:prstGeom>
          <a:solidFill xmlns:a="http://schemas.openxmlformats.org/drawingml/2006/main">
            <a:srgbClr val="071426"/>
          </a:solidFill>
          <a:ln xmlns:a="http://schemas.openxmlformats.org/drawingml/2006/main" w="0">
            <a:noFill/>
            <a:prstDash val="solid"/>
          </a:ln>
        </p:spPr>
      </p:sp>
      <p:sp>
        <p:nvSpPr>
          <p:cNvPr id="30" name="s30-takeaway-text">
            <a:extLst xmlns:a="http://schemas.openxmlformats.org/drawingml/2006/main">
              <a:ext uri="{FF2B5EF4-FFF2-40B4-BE49-F238E27FC236}">
                <a16:creationId xmlns:a16="http://schemas.microsoft.com/office/drawing/2014/main" id="{81063DD6-CF6F-4DBC-BDED-F27B39A19E14}"/>
              </a:ext>
            </a:extLst>
          </p:cNvPr>
          <p:cNvSpPr>
            <a:spLocks xmlns:a="http://schemas.openxmlformats.org/drawingml/2006/main" noGrp="1"/>
          </p:cNvSpPr>
          <p:nvPr/>
        </p:nvSpPr>
        <p:spPr>
          <a:xfrm xmlns:a="http://schemas.openxmlformats.org/drawingml/2006/main">
            <a:off x="819150" y="5638800"/>
            <a:ext cx="1055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FFFFFF"/>
                </a:solidFill>
                <a:latin typeface="DejaVu Sans"/>
                <a:ea typeface="DejaVu Sans"/>
                <a:cs typeface="DejaVu Sans"/>
              </a:defRPr>
            </a:defPPr>
            <a:lvl1pPr algn="ctr">
              <a:defRPr sz="1350" b="1">
                <a:solidFill>
                  <a:srgbClr val="FFFFFF"/>
                </a:solidFill>
                <a:latin typeface="DejaVu Sans"/>
                <a:ea typeface="DejaVu Sans"/>
                <a:cs typeface="DejaVu Sans"/>
              </a:defRPr>
            </a:lvl1pPr>
            <a:lvl2pPr algn="ctr">
              <a:defRPr sz="1350" b="1">
                <a:solidFill>
                  <a:srgbClr val="FFFFFF"/>
                </a:solidFill>
                <a:latin typeface="DejaVu Sans"/>
                <a:ea typeface="DejaVu Sans"/>
                <a:cs typeface="DejaVu Sans"/>
              </a:defRPr>
            </a:lvl2pPr>
            <a:lvl3pPr algn="ctr">
              <a:defRPr sz="1350" b="1">
                <a:solidFill>
                  <a:srgbClr val="FFFFFF"/>
                </a:solidFill>
                <a:latin typeface="DejaVu Sans"/>
                <a:ea typeface="DejaVu Sans"/>
                <a:cs typeface="DejaVu Sans"/>
              </a:defRPr>
            </a:lvl3pPr>
            <a:lvl4pPr algn="ctr">
              <a:defRPr sz="1350" b="1">
                <a:solidFill>
                  <a:srgbClr val="FFFFFF"/>
                </a:solidFill>
                <a:latin typeface="DejaVu Sans"/>
                <a:ea typeface="DejaVu Sans"/>
                <a:cs typeface="DejaVu Sans"/>
              </a:defRPr>
            </a:lvl4pPr>
            <a:lvl5pPr algn="ctr">
              <a:defRPr sz="1350" b="1">
                <a:solidFill>
                  <a:srgbClr val="FFFFFF"/>
                </a:solidFill>
                <a:latin typeface="DejaVu Sans"/>
                <a:ea typeface="DejaVu Sans"/>
                <a:cs typeface="DejaVu Sans"/>
              </a:defRPr>
            </a:lvl5pPr>
            <a:lvl6pPr algn="ctr">
              <a:defRPr sz="1350" b="1">
                <a:solidFill>
                  <a:srgbClr val="FFFFFF"/>
                </a:solidFill>
                <a:latin typeface="DejaVu Sans"/>
                <a:ea typeface="DejaVu Sans"/>
                <a:cs typeface="DejaVu Sans"/>
              </a:defRPr>
            </a:lvl6pPr>
            <a:lvl7pPr algn="ctr">
              <a:defRPr sz="1350" b="1">
                <a:solidFill>
                  <a:srgbClr val="FFFFFF"/>
                </a:solidFill>
                <a:latin typeface="DejaVu Sans"/>
                <a:ea typeface="DejaVu Sans"/>
                <a:cs typeface="DejaVu Sans"/>
              </a:defRPr>
            </a:lvl7pPr>
            <a:lvl8pPr algn="ctr">
              <a:defRPr sz="1350" b="1">
                <a:solidFill>
                  <a:srgbClr val="FFFFFF"/>
                </a:solidFill>
                <a:latin typeface="DejaVu Sans"/>
                <a:ea typeface="DejaVu Sans"/>
                <a:cs typeface="DejaVu Sans"/>
              </a:defRPr>
            </a:lvl8pPr>
            <a:lvl9pPr algn="ctr">
              <a:defRPr sz="1350" b="1">
                <a:solidFill>
                  <a:srgbClr val="FFFFFF"/>
                </a:solidFill>
                <a:latin typeface="DejaVu Sans"/>
                <a:ea typeface="DejaVu Sans"/>
                <a:cs typeface="DejaVu Sans"/>
              </a:defRPr>
            </a:lvl9pPr>
          </a:lstStyle>
          <a:p xmlns:a="http://schemas.openxmlformats.org/drawingml/2006/main">
            <a:pPr algn="ctr">
              <a:defRPr sz="1350" b="1">
                <a:solidFill>
                  <a:srgbClr val="FFFFFF"/>
                </a:solidFill>
                <a:latin typeface="DejaVu Sans"/>
                <a:ea typeface="DejaVu Sans"/>
                <a:cs typeface="DejaVu Sans"/>
              </a:defRPr>
            </a:pPr>
            <a:r>
              <a:rPr sz="1350" b="1">
                <a:solidFill>
                  <a:srgbClr val="FFFFFF"/>
                </a:solidFill>
                <a:latin typeface="DejaVu Sans"/>
                <a:ea typeface="DejaVu Sans"/>
                <a:cs typeface="DejaVu Sans"/>
              </a:rPr>
              <a:t>Το CAN μεταφέρει bit με ηλεκτρικά σήματα πάνω σε δύο γραμμές.</a:t>
            </a:r>
          </a:p>
        </p:txBody>
      </p:sp>
      <p:sp>
        <p:nvSpPr>
          <p:cNvPr id="31" name="s30-note">
            <a:extLst xmlns:a="http://schemas.openxmlformats.org/drawingml/2006/main">
              <a:ext uri="{FF2B5EF4-FFF2-40B4-BE49-F238E27FC236}">
                <a16:creationId xmlns:a16="http://schemas.microsoft.com/office/drawing/2014/main" id="{969BD546-AA94-4BCD-877E-39B48158B584}"/>
              </a:ext>
            </a:extLst>
          </p:cNvPr>
          <p:cNvSpPr>
            <a:spLocks xmlns:a="http://schemas.openxmlformats.org/drawingml/2006/main" noGrp="1"/>
          </p:cNvSpPr>
          <p:nvPr/>
        </p:nvSpPr>
        <p:spPr>
          <a:xfrm xmlns:a="http://schemas.openxmlformats.org/drawingml/2006/main">
            <a:off x="609600" y="6200775"/>
            <a:ext cx="10287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Οι μετρήσεις και οι ακριβείς τιμές ελέγχονται πάντα με βάση το συγκεκριμένο όχημα.</a:t>
            </a:r>
          </a:p>
        </p:txBody>
      </p:sp>
      <p:sp>
        <p:nvSpPr>
          <p:cNvPr id="32" name="s30-footer">
            <a:extLst xmlns:a="http://schemas.openxmlformats.org/drawingml/2006/main">
              <a:ext uri="{FF2B5EF4-FFF2-40B4-BE49-F238E27FC236}">
                <a16:creationId xmlns:a16="http://schemas.microsoft.com/office/drawing/2014/main" id="{5B57765E-FFB6-4036-A02F-7B8015767B80}"/>
              </a:ext>
            </a:extLst>
          </p:cNvPr>
          <p:cNvSpPr>
            <a:spLocks xmlns:a="http://schemas.openxmlformats.org/drawingml/2006/main" noGrp="1"/>
          </p:cNvSpPr>
          <p:nvPr/>
        </p:nvSpPr>
        <p:spPr>
          <a:xfrm xmlns:a="http://schemas.openxmlformats.org/drawingml/2006/main">
            <a:off x="609600" y="64770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0">
                <a:solidFill>
                  <a:srgbClr val="53657A"/>
                </a:solidFill>
                <a:latin typeface="DejaVu Sans"/>
                <a:ea typeface="DejaVu Sans"/>
                <a:cs typeface="DejaVu Sans"/>
              </a:defRPr>
            </a:defPPr>
            <a:lvl1pPr algn="l">
              <a:defRPr sz="825" b="0">
                <a:solidFill>
                  <a:srgbClr val="53657A"/>
                </a:solidFill>
                <a:latin typeface="DejaVu Sans"/>
                <a:ea typeface="DejaVu Sans"/>
                <a:cs typeface="DejaVu Sans"/>
              </a:defRPr>
            </a:lvl1pPr>
            <a:lvl2pPr algn="l">
              <a:defRPr sz="825" b="0">
                <a:solidFill>
                  <a:srgbClr val="53657A"/>
                </a:solidFill>
                <a:latin typeface="DejaVu Sans"/>
                <a:ea typeface="DejaVu Sans"/>
                <a:cs typeface="DejaVu Sans"/>
              </a:defRPr>
            </a:lvl2pPr>
            <a:lvl3pPr algn="l">
              <a:defRPr sz="825" b="0">
                <a:solidFill>
                  <a:srgbClr val="53657A"/>
                </a:solidFill>
                <a:latin typeface="DejaVu Sans"/>
                <a:ea typeface="DejaVu Sans"/>
                <a:cs typeface="DejaVu Sans"/>
              </a:defRPr>
            </a:lvl3pPr>
            <a:lvl4pPr algn="l">
              <a:defRPr sz="825" b="0">
                <a:solidFill>
                  <a:srgbClr val="53657A"/>
                </a:solidFill>
                <a:latin typeface="DejaVu Sans"/>
                <a:ea typeface="DejaVu Sans"/>
                <a:cs typeface="DejaVu Sans"/>
              </a:defRPr>
            </a:lvl4pPr>
            <a:lvl5pPr algn="l">
              <a:defRPr sz="825" b="0">
                <a:solidFill>
                  <a:srgbClr val="53657A"/>
                </a:solidFill>
                <a:latin typeface="DejaVu Sans"/>
                <a:ea typeface="DejaVu Sans"/>
                <a:cs typeface="DejaVu Sans"/>
              </a:defRPr>
            </a:lvl5pPr>
            <a:lvl6pPr algn="l">
              <a:defRPr sz="825" b="0">
                <a:solidFill>
                  <a:srgbClr val="53657A"/>
                </a:solidFill>
                <a:latin typeface="DejaVu Sans"/>
                <a:ea typeface="DejaVu Sans"/>
                <a:cs typeface="DejaVu Sans"/>
              </a:defRPr>
            </a:lvl6pPr>
            <a:lvl7pPr algn="l">
              <a:defRPr sz="825" b="0">
                <a:solidFill>
                  <a:srgbClr val="53657A"/>
                </a:solidFill>
                <a:latin typeface="DejaVu Sans"/>
                <a:ea typeface="DejaVu Sans"/>
                <a:cs typeface="DejaVu Sans"/>
              </a:defRPr>
            </a:lvl7pPr>
            <a:lvl8pPr algn="l">
              <a:defRPr sz="825" b="0">
                <a:solidFill>
                  <a:srgbClr val="53657A"/>
                </a:solidFill>
                <a:latin typeface="DejaVu Sans"/>
                <a:ea typeface="DejaVu Sans"/>
                <a:cs typeface="DejaVu Sans"/>
              </a:defRPr>
            </a:lvl8pPr>
            <a:lvl9pPr algn="l">
              <a:defRPr sz="825" b="0">
                <a:solidFill>
                  <a:srgbClr val="53657A"/>
                </a:solidFill>
                <a:latin typeface="DejaVu Sans"/>
                <a:ea typeface="DejaVu Sans"/>
                <a:cs typeface="DejaVu Sans"/>
              </a:defRPr>
            </a:lvl9pPr>
          </a:lstStyle>
          <a:p xmlns:a="http://schemas.openxmlformats.org/drawingml/2006/main">
            <a:pPr algn="l">
              <a:defRPr sz="825" b="0">
                <a:solidFill>
                  <a:srgbClr val="53657A"/>
                </a:solidFill>
                <a:latin typeface="DejaVu Sans"/>
                <a:ea typeface="DejaVu Sans"/>
                <a:cs typeface="DejaVu Sans"/>
              </a:defRPr>
            </a:pPr>
            <a:r>
              <a:rPr sz="825" b="0">
                <a:solidFill>
                  <a:srgbClr val="53657A"/>
                </a:solidFill>
                <a:latin typeface="DejaVu Sans"/>
                <a:ea typeface="DejaVu Sans"/>
                <a:cs typeface="DejaVu Sans"/>
              </a:rPr>
              <a:t>Δίκτυα και Επικοινωνία Οχημάτων</a:t>
            </a:r>
          </a:p>
        </p:txBody>
      </p:sp>
      <p:sp>
        <p:nvSpPr>
          <p:cNvPr id="33" name="s30-page-number">
            <a:extLst xmlns:a="http://schemas.openxmlformats.org/drawingml/2006/main">
              <a:ext uri="{FF2B5EF4-FFF2-40B4-BE49-F238E27FC236}">
                <a16:creationId xmlns:a16="http://schemas.microsoft.com/office/drawing/2014/main" id="{936C0258-BA8D-41F3-9E6E-D694262D811A}"/>
              </a:ext>
            </a:extLst>
          </p:cNvPr>
          <p:cNvSpPr>
            <a:spLocks xmlns:a="http://schemas.openxmlformats.org/drawingml/2006/main" noGrp="1"/>
          </p:cNvSpPr>
          <p:nvPr/>
        </p:nvSpPr>
        <p:spPr>
          <a:xfrm xmlns:a="http://schemas.openxmlformats.org/drawingml/2006/main">
            <a:off x="11334750" y="6438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a:solidFill>
                  <a:srgbClr val="53657A"/>
                </a:solidFill>
                <a:latin typeface="DejaVu Sans"/>
                <a:ea typeface="DejaVu Sans"/>
                <a:cs typeface="DejaVu Sans"/>
              </a:defRPr>
            </a:defPPr>
            <a:lvl1pPr algn="r">
              <a:defRPr sz="1200" b="1">
                <a:solidFill>
                  <a:srgbClr val="53657A"/>
                </a:solidFill>
                <a:latin typeface="DejaVu Sans"/>
                <a:ea typeface="DejaVu Sans"/>
                <a:cs typeface="DejaVu Sans"/>
              </a:defRPr>
            </a:lvl1pPr>
            <a:lvl2pPr algn="r">
              <a:defRPr sz="1200" b="1">
                <a:solidFill>
                  <a:srgbClr val="53657A"/>
                </a:solidFill>
                <a:latin typeface="DejaVu Sans"/>
                <a:ea typeface="DejaVu Sans"/>
                <a:cs typeface="DejaVu Sans"/>
              </a:defRPr>
            </a:lvl2pPr>
            <a:lvl3pPr algn="r">
              <a:defRPr sz="1200" b="1">
                <a:solidFill>
                  <a:srgbClr val="53657A"/>
                </a:solidFill>
                <a:latin typeface="DejaVu Sans"/>
                <a:ea typeface="DejaVu Sans"/>
                <a:cs typeface="DejaVu Sans"/>
              </a:defRPr>
            </a:lvl3pPr>
            <a:lvl4pPr algn="r">
              <a:defRPr sz="1200" b="1">
                <a:solidFill>
                  <a:srgbClr val="53657A"/>
                </a:solidFill>
                <a:latin typeface="DejaVu Sans"/>
                <a:ea typeface="DejaVu Sans"/>
                <a:cs typeface="DejaVu Sans"/>
              </a:defRPr>
            </a:lvl4pPr>
            <a:lvl5pPr algn="r">
              <a:defRPr sz="1200" b="1">
                <a:solidFill>
                  <a:srgbClr val="53657A"/>
                </a:solidFill>
                <a:latin typeface="DejaVu Sans"/>
                <a:ea typeface="DejaVu Sans"/>
                <a:cs typeface="DejaVu Sans"/>
              </a:defRPr>
            </a:lvl5pPr>
            <a:lvl6pPr algn="r">
              <a:defRPr sz="1200" b="1">
                <a:solidFill>
                  <a:srgbClr val="53657A"/>
                </a:solidFill>
                <a:latin typeface="DejaVu Sans"/>
                <a:ea typeface="DejaVu Sans"/>
                <a:cs typeface="DejaVu Sans"/>
              </a:defRPr>
            </a:lvl6pPr>
            <a:lvl7pPr algn="r">
              <a:defRPr sz="1200" b="1">
                <a:solidFill>
                  <a:srgbClr val="53657A"/>
                </a:solidFill>
                <a:latin typeface="DejaVu Sans"/>
                <a:ea typeface="DejaVu Sans"/>
                <a:cs typeface="DejaVu Sans"/>
              </a:defRPr>
            </a:lvl7pPr>
            <a:lvl8pPr algn="r">
              <a:defRPr sz="1200" b="1">
                <a:solidFill>
                  <a:srgbClr val="53657A"/>
                </a:solidFill>
                <a:latin typeface="DejaVu Sans"/>
                <a:ea typeface="DejaVu Sans"/>
                <a:cs typeface="DejaVu Sans"/>
              </a:defRPr>
            </a:lvl8pPr>
            <a:lvl9pPr algn="r">
              <a:defRPr sz="1200" b="1">
                <a:solidFill>
                  <a:srgbClr val="53657A"/>
                </a:solidFill>
                <a:latin typeface="DejaVu Sans"/>
                <a:ea typeface="DejaVu Sans"/>
                <a:cs typeface="DejaVu Sans"/>
              </a:defRPr>
            </a:lvl9pPr>
          </a:lstStyle>
          <a:p xmlns:a="http://schemas.openxmlformats.org/drawingml/2006/main">
            <a:pPr algn="r">
              <a:defRPr sz="1200" b="1">
                <a:solidFill>
                  <a:srgbClr val="53657A"/>
                </a:solidFill>
                <a:latin typeface="DejaVu Sans"/>
                <a:ea typeface="DejaVu Sans"/>
                <a:cs typeface="DejaVu Sans"/>
              </a:defRPr>
            </a:pPr>
            <a:r>
              <a:rPr sz="1200" b="1">
                <a:solidFill>
                  <a:srgbClr val="53657A"/>
                </a:solidFill>
                <a:latin typeface="DejaVu Sans"/>
                <a:ea typeface="DejaVu Sans"/>
                <a:cs typeface="DejaVu Sans"/>
              </a:rPr>
              <a:t>30</a:t>
            </a:r>
          </a:p>
        </p:txBody>
      </p:sp>
    </p:spTree>
    <p:extLst>
      <p:ext uri="{BB962C8B-B14F-4D97-AF65-F5344CB8AC3E}">
        <p14:creationId xmlns:p14="http://schemas.microsoft.com/office/powerpoint/2010/main" val="7367804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2026-10-20T15:22:12.9580000Z</dcterms:created>
  <dcterms:modified xsi:type="dcterms:W3CDTF">2026-10-20T15:22:12.9580000Z</dcterms:modified>
</coreProperties>
</file>