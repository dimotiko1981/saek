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ba8bf4e09c4c56" /><Relationship Type="http://schemas.openxmlformats.org/officeDocument/2006/relationships/extended-properties" Target="/docProps/app.xml" Id="Rf029f739478b4047" /><Relationship Type="http://schemas.openxmlformats.org/officeDocument/2006/relationships/officeDocument" Target="/ppt/presentation.xml" Id="Rea23007586a94c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ca98f0263c4515"/>
  </p:sldMasterIdLst>
  <p:notesMasterIdLst>
    <p:notesMasterId xmlns:r="http://schemas.openxmlformats.org/officeDocument/2006/relationships" r:id="R276d8fe79abc4716"/>
  </p:notesMasterIdLst>
  <p:sldIdLst>
    <p:sldId xmlns:r="http://schemas.openxmlformats.org/officeDocument/2006/relationships" id="256" r:id="Rc3b815e8ec394d25"/>
    <p:sldId xmlns:r="http://schemas.openxmlformats.org/officeDocument/2006/relationships" id="257" r:id="R4592ac2b5d794898"/>
    <p:sldId xmlns:r="http://schemas.openxmlformats.org/officeDocument/2006/relationships" id="258" r:id="R97532c20808e4355"/>
    <p:sldId xmlns:r="http://schemas.openxmlformats.org/officeDocument/2006/relationships" id="259" r:id="R07a35c7e7cc54db3"/>
    <p:sldId xmlns:r="http://schemas.openxmlformats.org/officeDocument/2006/relationships" id="260" r:id="R294f1c8e82844b98"/>
    <p:sldId xmlns:r="http://schemas.openxmlformats.org/officeDocument/2006/relationships" id="261" r:id="R97ee1aeddc79405f"/>
    <p:sldId xmlns:r="http://schemas.openxmlformats.org/officeDocument/2006/relationships" id="262" r:id="R1e9cb0234cbb4810"/>
    <p:sldId xmlns:r="http://schemas.openxmlformats.org/officeDocument/2006/relationships" id="263" r:id="Rf237d871cc3042bf"/>
    <p:sldId xmlns:r="http://schemas.openxmlformats.org/officeDocument/2006/relationships" id="264" r:id="R9633f164feec4c72"/>
    <p:sldId xmlns:r="http://schemas.openxmlformats.org/officeDocument/2006/relationships" id="265" r:id="R72e754bd52a749f8"/>
    <p:sldId xmlns:r="http://schemas.openxmlformats.org/officeDocument/2006/relationships" id="266" r:id="R14e32136265c4b6d"/>
    <p:sldId xmlns:r="http://schemas.openxmlformats.org/officeDocument/2006/relationships" id="267" r:id="R734bb67e8d364a3d"/>
    <p:sldId xmlns:r="http://schemas.openxmlformats.org/officeDocument/2006/relationships" id="268" r:id="R0865b78b5d7a41ea"/>
    <p:sldId xmlns:r="http://schemas.openxmlformats.org/officeDocument/2006/relationships" id="269" r:id="Ra997bd91b2c148f5"/>
    <p:sldId xmlns:r="http://schemas.openxmlformats.org/officeDocument/2006/relationships" id="270" r:id="R11b4dcb4aabd4e55"/>
    <p:sldId xmlns:r="http://schemas.openxmlformats.org/officeDocument/2006/relationships" id="271" r:id="Rfee37f1d6d5f45c6"/>
    <p:sldId xmlns:r="http://schemas.openxmlformats.org/officeDocument/2006/relationships" id="272" r:id="R90deeec9ed7a49aa"/>
    <p:sldId xmlns:r="http://schemas.openxmlformats.org/officeDocument/2006/relationships" id="273" r:id="Rd9029aaeb22e46a2"/>
    <p:sldId xmlns:r="http://schemas.openxmlformats.org/officeDocument/2006/relationships" id="274" r:id="R82933debf02f450e"/>
    <p:sldId xmlns:r="http://schemas.openxmlformats.org/officeDocument/2006/relationships" id="275" r:id="Ra9508f9c1e8c480c"/>
    <p:sldId xmlns:r="http://schemas.openxmlformats.org/officeDocument/2006/relationships" id="276" r:id="R2ba5e051658f4c28"/>
    <p:sldId xmlns:r="http://schemas.openxmlformats.org/officeDocument/2006/relationships" id="277" r:id="R3943bcf9f6f147fa"/>
    <p:sldId xmlns:r="http://schemas.openxmlformats.org/officeDocument/2006/relationships" id="278" r:id="R6c2dd344e4b141d1"/>
    <p:sldId xmlns:r="http://schemas.openxmlformats.org/officeDocument/2006/relationships" id="279" r:id="Re0f6f7a7169f4384"/>
    <p:sldId xmlns:r="http://schemas.openxmlformats.org/officeDocument/2006/relationships" id="280" r:id="R124255e3c8d44882"/>
    <p:sldId xmlns:r="http://schemas.openxmlformats.org/officeDocument/2006/relationships" id="281" r:id="R9f77e0c0ea754360"/>
    <p:sldId xmlns:r="http://schemas.openxmlformats.org/officeDocument/2006/relationships" id="282" r:id="Rfc86081631004027"/>
    <p:sldId xmlns:r="http://schemas.openxmlformats.org/officeDocument/2006/relationships" id="283" r:id="Rb6af7085e3354df5"/>
    <p:sldId xmlns:r="http://schemas.openxmlformats.org/officeDocument/2006/relationships" id="284" r:id="Re37576efca6d4c4b"/>
    <p:sldId xmlns:r="http://schemas.openxmlformats.org/officeDocument/2006/relationships" id="285" r:id="R33cbe818b26f4b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b2c4ffc0ad44f0" /><Relationship Type="http://schemas.openxmlformats.org/officeDocument/2006/relationships/slideMaster" Target="/ppt/slideMasters/slideMaster1.xml" Id="R2dca98f0263c4515" /><Relationship Type="http://schemas.openxmlformats.org/officeDocument/2006/relationships/notesMaster" Target="/ppt/notesMasters/notesMaster1.xml" Id="R276d8fe79abc4716" /><Relationship Type="http://schemas.openxmlformats.org/officeDocument/2006/relationships/presProps" Target="/ppt/presProps.xml" Id="R38fcb3083f104456" /><Relationship Type="http://schemas.openxmlformats.org/officeDocument/2006/relationships/tableStyles" Target="/ppt/tableStyles.xml" Id="R60e23265945e4b90" /><Relationship Type="http://schemas.openxmlformats.org/officeDocument/2006/relationships/slide" Target="/ppt/slides/slide1.xml" Id="Rc3b815e8ec394d25" /><Relationship Type="http://schemas.openxmlformats.org/officeDocument/2006/relationships/slide" Target="/ppt/slides/slide2.xml" Id="R4592ac2b5d794898" /><Relationship Type="http://schemas.openxmlformats.org/officeDocument/2006/relationships/slide" Target="/ppt/slides/slide3.xml" Id="R97532c20808e4355" /><Relationship Type="http://schemas.openxmlformats.org/officeDocument/2006/relationships/slide" Target="/ppt/slides/slide4.xml" Id="R07a35c7e7cc54db3" /><Relationship Type="http://schemas.openxmlformats.org/officeDocument/2006/relationships/slide" Target="/ppt/slides/slide5.xml" Id="R294f1c8e82844b98" /><Relationship Type="http://schemas.openxmlformats.org/officeDocument/2006/relationships/slide" Target="/ppt/slides/slide6.xml" Id="R97ee1aeddc79405f" /><Relationship Type="http://schemas.openxmlformats.org/officeDocument/2006/relationships/slide" Target="/ppt/slides/slide7.xml" Id="R1e9cb0234cbb4810" /><Relationship Type="http://schemas.openxmlformats.org/officeDocument/2006/relationships/slide" Target="/ppt/slides/slide8.xml" Id="Rf237d871cc3042bf" /><Relationship Type="http://schemas.openxmlformats.org/officeDocument/2006/relationships/slide" Target="/ppt/slides/slide9.xml" Id="R9633f164feec4c72" /><Relationship Type="http://schemas.openxmlformats.org/officeDocument/2006/relationships/slide" Target="/ppt/slides/slide10.xml" Id="R72e754bd52a749f8" /><Relationship Type="http://schemas.openxmlformats.org/officeDocument/2006/relationships/slide" Target="/ppt/slides/slide11.xml" Id="R14e32136265c4b6d" /><Relationship Type="http://schemas.openxmlformats.org/officeDocument/2006/relationships/slide" Target="/ppt/slides/slide12.xml" Id="R734bb67e8d364a3d" /><Relationship Type="http://schemas.openxmlformats.org/officeDocument/2006/relationships/slide" Target="/ppt/slides/slide13.xml" Id="R0865b78b5d7a41ea" /><Relationship Type="http://schemas.openxmlformats.org/officeDocument/2006/relationships/slide" Target="/ppt/slides/slide14.xml" Id="Ra997bd91b2c148f5" /><Relationship Type="http://schemas.openxmlformats.org/officeDocument/2006/relationships/slide" Target="/ppt/slides/slide15.xml" Id="R11b4dcb4aabd4e55" /><Relationship Type="http://schemas.openxmlformats.org/officeDocument/2006/relationships/slide" Target="/ppt/slides/slide16.xml" Id="Rfee37f1d6d5f45c6" /><Relationship Type="http://schemas.openxmlformats.org/officeDocument/2006/relationships/slide" Target="/ppt/slides/slide17.xml" Id="R90deeec9ed7a49aa" /><Relationship Type="http://schemas.openxmlformats.org/officeDocument/2006/relationships/slide" Target="/ppt/slides/slide18.xml" Id="Rd9029aaeb22e46a2" /><Relationship Type="http://schemas.openxmlformats.org/officeDocument/2006/relationships/slide" Target="/ppt/slides/slide19.xml" Id="R82933debf02f450e" /><Relationship Type="http://schemas.openxmlformats.org/officeDocument/2006/relationships/slide" Target="/ppt/slides/slide20.xml" Id="Ra9508f9c1e8c480c" /><Relationship Type="http://schemas.openxmlformats.org/officeDocument/2006/relationships/slide" Target="/ppt/slides/slide21.xml" Id="R2ba5e051658f4c28" /><Relationship Type="http://schemas.openxmlformats.org/officeDocument/2006/relationships/slide" Target="/ppt/slides/slide22.xml" Id="R3943bcf9f6f147fa" /><Relationship Type="http://schemas.openxmlformats.org/officeDocument/2006/relationships/slide" Target="/ppt/slides/slide23.xml" Id="R6c2dd344e4b141d1" /><Relationship Type="http://schemas.openxmlformats.org/officeDocument/2006/relationships/slide" Target="/ppt/slides/slide24.xml" Id="Re0f6f7a7169f4384" /><Relationship Type="http://schemas.openxmlformats.org/officeDocument/2006/relationships/slide" Target="/ppt/slides/slide25.xml" Id="R124255e3c8d44882" /><Relationship Type="http://schemas.openxmlformats.org/officeDocument/2006/relationships/slide" Target="/ppt/slides/slide26.xml" Id="R9f77e0c0ea754360" /><Relationship Type="http://schemas.openxmlformats.org/officeDocument/2006/relationships/slide" Target="/ppt/slides/slide27.xml" Id="Rfc86081631004027" /><Relationship Type="http://schemas.openxmlformats.org/officeDocument/2006/relationships/slide" Target="/ppt/slides/slide28.xml" Id="Rb6af7085e3354df5" /><Relationship Type="http://schemas.openxmlformats.org/officeDocument/2006/relationships/slide" Target="/ppt/slides/slide29.xml" Id="Re37576efca6d4c4b" /><Relationship Type="http://schemas.openxmlformats.org/officeDocument/2006/relationships/slide" Target="/ppt/slides/slide30.xml" Id="R33cbe818b26f4b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a5648c21b147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af06f2b05c4393" /><Relationship Type="http://schemas.openxmlformats.org/officeDocument/2006/relationships/notesMaster" Target="/ppt/notesMasters/notesMaster1.xml" Id="R3724d35c616043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a0f55121e84baf" /><Relationship Type="http://schemas.openxmlformats.org/officeDocument/2006/relationships/notesMaster" Target="/ppt/notesMasters/notesMaster1.xml" Id="R32ee245f239243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3fbcb6e755405d" /><Relationship Type="http://schemas.openxmlformats.org/officeDocument/2006/relationships/notesMaster" Target="/ppt/notesMasters/notesMaster1.xml" Id="R75943ba9ad8846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95799115264f5d" /><Relationship Type="http://schemas.openxmlformats.org/officeDocument/2006/relationships/notesMaster" Target="/ppt/notesMasters/notesMaster1.xml" Id="R133ea02e304e40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ceb90c1ff94efe" /><Relationship Type="http://schemas.openxmlformats.org/officeDocument/2006/relationships/notesMaster" Target="/ppt/notesMasters/notesMaster1.xml" Id="R7fdaa72994b94a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93b9aa14fe4a31" /><Relationship Type="http://schemas.openxmlformats.org/officeDocument/2006/relationships/notesMaster" Target="/ppt/notesMasters/notesMaster1.xml" Id="R15af4c71c9ee4d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0b3042f80a4d47" /><Relationship Type="http://schemas.openxmlformats.org/officeDocument/2006/relationships/notesMaster" Target="/ppt/notesMasters/notesMaster1.xml" Id="Rdcad5c932cd14a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bf45df8f1a42cf" /><Relationship Type="http://schemas.openxmlformats.org/officeDocument/2006/relationships/notesMaster" Target="/ppt/notesMasters/notesMaster1.xml" Id="R12834a13ce9740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1736b87ac24e70" /><Relationship Type="http://schemas.openxmlformats.org/officeDocument/2006/relationships/notesMaster" Target="/ppt/notesMasters/notesMaster1.xml" Id="Rbc52c6a3ac9243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57810082414b06" /><Relationship Type="http://schemas.openxmlformats.org/officeDocument/2006/relationships/notesMaster" Target="/ppt/notesMasters/notesMaster1.xml" Id="R0f73dcd5861f4d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043aba1ae64856" /><Relationship Type="http://schemas.openxmlformats.org/officeDocument/2006/relationships/notesMaster" Target="/ppt/notesMasters/notesMaster1.xml" Id="Ra349b3af017c41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4d47cbec774ca4" /><Relationship Type="http://schemas.openxmlformats.org/officeDocument/2006/relationships/notesMaster" Target="/ppt/notesMasters/notesMaster1.xml" Id="R5e7a5121848249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05a00e684a434d" /><Relationship Type="http://schemas.openxmlformats.org/officeDocument/2006/relationships/notesMaster" Target="/ppt/notesMasters/notesMaster1.xml" Id="R19f554b94fe447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d5bf381fdf4bf0" /><Relationship Type="http://schemas.openxmlformats.org/officeDocument/2006/relationships/notesMaster" Target="/ppt/notesMasters/notesMaster1.xml" Id="R8bbf41ec45ad482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805dec113174f24" /><Relationship Type="http://schemas.openxmlformats.org/officeDocument/2006/relationships/notesMaster" Target="/ppt/notesMasters/notesMaster1.xml" Id="R0cf31579bad84b2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a6f1969e2041f8" /><Relationship Type="http://schemas.openxmlformats.org/officeDocument/2006/relationships/notesMaster" Target="/ppt/notesMasters/notesMaster1.xml" Id="Rc85fca72246c480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05e37f3d2c34a36" /><Relationship Type="http://schemas.openxmlformats.org/officeDocument/2006/relationships/notesMaster" Target="/ppt/notesMasters/notesMaster1.xml" Id="R497c40106ba64a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c143b21c7e4a9f" /><Relationship Type="http://schemas.openxmlformats.org/officeDocument/2006/relationships/notesMaster" Target="/ppt/notesMasters/notesMaster1.xml" Id="R8b18221a5bb44ac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b84dfcabd244ba7" /><Relationship Type="http://schemas.openxmlformats.org/officeDocument/2006/relationships/notesMaster" Target="/ppt/notesMasters/notesMaster1.xml" Id="R65463306468c4ee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ffcbdcdae5140e9" /><Relationship Type="http://schemas.openxmlformats.org/officeDocument/2006/relationships/notesMaster" Target="/ppt/notesMasters/notesMaster1.xml" Id="R010b592865a9470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8f9f1676ca54a2a" /><Relationship Type="http://schemas.openxmlformats.org/officeDocument/2006/relationships/notesMaster" Target="/ppt/notesMasters/notesMaster1.xml" Id="Rb59e5ccc25cb4ba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698ffd7f5414ec4" /><Relationship Type="http://schemas.openxmlformats.org/officeDocument/2006/relationships/notesMaster" Target="/ppt/notesMasters/notesMaster1.xml" Id="R9e5ba620f730451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0e0e9fdf81443c4" /><Relationship Type="http://schemas.openxmlformats.org/officeDocument/2006/relationships/notesMaster" Target="/ppt/notesMasters/notesMaster1.xml" Id="Ra6cd49904610477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d2d09ac22db4505" /><Relationship Type="http://schemas.openxmlformats.org/officeDocument/2006/relationships/notesMaster" Target="/ppt/notesMasters/notesMaster1.xml" Id="R4de3e99f95a0423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dfad507e60749fd" /><Relationship Type="http://schemas.openxmlformats.org/officeDocument/2006/relationships/notesMaster" Target="/ppt/notesMasters/notesMaster1.xml" Id="Raa1715a2f71641e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e140b2ab2424f8a" /><Relationship Type="http://schemas.openxmlformats.org/officeDocument/2006/relationships/notesMaster" Target="/ppt/notesMasters/notesMaster1.xml" Id="Rad38329b53de4cd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f1fa453d412455b" /><Relationship Type="http://schemas.openxmlformats.org/officeDocument/2006/relationships/notesMaster" Target="/ppt/notesMasters/notesMaster1.xml" Id="Rddd9e6fdcaf643e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e477430cc504428" /><Relationship Type="http://schemas.openxmlformats.org/officeDocument/2006/relationships/notesMaster" Target="/ppt/notesMasters/notesMaster1.xml" Id="Rb54cfd462e0246e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dd15af514f34dbd" /><Relationship Type="http://schemas.openxmlformats.org/officeDocument/2006/relationships/notesMaster" Target="/ppt/notesMasters/notesMaster1.xml" Id="R5e01b3b2710b46f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e1d7c46137c4006" /><Relationship Type="http://schemas.openxmlformats.org/officeDocument/2006/relationships/notesMaster" Target="/ppt/notesMasters/notesMaster1.xml" Id="Rcb4436b55ac54c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7a79b43bd4b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739c0542043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59508a33a242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a56720a124d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763b8e63f545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a76db9306546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5800BE4-476B-4A87-A62D-95C48864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BFC09E-BF07-428D-9BDD-FE762A33EA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05FD453-D74D-4A5C-8EAD-D487723CB6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1F1CB16-7FD8-42A3-87B9-62DAC45B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9FF5302-5FDC-47D3-BE20-4FC7E939F1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E2A46F4-A6FE-4AA1-8EE7-3364EDBF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C20CF5-FEA7-466E-959E-011300256F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62A5240-C4C7-43C9-9491-03CA722FCB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A390C0A-60A6-4EAD-918C-E0F944F0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1B7572B-1997-42A0-BC1A-6E57E74DE3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6A8092-BC1E-4B45-B02D-4D6A58E0BD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F7FEF4B-9566-40C4-9400-D688BE48A3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49E7319-69CC-4259-860F-4FCA2436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7B41D2C-6F1E-4636-85A5-EB8B517FCF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26AE59-FD5E-4344-9894-7279A39D6C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ff2b688f2e4efb" /><Relationship Type="http://schemas.openxmlformats.org/officeDocument/2006/relationships/slideLayout" Target="/ppt/slideLayouts/slideLayout1.xml" Id="Rb05740cfe48247b8" /><Relationship Type="http://schemas.openxmlformats.org/officeDocument/2006/relationships/slideLayout" Target="/ppt/slideLayouts/slideLayout2.xml" Id="R7df5710cefe8494f" /><Relationship Type="http://schemas.openxmlformats.org/officeDocument/2006/relationships/slideLayout" Target="/ppt/slideLayouts/slideLayout3.xml" Id="R4b59e666b7ca4688" /><Relationship Type="http://schemas.openxmlformats.org/officeDocument/2006/relationships/slideLayout" Target="/ppt/slideLayouts/slideLayout4.xml" Id="Rc803148a399e48c7" /><Relationship Type="http://schemas.openxmlformats.org/officeDocument/2006/relationships/slideLayout" Target="/ppt/slideLayouts/slideLayout5.xml" Id="Rd156499c4ac24f62" /><Relationship Type="http://schemas.openxmlformats.org/officeDocument/2006/relationships/slideLayout" Target="/ppt/slideLayouts/slideLayout6.xml" Id="R4d47dc4983124f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5740cfe48247b8"/>
    <p:sldLayoutId xmlns:r="http://schemas.openxmlformats.org/officeDocument/2006/relationships" id="2147483650" r:id="R7df5710cefe8494f"/>
    <p:sldLayoutId xmlns:r="http://schemas.openxmlformats.org/officeDocument/2006/relationships" id="2147483651" r:id="R4b59e666b7ca4688"/>
    <p:sldLayoutId xmlns:r="http://schemas.openxmlformats.org/officeDocument/2006/relationships" id="2147483652" r:id="Rc803148a399e48c7"/>
    <p:sldLayoutId xmlns:r="http://schemas.openxmlformats.org/officeDocument/2006/relationships" id="2147483653" r:id="Rd156499c4ac24f62"/>
    <p:sldLayoutId xmlns:r="http://schemas.openxmlformats.org/officeDocument/2006/relationships" id="2147483654" r:id="R4d47dc4983124f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d35ffc8d6b4476" /><Relationship Type="http://schemas.openxmlformats.org/officeDocument/2006/relationships/image" Target="/ppt/media/image.jpeg" Id="R2d3898be1800466a" /><Relationship Type="http://schemas.openxmlformats.org/officeDocument/2006/relationships/notesSlide" Target="/ppt/notesSlides/notesSlide1.xml" Id="Reb4055e0579043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9c39b0f04a4232" /><Relationship Type="http://schemas.openxmlformats.org/officeDocument/2006/relationships/image" Target="/ppt/media/image2.jpeg" Id="R94eaf67790474f51" /><Relationship Type="http://schemas.openxmlformats.org/officeDocument/2006/relationships/notesSlide" Target="/ppt/notesSlides/notesSlide2.xml" Id="Ref296cf1fed14a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39a7fc5e4548a8" /><Relationship Type="http://schemas.openxmlformats.org/officeDocument/2006/relationships/image" Target="/ppt/media/image3.jpeg" Id="Re3f114bc6f45463e" /><Relationship Type="http://schemas.openxmlformats.org/officeDocument/2006/relationships/notesSlide" Target="/ppt/notesSlides/notesSlide3.xml" Id="R2f00638421d544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0b5f05809e402f" /><Relationship Type="http://schemas.openxmlformats.org/officeDocument/2006/relationships/image" Target="/ppt/media/image4.jpeg" Id="Refcc2645ebc54365" /><Relationship Type="http://schemas.openxmlformats.org/officeDocument/2006/relationships/notesSlide" Target="/ppt/notesSlides/notesSlide4.xml" Id="R059117f9ad324c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99595e6f5a457f" /><Relationship Type="http://schemas.openxmlformats.org/officeDocument/2006/relationships/image" Target="/ppt/media/image5.jpeg" Id="R607aaf6c751445e0" /><Relationship Type="http://schemas.openxmlformats.org/officeDocument/2006/relationships/notesSlide" Target="/ppt/notesSlides/notesSlide5.xml" Id="R7add8f08e0514c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5fcceb666a4be8" /><Relationship Type="http://schemas.openxmlformats.org/officeDocument/2006/relationships/image" Target="/ppt/media/image6.jpeg" Id="R86a25fd446d14705" /><Relationship Type="http://schemas.openxmlformats.org/officeDocument/2006/relationships/notesSlide" Target="/ppt/notesSlides/notesSlide6.xml" Id="Raf544f4f69f649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aebc2220d34deb" /><Relationship Type="http://schemas.openxmlformats.org/officeDocument/2006/relationships/image" Target="/ppt/media/image7.jpeg" Id="Rbbd681e8c39a4379" /><Relationship Type="http://schemas.openxmlformats.org/officeDocument/2006/relationships/notesSlide" Target="/ppt/notesSlides/notesSlide7.xml" Id="R30fdde764cbf4b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bd93fb09f24bcb" /><Relationship Type="http://schemas.openxmlformats.org/officeDocument/2006/relationships/image" Target="/ppt/media/image8.jpeg" Id="Rdf25e2031b964bb7" /><Relationship Type="http://schemas.openxmlformats.org/officeDocument/2006/relationships/notesSlide" Target="/ppt/notesSlides/notesSlide8.xml" Id="Re09b4c84fcb14e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f7fea38c784447" /><Relationship Type="http://schemas.openxmlformats.org/officeDocument/2006/relationships/image" Target="/ppt/media/image9.jpeg" Id="R1e8a927502004aae" /><Relationship Type="http://schemas.openxmlformats.org/officeDocument/2006/relationships/notesSlide" Target="/ppt/notesSlides/notesSlide9.xml" Id="Rf6796b14ec7a4b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fc5f2ff1804276" /><Relationship Type="http://schemas.openxmlformats.org/officeDocument/2006/relationships/image" Target="/ppt/media/image10.jpeg" Id="R5ec089d5bfe54da6" /><Relationship Type="http://schemas.openxmlformats.org/officeDocument/2006/relationships/notesSlide" Target="/ppt/notesSlides/notesSlide10.xml" Id="Rab8be833d84345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6768a0ac744206" /><Relationship Type="http://schemas.openxmlformats.org/officeDocument/2006/relationships/image" Target="/ppt/media/image11.jpeg" Id="Rbce855803a744293" /><Relationship Type="http://schemas.openxmlformats.org/officeDocument/2006/relationships/notesSlide" Target="/ppt/notesSlides/notesSlide11.xml" Id="R40495d3b73a844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326d5865584dd0" /><Relationship Type="http://schemas.openxmlformats.org/officeDocument/2006/relationships/image" Target="/ppt/media/image12.jpeg" Id="R19d1a4e907864dd7" /><Relationship Type="http://schemas.openxmlformats.org/officeDocument/2006/relationships/notesSlide" Target="/ppt/notesSlides/notesSlide12.xml" Id="R06231654307c44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32ad58d1694949" /><Relationship Type="http://schemas.openxmlformats.org/officeDocument/2006/relationships/image" Target="/ppt/media/image13.jpeg" Id="Rc402eb1628a74e11" /><Relationship Type="http://schemas.openxmlformats.org/officeDocument/2006/relationships/notesSlide" Target="/ppt/notesSlides/notesSlide13.xml" Id="Rad034a4586de42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6de82f0f24b9f" /><Relationship Type="http://schemas.openxmlformats.org/officeDocument/2006/relationships/image" Target="/ppt/media/image14.jpeg" Id="Rdcb776e5c7e64ae8" /><Relationship Type="http://schemas.openxmlformats.org/officeDocument/2006/relationships/notesSlide" Target="/ppt/notesSlides/notesSlide14.xml" Id="R829450ec78e044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78eb7509f9407a" /><Relationship Type="http://schemas.openxmlformats.org/officeDocument/2006/relationships/image" Target="/ppt/media/image15.jpeg" Id="R87c2231ec9f64280" /><Relationship Type="http://schemas.openxmlformats.org/officeDocument/2006/relationships/notesSlide" Target="/ppt/notesSlides/notesSlide15.xml" Id="R284dcface89f4f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f119cabf174ab2" /><Relationship Type="http://schemas.openxmlformats.org/officeDocument/2006/relationships/image" Target="/ppt/media/image16.jpeg" Id="R0e8bd84ef8df4886" /><Relationship Type="http://schemas.openxmlformats.org/officeDocument/2006/relationships/notesSlide" Target="/ppt/notesSlides/notesSlide16.xml" Id="R386f1847ae5c40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228968d06c4069" /><Relationship Type="http://schemas.openxmlformats.org/officeDocument/2006/relationships/image" Target="/ppt/media/image17.jpeg" Id="Rb58d68d724994268" /><Relationship Type="http://schemas.openxmlformats.org/officeDocument/2006/relationships/notesSlide" Target="/ppt/notesSlides/notesSlide17.xml" Id="R1cb5514fb3a54c1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46fd1821e74327" /><Relationship Type="http://schemas.openxmlformats.org/officeDocument/2006/relationships/image" Target="/ppt/media/image18.jpeg" Id="R7eafd979286a4ee6" /><Relationship Type="http://schemas.openxmlformats.org/officeDocument/2006/relationships/notesSlide" Target="/ppt/notesSlides/notesSlide18.xml" Id="R6009d0aebc994b4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00d4487f3e4c4b" /><Relationship Type="http://schemas.openxmlformats.org/officeDocument/2006/relationships/image" Target="/ppt/media/image19.jpeg" Id="R5738c3ae38fb49c1" /><Relationship Type="http://schemas.openxmlformats.org/officeDocument/2006/relationships/notesSlide" Target="/ppt/notesSlides/notesSlide19.xml" Id="Rbd4b7d3531bf48d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22bacfc2164bcf" /><Relationship Type="http://schemas.openxmlformats.org/officeDocument/2006/relationships/image" Target="/ppt/media/image20.jpeg" Id="Rf1bef7bba63945c3" /><Relationship Type="http://schemas.openxmlformats.org/officeDocument/2006/relationships/notesSlide" Target="/ppt/notesSlides/notesSlide20.xml" Id="Rac9dd99160d5421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fefade6a66459e" /><Relationship Type="http://schemas.openxmlformats.org/officeDocument/2006/relationships/image" Target="/ppt/media/image21.jpeg" Id="Redd786e154a94d5b" /><Relationship Type="http://schemas.openxmlformats.org/officeDocument/2006/relationships/notesSlide" Target="/ppt/notesSlides/notesSlide21.xml" Id="Rebbf308327414af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f3aa7b4fa548c3" /><Relationship Type="http://schemas.openxmlformats.org/officeDocument/2006/relationships/image" Target="/ppt/media/image22.jpeg" Id="Rcc2dfda4e4de48da" /><Relationship Type="http://schemas.openxmlformats.org/officeDocument/2006/relationships/notesSlide" Target="/ppt/notesSlides/notesSlide22.xml" Id="R1f6c97906bb140b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42235c52d94285" /><Relationship Type="http://schemas.openxmlformats.org/officeDocument/2006/relationships/image" Target="/ppt/media/image23.jpeg" Id="Ra5649dc5373e429d" /><Relationship Type="http://schemas.openxmlformats.org/officeDocument/2006/relationships/notesSlide" Target="/ppt/notesSlides/notesSlide23.xml" Id="R8930d653c5f4470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69282353b64912" /><Relationship Type="http://schemas.openxmlformats.org/officeDocument/2006/relationships/image" Target="/ppt/media/image24.jpeg" Id="R1feb631f2aa143e3" /><Relationship Type="http://schemas.openxmlformats.org/officeDocument/2006/relationships/notesSlide" Target="/ppt/notesSlides/notesSlide24.xml" Id="R8dd776e23cec422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e4e00e522b4a8b" /><Relationship Type="http://schemas.openxmlformats.org/officeDocument/2006/relationships/image" Target="/ppt/media/image25.jpeg" Id="R12d6b4e4dd904376" /><Relationship Type="http://schemas.openxmlformats.org/officeDocument/2006/relationships/notesSlide" Target="/ppt/notesSlides/notesSlide25.xml" Id="R2d95ee654984473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400f876790414b" /><Relationship Type="http://schemas.openxmlformats.org/officeDocument/2006/relationships/image" Target="/ppt/media/image26.jpeg" Id="Rf4bd5009d23548a3" /><Relationship Type="http://schemas.openxmlformats.org/officeDocument/2006/relationships/notesSlide" Target="/ppt/notesSlides/notesSlide26.xml" Id="R6a901e32173a4d7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3a29926ee04feb" /><Relationship Type="http://schemas.openxmlformats.org/officeDocument/2006/relationships/image" Target="/ppt/media/image27.jpeg" Id="R2285041e8be74586" /><Relationship Type="http://schemas.openxmlformats.org/officeDocument/2006/relationships/notesSlide" Target="/ppt/notesSlides/notesSlide27.xml" Id="R29ce95bc617f4d7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55c70c70274be8" /><Relationship Type="http://schemas.openxmlformats.org/officeDocument/2006/relationships/image" Target="/ppt/media/image28.jpeg" Id="Ra492c2fe2ea54fa1" /><Relationship Type="http://schemas.openxmlformats.org/officeDocument/2006/relationships/notesSlide" Target="/ppt/notesSlides/notesSlide28.xml" Id="Redd556f818e24d4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85f79905df4a7f" /><Relationship Type="http://schemas.openxmlformats.org/officeDocument/2006/relationships/image" Target="/ppt/media/image29.jpeg" Id="R6474558a37804e71" /><Relationship Type="http://schemas.openxmlformats.org/officeDocument/2006/relationships/notesSlide" Target="/ppt/notesSlides/notesSlide29.xml" Id="R65c62700ff904e4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56eb228aff4b02" /><Relationship Type="http://schemas.openxmlformats.org/officeDocument/2006/relationships/image" Target="/ppt/media/image30.jpeg" Id="R8f185c20015247bf" /><Relationship Type="http://schemas.openxmlformats.org/officeDocument/2006/relationships/notesSlide" Target="/ppt/notesSlides/notesSlide30.xml" Id="R8e1d2b6bf99247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898be1800466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478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af67790474f5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8481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114bc6f45463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335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c2645ebc5436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9088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aaf6c751445e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0993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25fd446d1470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17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681e8c39a437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56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5e2031b964bb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118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a927502004aa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02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089d5bfe54da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975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855803a74429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4223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1a4e907864dd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7730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2eb1628a74e1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906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776e5c7e64ae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485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2231ec9f6428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91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bd84ef8df488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8477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d68d72499426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8285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fd979286a4ee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323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8c3ae38fb49c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0239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ef7bba63945c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29260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786e154a94d5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9222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dfda4e4de48d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174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49dc5373e429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2175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b631f2aa143e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2998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6b4e4dd90437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61639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d5009d23548a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67159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5041e8be7458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169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2c2fe2ea54fa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21955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4558a37804e7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8505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85c20015247b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651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2026-10-07T08:27:50.7540000Z</dcterms:created>
  <dcterms:modified xsi:type="dcterms:W3CDTF">2026-10-07T08:27:50.7540000Z</dcterms:modified>
</coreProperties>
</file>